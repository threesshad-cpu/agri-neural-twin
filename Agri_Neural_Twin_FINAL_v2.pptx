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 Lakhs)</c:v>
                </c:pt>
              </c:strCache>
            </c:strRef>
          </c:tx>
          <c:spPr>
            <a:solidFill>
              <a:srgbClr val="00FF88"/>
            </a:solidFill>
            <a:effectLst>
              <a:outerShdw sx="100000" sy="100000" kx="0" ky="0" algn="bl" blurRad="152400" rotWithShape="1" dist="50800" dir="2700000">
                <a:srgbClr val="000000">
                  <a:alpha val="60000"/>
                </a:srgbClr>
              </a:outerShdw>
            </a:effectLst>
          </c:spPr>
          <c:invertIfNegative val="0"/>
          <c:dLbls>
            <c:numFmt formatCode="#,##0"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00FF88"/>
              </a:solidFill>
              <a:effectLst>
                <a:outerShdw sx="100000" sy="100000" kx="0" ky="0" algn="bl" blurRad="152400" rotWithShape="1" dist="50800" dir="2700000">
                  <a:srgbClr val="000000">
                    <a:alpha val="60000"/>
                  </a:srgbClr>
                </a:outerShdw>
              </a:effectLst>
            </c:spPr>
          </c:dPt>
          <c:dPt>
            <c:idx val="1"/>
            <c:invertIfNegative val="0"/>
            <c:bubble3D val="0"/>
            <c:spPr>
              <a:solidFill>
                <a:srgbClr val="00D4FF"/>
              </a:solidFill>
              <a:effectLst>
                <a:outerShdw sx="100000" sy="100000" kx="0" ky="0" algn="bl" blurRad="152400" rotWithShape="1" dist="50800" dir="2700000">
                  <a:srgbClr val="000000">
                    <a:alpha val="60000"/>
                  </a:srgbClr>
                </a:outerShdw>
              </a:effectLst>
            </c:spPr>
          </c:dPt>
          <c:dPt>
            <c:idx val="2"/>
            <c:invertIfNegative val="0"/>
            <c:bubble3D val="0"/>
            <c:spPr>
              <a:solidFill>
                <a:srgbClr val="FF6B35"/>
              </a:solidFill>
              <a:effectLst>
                <a:outerShdw sx="100000" sy="100000" kx="0" ky="0" algn="bl" blurRad="152400" rotWithShape="1" dist="50800" dir="2700000">
                  <a:srgbClr val="000000">
                    <a:alpha val="60000"/>
                  </a:srgbClr>
                </a:outerShdw>
              </a:effectLst>
            </c:spPr>
          </c:dPt>
          <c:cat>
            <c:multiLvlStrRef>
              <c:f>Sheet1!$A$2:$A$4</c:f>
              <c:multiLvlStrCache>
                <c:ptCount val="3"/>
                <c:lvl>
                  <c:pt idx="0">
                    <c:v>Y1 — 2026</c:v>
                  </c:pt>
                  <c:pt idx="1">
                    <c:v>Y2 — 2027</c:v>
                  </c:pt>
                  <c:pt idx="2">
                    <c:v>Y3 — 2028</c:v>
                  </c:pt>
                </c:lvl>
              </c:multiLvlStrCache>
            </c:multiLvlStrRef>
          </c:cat>
          <c:val>
            <c:numRef>
              <c:f>Sheet1!$B$2:$B$4</c:f>
              <c:numCache>
                <c:formatCode>General</c:formatCode>
                <c:ptCount val="3"/>
                <c:pt idx="0">
                  <c:v>25</c:v>
                </c:pt>
                <c:pt idx="1">
                  <c:v>120</c:v>
                </c:pt>
                <c:pt idx="2">
                  <c:v>800</c:v>
                </c:pt>
              </c:numCache>
            </c:numRef>
          </c:val>
        </c:ser>
        <c:dLbls>
          <c:numFmt formatCode="#,##0"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TN Farmers (8.2M)</c:v>
                </c:pt>
              </c:strCache>
            </c:strRef>
          </c:tx>
          <c:spPr>
            <a:solidFill>
              <a:schemeClr val="accent1"/>
            </a:solidFill>
            <a:ln w="9525" cap="flat">
              <a:solidFill>
                <a:srgbClr val="F9F9F9"/>
              </a:solidFill>
              <a:prstDash val="solid"/>
              <a:round/>
            </a:ln>
            <a:effectLst>
              <a:outerShdw sx="100000" sy="100000" kx="0" ky="0" algn="bl" blurRad="152400" rotWithShape="1" dist="50800" dir="2700000">
                <a:srgbClr val="000000">
                  <a:alpha val="60000"/>
                </a:srgbClr>
              </a:outerShdw>
            </a:effectLst>
          </c:spPr>
          <c:dPt>
            <c:idx val="0"/>
            <c:bubble3D val="0"/>
            <c:spPr>
              <a:solidFill>
                <a:srgbClr val="0D2016"/>
              </a:solidFill>
              <a:effectLst>
                <a:outerShdw sx="100000" sy="100000" kx="0" ky="0" algn="bl" blurRad="152400" rotWithShape="1" dist="50800" dir="2700000">
                  <a:srgbClr val="000000">
                    <a:alpha val="60000"/>
                  </a:srgbClr>
                </a:outerShdw>
              </a:effectLst>
            </c:spPr>
          </c:dPt>
          <c:dPt>
            <c:idx val="1"/>
            <c:bubble3D val="0"/>
            <c:spPr>
              <a:solidFill>
                <a:srgbClr val="4A8A6A"/>
              </a:solidFill>
              <a:effectLst>
                <a:outerShdw sx="100000" sy="100000" kx="0" ky="0" algn="bl" blurRad="152400" rotWithShape="1" dist="50800" dir="2700000">
                  <a:srgbClr val="000000">
                    <a:alpha val="60000"/>
                  </a:srgbClr>
                </a:outerShdw>
              </a:effectLst>
            </c:spPr>
          </c:dPt>
          <c:dPt>
            <c:idx val="2"/>
            <c:bubble3D val="0"/>
            <c:spPr>
              <a:solidFill>
                <a:srgbClr val="00FF88"/>
              </a:solidFill>
              <a:effectLst>
                <a:outerShdw sx="100000" sy="100000" kx="0" ky="0" algn="bl" blurRad="152400" rotWithShape="1" dist="50800" dir="2700000">
                  <a:srgbClr val="000000">
                    <a:alpha val="60000"/>
                  </a:srgbClr>
                </a:outerShdw>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Remaining Market (7.6M)</c:v>
                </c:pt>
                <c:pt idx="1">
                  <c:v>Currently Served (0.5M)</c:v>
                </c:pt>
                <c:pt idx="2">
                  <c:v>Our Y1 Target (0.1M)</c:v>
                </c:pt>
              </c:strCache>
            </c:strRef>
          </c:cat>
          <c:val>
            <c:numRef>
              <c:f>Sheet1!$B$2:$B$4</c:f>
              <c:numCache>
                <c:ptCount val="3"/>
                <c:pt idx="0">
                  <c:v>7600000</c:v>
                </c:pt>
                <c:pt idx="1">
                  <c:v>500000</c:v>
                </c:pt>
                <c:pt idx="2">
                  <c:v>100000</c:v>
                </c:pt>
              </c:numCache>
            </c:numRef>
          </c:val>
        </c:ser>
        <c:firstSliceAng val="0"/>
        <c:holeSize val="50"/>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D0A"/>
        </a:solidFill>
      </p:bgPr>
    </p:bg>
    <p:spTree>
      <p:nvGrpSpPr>
        <p:cNvPr id="1" name=""/>
        <p:cNvGrpSpPr/>
        <p:nvPr/>
      </p:nvGrpSpPr>
      <p:grpSpPr>
        <a:xfrm>
          <a:off x="0" y="0"/>
          <a:ext cx="0" cy="0"/>
          <a:chOff x="0" y="0"/>
          <a:chExt cx="0" cy="0"/>
        </a:xfrm>
      </p:grpSpPr>
      <p:sp>
        <p:nvSpPr>
          <p:cNvPr id="2" name="Shape 0"/>
          <p:cNvSpPr/>
          <p:nvPr/>
        </p:nvSpPr>
        <p:spPr>
          <a:xfrm>
            <a:off x="0" y="0"/>
            <a:ext cx="457200" cy="9144"/>
          </a:xfrm>
          <a:prstGeom prst="rect">
            <a:avLst/>
          </a:prstGeom>
          <a:solidFill>
            <a:srgbClr val="1A3A2A"/>
          </a:solidFill>
          <a:ln w="12700">
            <a:solidFill>
              <a:srgbClr val="1A3A2A"/>
            </a:solidFill>
            <a:prstDash val="solid"/>
          </a:ln>
        </p:spPr>
      </p:sp>
      <p:sp>
        <p:nvSpPr>
          <p:cNvPr id="3" name="Shape 1"/>
          <p:cNvSpPr/>
          <p:nvPr/>
        </p:nvSpPr>
        <p:spPr>
          <a:xfrm>
            <a:off x="594360" y="0"/>
            <a:ext cx="457200" cy="9144"/>
          </a:xfrm>
          <a:prstGeom prst="rect">
            <a:avLst/>
          </a:prstGeom>
          <a:solidFill>
            <a:srgbClr val="1A3A2A"/>
          </a:solidFill>
          <a:ln w="12700">
            <a:solidFill>
              <a:srgbClr val="1A3A2A"/>
            </a:solidFill>
            <a:prstDash val="solid"/>
          </a:ln>
        </p:spPr>
      </p:sp>
      <p:sp>
        <p:nvSpPr>
          <p:cNvPr id="4" name="Shape 2"/>
          <p:cNvSpPr/>
          <p:nvPr/>
        </p:nvSpPr>
        <p:spPr>
          <a:xfrm>
            <a:off x="1188720" y="0"/>
            <a:ext cx="457200" cy="9144"/>
          </a:xfrm>
          <a:prstGeom prst="rect">
            <a:avLst/>
          </a:prstGeom>
          <a:solidFill>
            <a:srgbClr val="1A3A2A"/>
          </a:solidFill>
          <a:ln w="12700">
            <a:solidFill>
              <a:srgbClr val="1A3A2A"/>
            </a:solidFill>
            <a:prstDash val="solid"/>
          </a:ln>
        </p:spPr>
      </p:sp>
      <p:sp>
        <p:nvSpPr>
          <p:cNvPr id="5" name="Shape 3"/>
          <p:cNvSpPr/>
          <p:nvPr/>
        </p:nvSpPr>
        <p:spPr>
          <a:xfrm>
            <a:off x="1783080" y="0"/>
            <a:ext cx="457200" cy="9144"/>
          </a:xfrm>
          <a:prstGeom prst="rect">
            <a:avLst/>
          </a:prstGeom>
          <a:solidFill>
            <a:srgbClr val="1A3A2A"/>
          </a:solidFill>
          <a:ln w="12700">
            <a:solidFill>
              <a:srgbClr val="1A3A2A"/>
            </a:solidFill>
            <a:prstDash val="solid"/>
          </a:ln>
        </p:spPr>
      </p:sp>
      <p:sp>
        <p:nvSpPr>
          <p:cNvPr id="6" name="Shape 4"/>
          <p:cNvSpPr/>
          <p:nvPr/>
        </p:nvSpPr>
        <p:spPr>
          <a:xfrm>
            <a:off x="2377440" y="0"/>
            <a:ext cx="457200" cy="9144"/>
          </a:xfrm>
          <a:prstGeom prst="rect">
            <a:avLst/>
          </a:prstGeom>
          <a:solidFill>
            <a:srgbClr val="1A3A2A"/>
          </a:solidFill>
          <a:ln w="12700">
            <a:solidFill>
              <a:srgbClr val="1A3A2A"/>
            </a:solidFill>
            <a:prstDash val="solid"/>
          </a:ln>
        </p:spPr>
      </p:sp>
      <p:sp>
        <p:nvSpPr>
          <p:cNvPr id="7" name="Shape 5"/>
          <p:cNvSpPr/>
          <p:nvPr/>
        </p:nvSpPr>
        <p:spPr>
          <a:xfrm>
            <a:off x="2971800" y="0"/>
            <a:ext cx="457200" cy="9144"/>
          </a:xfrm>
          <a:prstGeom prst="rect">
            <a:avLst/>
          </a:prstGeom>
          <a:solidFill>
            <a:srgbClr val="1A3A2A"/>
          </a:solidFill>
          <a:ln w="12700">
            <a:solidFill>
              <a:srgbClr val="1A3A2A"/>
            </a:solidFill>
            <a:prstDash val="solid"/>
          </a:ln>
        </p:spPr>
      </p:sp>
      <p:sp>
        <p:nvSpPr>
          <p:cNvPr id="8" name="Shape 6"/>
          <p:cNvSpPr/>
          <p:nvPr/>
        </p:nvSpPr>
        <p:spPr>
          <a:xfrm>
            <a:off x="3566160" y="0"/>
            <a:ext cx="457200" cy="9144"/>
          </a:xfrm>
          <a:prstGeom prst="rect">
            <a:avLst/>
          </a:prstGeom>
          <a:solidFill>
            <a:srgbClr val="1A3A2A"/>
          </a:solidFill>
          <a:ln w="12700">
            <a:solidFill>
              <a:srgbClr val="1A3A2A"/>
            </a:solidFill>
            <a:prstDash val="solid"/>
          </a:ln>
        </p:spPr>
      </p:sp>
      <p:sp>
        <p:nvSpPr>
          <p:cNvPr id="9" name="Shape 7"/>
          <p:cNvSpPr/>
          <p:nvPr/>
        </p:nvSpPr>
        <p:spPr>
          <a:xfrm>
            <a:off x="4160520" y="0"/>
            <a:ext cx="457200" cy="9144"/>
          </a:xfrm>
          <a:prstGeom prst="rect">
            <a:avLst/>
          </a:prstGeom>
          <a:solidFill>
            <a:srgbClr val="1A3A2A"/>
          </a:solidFill>
          <a:ln w="12700">
            <a:solidFill>
              <a:srgbClr val="1A3A2A"/>
            </a:solidFill>
            <a:prstDash val="solid"/>
          </a:ln>
        </p:spPr>
      </p:sp>
      <p:sp>
        <p:nvSpPr>
          <p:cNvPr id="10" name="Shape 8"/>
          <p:cNvSpPr/>
          <p:nvPr/>
        </p:nvSpPr>
        <p:spPr>
          <a:xfrm>
            <a:off x="4754880" y="0"/>
            <a:ext cx="457200" cy="9144"/>
          </a:xfrm>
          <a:prstGeom prst="rect">
            <a:avLst/>
          </a:prstGeom>
          <a:solidFill>
            <a:srgbClr val="1A3A2A"/>
          </a:solidFill>
          <a:ln w="12700">
            <a:solidFill>
              <a:srgbClr val="1A3A2A"/>
            </a:solidFill>
            <a:prstDash val="solid"/>
          </a:ln>
        </p:spPr>
      </p:sp>
      <p:sp>
        <p:nvSpPr>
          <p:cNvPr id="11" name="Shape 9"/>
          <p:cNvSpPr/>
          <p:nvPr/>
        </p:nvSpPr>
        <p:spPr>
          <a:xfrm>
            <a:off x="5349240" y="0"/>
            <a:ext cx="457200" cy="9144"/>
          </a:xfrm>
          <a:prstGeom prst="rect">
            <a:avLst/>
          </a:prstGeom>
          <a:solidFill>
            <a:srgbClr val="1A3A2A"/>
          </a:solidFill>
          <a:ln w="12700">
            <a:solidFill>
              <a:srgbClr val="1A3A2A"/>
            </a:solidFill>
            <a:prstDash val="solid"/>
          </a:ln>
        </p:spPr>
      </p:sp>
      <p:sp>
        <p:nvSpPr>
          <p:cNvPr id="12" name="Shape 10"/>
          <p:cNvSpPr/>
          <p:nvPr/>
        </p:nvSpPr>
        <p:spPr>
          <a:xfrm>
            <a:off x="5943600" y="0"/>
            <a:ext cx="457200" cy="9144"/>
          </a:xfrm>
          <a:prstGeom prst="rect">
            <a:avLst/>
          </a:prstGeom>
          <a:solidFill>
            <a:srgbClr val="1A3A2A"/>
          </a:solidFill>
          <a:ln w="12700">
            <a:solidFill>
              <a:srgbClr val="1A3A2A"/>
            </a:solidFill>
            <a:prstDash val="solid"/>
          </a:ln>
        </p:spPr>
      </p:sp>
      <p:sp>
        <p:nvSpPr>
          <p:cNvPr id="13" name="Shape 11"/>
          <p:cNvSpPr/>
          <p:nvPr/>
        </p:nvSpPr>
        <p:spPr>
          <a:xfrm>
            <a:off x="6537960" y="0"/>
            <a:ext cx="457200" cy="9144"/>
          </a:xfrm>
          <a:prstGeom prst="rect">
            <a:avLst/>
          </a:prstGeom>
          <a:solidFill>
            <a:srgbClr val="1A3A2A"/>
          </a:solidFill>
          <a:ln w="12700">
            <a:solidFill>
              <a:srgbClr val="1A3A2A"/>
            </a:solidFill>
            <a:prstDash val="solid"/>
          </a:ln>
        </p:spPr>
      </p:sp>
      <p:sp>
        <p:nvSpPr>
          <p:cNvPr id="14" name="Shape 12"/>
          <p:cNvSpPr/>
          <p:nvPr/>
        </p:nvSpPr>
        <p:spPr>
          <a:xfrm>
            <a:off x="7132320" y="0"/>
            <a:ext cx="457200" cy="9144"/>
          </a:xfrm>
          <a:prstGeom prst="rect">
            <a:avLst/>
          </a:prstGeom>
          <a:solidFill>
            <a:srgbClr val="1A3A2A"/>
          </a:solidFill>
          <a:ln w="12700">
            <a:solidFill>
              <a:srgbClr val="1A3A2A"/>
            </a:solidFill>
            <a:prstDash val="solid"/>
          </a:ln>
        </p:spPr>
      </p:sp>
      <p:sp>
        <p:nvSpPr>
          <p:cNvPr id="15" name="Shape 13"/>
          <p:cNvSpPr/>
          <p:nvPr/>
        </p:nvSpPr>
        <p:spPr>
          <a:xfrm>
            <a:off x="7726680" y="0"/>
            <a:ext cx="457200" cy="9144"/>
          </a:xfrm>
          <a:prstGeom prst="rect">
            <a:avLst/>
          </a:prstGeom>
          <a:solidFill>
            <a:srgbClr val="1A3A2A"/>
          </a:solidFill>
          <a:ln w="12700">
            <a:solidFill>
              <a:srgbClr val="1A3A2A"/>
            </a:solidFill>
            <a:prstDash val="solid"/>
          </a:ln>
        </p:spPr>
      </p:sp>
      <p:sp>
        <p:nvSpPr>
          <p:cNvPr id="16" name="Shape 14"/>
          <p:cNvSpPr/>
          <p:nvPr/>
        </p:nvSpPr>
        <p:spPr>
          <a:xfrm>
            <a:off x="8321040" y="0"/>
            <a:ext cx="457200" cy="9144"/>
          </a:xfrm>
          <a:prstGeom prst="rect">
            <a:avLst/>
          </a:prstGeom>
          <a:solidFill>
            <a:srgbClr val="1A3A2A"/>
          </a:solidFill>
          <a:ln w="12700">
            <a:solidFill>
              <a:srgbClr val="1A3A2A"/>
            </a:solidFill>
            <a:prstDash val="solid"/>
          </a:ln>
        </p:spPr>
      </p:sp>
      <p:sp>
        <p:nvSpPr>
          <p:cNvPr id="17" name="Shape 15"/>
          <p:cNvSpPr/>
          <p:nvPr/>
        </p:nvSpPr>
        <p:spPr>
          <a:xfrm>
            <a:off x="8915400" y="0"/>
            <a:ext cx="457200" cy="9144"/>
          </a:xfrm>
          <a:prstGeom prst="rect">
            <a:avLst/>
          </a:prstGeom>
          <a:solidFill>
            <a:srgbClr val="1A3A2A"/>
          </a:solidFill>
          <a:ln w="12700">
            <a:solidFill>
              <a:srgbClr val="1A3A2A"/>
            </a:solidFill>
            <a:prstDash val="solid"/>
          </a:ln>
        </p:spPr>
      </p:sp>
      <p:sp>
        <p:nvSpPr>
          <p:cNvPr id="18" name="Shape 16"/>
          <p:cNvSpPr/>
          <p:nvPr/>
        </p:nvSpPr>
        <p:spPr>
          <a:xfrm>
            <a:off x="9509760" y="0"/>
            <a:ext cx="457200" cy="9144"/>
          </a:xfrm>
          <a:prstGeom prst="rect">
            <a:avLst/>
          </a:prstGeom>
          <a:solidFill>
            <a:srgbClr val="1A3A2A"/>
          </a:solidFill>
          <a:ln w="12700">
            <a:solidFill>
              <a:srgbClr val="1A3A2A"/>
            </a:solidFill>
            <a:prstDash val="solid"/>
          </a:ln>
        </p:spPr>
      </p:sp>
      <p:sp>
        <p:nvSpPr>
          <p:cNvPr id="19" name="Shape 17"/>
          <p:cNvSpPr/>
          <p:nvPr/>
        </p:nvSpPr>
        <p:spPr>
          <a:xfrm>
            <a:off x="10104120" y="0"/>
            <a:ext cx="457200" cy="9144"/>
          </a:xfrm>
          <a:prstGeom prst="rect">
            <a:avLst/>
          </a:prstGeom>
          <a:solidFill>
            <a:srgbClr val="1A3A2A"/>
          </a:solidFill>
          <a:ln w="12700">
            <a:solidFill>
              <a:srgbClr val="1A3A2A"/>
            </a:solidFill>
            <a:prstDash val="solid"/>
          </a:ln>
        </p:spPr>
      </p:sp>
      <p:sp>
        <p:nvSpPr>
          <p:cNvPr id="20" name="Shape 18"/>
          <p:cNvSpPr/>
          <p:nvPr/>
        </p:nvSpPr>
        <p:spPr>
          <a:xfrm>
            <a:off x="10698480" y="0"/>
            <a:ext cx="457200" cy="9144"/>
          </a:xfrm>
          <a:prstGeom prst="rect">
            <a:avLst/>
          </a:prstGeom>
          <a:solidFill>
            <a:srgbClr val="1A3A2A"/>
          </a:solidFill>
          <a:ln w="12700">
            <a:solidFill>
              <a:srgbClr val="1A3A2A"/>
            </a:solidFill>
            <a:prstDash val="solid"/>
          </a:ln>
        </p:spPr>
      </p:sp>
      <p:sp>
        <p:nvSpPr>
          <p:cNvPr id="21" name="Shape 19"/>
          <p:cNvSpPr/>
          <p:nvPr/>
        </p:nvSpPr>
        <p:spPr>
          <a:xfrm>
            <a:off x="11292840" y="0"/>
            <a:ext cx="457200" cy="9144"/>
          </a:xfrm>
          <a:prstGeom prst="rect">
            <a:avLst/>
          </a:prstGeom>
          <a:solidFill>
            <a:srgbClr val="1A3A2A"/>
          </a:solidFill>
          <a:ln w="12700">
            <a:solidFill>
              <a:srgbClr val="1A3A2A"/>
            </a:solidFill>
            <a:prstDash val="solid"/>
          </a:ln>
        </p:spPr>
      </p:sp>
      <p:sp>
        <p:nvSpPr>
          <p:cNvPr id="22" name="Shape 20"/>
          <p:cNvSpPr/>
          <p:nvPr/>
        </p:nvSpPr>
        <p:spPr>
          <a:xfrm>
            <a:off x="292608" y="502920"/>
            <a:ext cx="457200" cy="9144"/>
          </a:xfrm>
          <a:prstGeom prst="rect">
            <a:avLst/>
          </a:prstGeom>
          <a:solidFill>
            <a:srgbClr val="1A3A2A"/>
          </a:solidFill>
          <a:ln w="12700">
            <a:solidFill>
              <a:srgbClr val="1A3A2A"/>
            </a:solidFill>
            <a:prstDash val="solid"/>
          </a:ln>
        </p:spPr>
      </p:sp>
      <p:sp>
        <p:nvSpPr>
          <p:cNvPr id="23" name="Shape 21"/>
          <p:cNvSpPr/>
          <p:nvPr/>
        </p:nvSpPr>
        <p:spPr>
          <a:xfrm>
            <a:off x="886968" y="502920"/>
            <a:ext cx="457200" cy="9144"/>
          </a:xfrm>
          <a:prstGeom prst="rect">
            <a:avLst/>
          </a:prstGeom>
          <a:solidFill>
            <a:srgbClr val="1A3A2A"/>
          </a:solidFill>
          <a:ln w="12700">
            <a:solidFill>
              <a:srgbClr val="1A3A2A"/>
            </a:solidFill>
            <a:prstDash val="solid"/>
          </a:ln>
        </p:spPr>
      </p:sp>
      <p:sp>
        <p:nvSpPr>
          <p:cNvPr id="24" name="Shape 22"/>
          <p:cNvSpPr/>
          <p:nvPr/>
        </p:nvSpPr>
        <p:spPr>
          <a:xfrm>
            <a:off x="1481328" y="502920"/>
            <a:ext cx="457200" cy="9144"/>
          </a:xfrm>
          <a:prstGeom prst="rect">
            <a:avLst/>
          </a:prstGeom>
          <a:solidFill>
            <a:srgbClr val="1A3A2A"/>
          </a:solidFill>
          <a:ln w="12700">
            <a:solidFill>
              <a:srgbClr val="1A3A2A"/>
            </a:solidFill>
            <a:prstDash val="solid"/>
          </a:ln>
        </p:spPr>
      </p:sp>
      <p:sp>
        <p:nvSpPr>
          <p:cNvPr id="25" name="Shape 23"/>
          <p:cNvSpPr/>
          <p:nvPr/>
        </p:nvSpPr>
        <p:spPr>
          <a:xfrm>
            <a:off x="2075688" y="502920"/>
            <a:ext cx="457200" cy="9144"/>
          </a:xfrm>
          <a:prstGeom prst="rect">
            <a:avLst/>
          </a:prstGeom>
          <a:solidFill>
            <a:srgbClr val="1A3A2A"/>
          </a:solidFill>
          <a:ln w="12700">
            <a:solidFill>
              <a:srgbClr val="1A3A2A"/>
            </a:solidFill>
            <a:prstDash val="solid"/>
          </a:ln>
        </p:spPr>
      </p:sp>
      <p:sp>
        <p:nvSpPr>
          <p:cNvPr id="26" name="Shape 24"/>
          <p:cNvSpPr/>
          <p:nvPr/>
        </p:nvSpPr>
        <p:spPr>
          <a:xfrm>
            <a:off x="2670048" y="502920"/>
            <a:ext cx="457200" cy="9144"/>
          </a:xfrm>
          <a:prstGeom prst="rect">
            <a:avLst/>
          </a:prstGeom>
          <a:solidFill>
            <a:srgbClr val="1A3A2A"/>
          </a:solidFill>
          <a:ln w="12700">
            <a:solidFill>
              <a:srgbClr val="1A3A2A"/>
            </a:solidFill>
            <a:prstDash val="solid"/>
          </a:ln>
        </p:spPr>
      </p:sp>
      <p:sp>
        <p:nvSpPr>
          <p:cNvPr id="27" name="Shape 25"/>
          <p:cNvSpPr/>
          <p:nvPr/>
        </p:nvSpPr>
        <p:spPr>
          <a:xfrm>
            <a:off x="3264408" y="502920"/>
            <a:ext cx="457200" cy="9144"/>
          </a:xfrm>
          <a:prstGeom prst="rect">
            <a:avLst/>
          </a:prstGeom>
          <a:solidFill>
            <a:srgbClr val="1A3A2A"/>
          </a:solidFill>
          <a:ln w="12700">
            <a:solidFill>
              <a:srgbClr val="1A3A2A"/>
            </a:solidFill>
            <a:prstDash val="solid"/>
          </a:ln>
        </p:spPr>
      </p:sp>
      <p:sp>
        <p:nvSpPr>
          <p:cNvPr id="28" name="Shape 26"/>
          <p:cNvSpPr/>
          <p:nvPr/>
        </p:nvSpPr>
        <p:spPr>
          <a:xfrm>
            <a:off x="3858768" y="502920"/>
            <a:ext cx="457200" cy="9144"/>
          </a:xfrm>
          <a:prstGeom prst="rect">
            <a:avLst/>
          </a:prstGeom>
          <a:solidFill>
            <a:srgbClr val="1A3A2A"/>
          </a:solidFill>
          <a:ln w="12700">
            <a:solidFill>
              <a:srgbClr val="1A3A2A"/>
            </a:solidFill>
            <a:prstDash val="solid"/>
          </a:ln>
        </p:spPr>
      </p:sp>
      <p:sp>
        <p:nvSpPr>
          <p:cNvPr id="29" name="Shape 27"/>
          <p:cNvSpPr/>
          <p:nvPr/>
        </p:nvSpPr>
        <p:spPr>
          <a:xfrm>
            <a:off x="4453128" y="502920"/>
            <a:ext cx="457200" cy="9144"/>
          </a:xfrm>
          <a:prstGeom prst="rect">
            <a:avLst/>
          </a:prstGeom>
          <a:solidFill>
            <a:srgbClr val="1A3A2A"/>
          </a:solidFill>
          <a:ln w="12700">
            <a:solidFill>
              <a:srgbClr val="1A3A2A"/>
            </a:solidFill>
            <a:prstDash val="solid"/>
          </a:ln>
        </p:spPr>
      </p:sp>
      <p:sp>
        <p:nvSpPr>
          <p:cNvPr id="30" name="Shape 28"/>
          <p:cNvSpPr/>
          <p:nvPr/>
        </p:nvSpPr>
        <p:spPr>
          <a:xfrm>
            <a:off x="5047488" y="502920"/>
            <a:ext cx="457200" cy="9144"/>
          </a:xfrm>
          <a:prstGeom prst="rect">
            <a:avLst/>
          </a:prstGeom>
          <a:solidFill>
            <a:srgbClr val="1A3A2A"/>
          </a:solidFill>
          <a:ln w="12700">
            <a:solidFill>
              <a:srgbClr val="1A3A2A"/>
            </a:solidFill>
            <a:prstDash val="solid"/>
          </a:ln>
        </p:spPr>
      </p:sp>
      <p:sp>
        <p:nvSpPr>
          <p:cNvPr id="31" name="Shape 29"/>
          <p:cNvSpPr/>
          <p:nvPr/>
        </p:nvSpPr>
        <p:spPr>
          <a:xfrm>
            <a:off x="5641848" y="502920"/>
            <a:ext cx="457200" cy="9144"/>
          </a:xfrm>
          <a:prstGeom prst="rect">
            <a:avLst/>
          </a:prstGeom>
          <a:solidFill>
            <a:srgbClr val="1A3A2A"/>
          </a:solidFill>
          <a:ln w="12700">
            <a:solidFill>
              <a:srgbClr val="1A3A2A"/>
            </a:solidFill>
            <a:prstDash val="solid"/>
          </a:ln>
        </p:spPr>
      </p:sp>
      <p:sp>
        <p:nvSpPr>
          <p:cNvPr id="32" name="Shape 30"/>
          <p:cNvSpPr/>
          <p:nvPr/>
        </p:nvSpPr>
        <p:spPr>
          <a:xfrm>
            <a:off x="6236208" y="502920"/>
            <a:ext cx="457200" cy="9144"/>
          </a:xfrm>
          <a:prstGeom prst="rect">
            <a:avLst/>
          </a:prstGeom>
          <a:solidFill>
            <a:srgbClr val="1A3A2A"/>
          </a:solidFill>
          <a:ln w="12700">
            <a:solidFill>
              <a:srgbClr val="1A3A2A"/>
            </a:solidFill>
            <a:prstDash val="solid"/>
          </a:ln>
        </p:spPr>
      </p:sp>
      <p:sp>
        <p:nvSpPr>
          <p:cNvPr id="33" name="Shape 31"/>
          <p:cNvSpPr/>
          <p:nvPr/>
        </p:nvSpPr>
        <p:spPr>
          <a:xfrm>
            <a:off x="6830568" y="502920"/>
            <a:ext cx="457200" cy="9144"/>
          </a:xfrm>
          <a:prstGeom prst="rect">
            <a:avLst/>
          </a:prstGeom>
          <a:solidFill>
            <a:srgbClr val="1A3A2A"/>
          </a:solidFill>
          <a:ln w="12700">
            <a:solidFill>
              <a:srgbClr val="1A3A2A"/>
            </a:solidFill>
            <a:prstDash val="solid"/>
          </a:ln>
        </p:spPr>
      </p:sp>
      <p:sp>
        <p:nvSpPr>
          <p:cNvPr id="34" name="Shape 32"/>
          <p:cNvSpPr/>
          <p:nvPr/>
        </p:nvSpPr>
        <p:spPr>
          <a:xfrm>
            <a:off x="7424928" y="502920"/>
            <a:ext cx="457200" cy="9144"/>
          </a:xfrm>
          <a:prstGeom prst="rect">
            <a:avLst/>
          </a:prstGeom>
          <a:solidFill>
            <a:srgbClr val="1A3A2A"/>
          </a:solidFill>
          <a:ln w="12700">
            <a:solidFill>
              <a:srgbClr val="1A3A2A"/>
            </a:solidFill>
            <a:prstDash val="solid"/>
          </a:ln>
        </p:spPr>
      </p:sp>
      <p:sp>
        <p:nvSpPr>
          <p:cNvPr id="35" name="Shape 33"/>
          <p:cNvSpPr/>
          <p:nvPr/>
        </p:nvSpPr>
        <p:spPr>
          <a:xfrm>
            <a:off x="8019288" y="502920"/>
            <a:ext cx="457200" cy="9144"/>
          </a:xfrm>
          <a:prstGeom prst="rect">
            <a:avLst/>
          </a:prstGeom>
          <a:solidFill>
            <a:srgbClr val="1A3A2A"/>
          </a:solidFill>
          <a:ln w="12700">
            <a:solidFill>
              <a:srgbClr val="1A3A2A"/>
            </a:solidFill>
            <a:prstDash val="solid"/>
          </a:ln>
        </p:spPr>
      </p:sp>
      <p:sp>
        <p:nvSpPr>
          <p:cNvPr id="36" name="Shape 34"/>
          <p:cNvSpPr/>
          <p:nvPr/>
        </p:nvSpPr>
        <p:spPr>
          <a:xfrm>
            <a:off x="8613648" y="502920"/>
            <a:ext cx="457200" cy="9144"/>
          </a:xfrm>
          <a:prstGeom prst="rect">
            <a:avLst/>
          </a:prstGeom>
          <a:solidFill>
            <a:srgbClr val="1A3A2A"/>
          </a:solidFill>
          <a:ln w="12700">
            <a:solidFill>
              <a:srgbClr val="1A3A2A"/>
            </a:solidFill>
            <a:prstDash val="solid"/>
          </a:ln>
        </p:spPr>
      </p:sp>
      <p:sp>
        <p:nvSpPr>
          <p:cNvPr id="37" name="Shape 35"/>
          <p:cNvSpPr/>
          <p:nvPr/>
        </p:nvSpPr>
        <p:spPr>
          <a:xfrm>
            <a:off x="9208008" y="502920"/>
            <a:ext cx="457200" cy="9144"/>
          </a:xfrm>
          <a:prstGeom prst="rect">
            <a:avLst/>
          </a:prstGeom>
          <a:solidFill>
            <a:srgbClr val="1A3A2A"/>
          </a:solidFill>
          <a:ln w="12700">
            <a:solidFill>
              <a:srgbClr val="1A3A2A"/>
            </a:solidFill>
            <a:prstDash val="solid"/>
          </a:ln>
        </p:spPr>
      </p:sp>
      <p:sp>
        <p:nvSpPr>
          <p:cNvPr id="38" name="Shape 36"/>
          <p:cNvSpPr/>
          <p:nvPr/>
        </p:nvSpPr>
        <p:spPr>
          <a:xfrm>
            <a:off x="9802368" y="502920"/>
            <a:ext cx="457200" cy="9144"/>
          </a:xfrm>
          <a:prstGeom prst="rect">
            <a:avLst/>
          </a:prstGeom>
          <a:solidFill>
            <a:srgbClr val="1A3A2A"/>
          </a:solidFill>
          <a:ln w="12700">
            <a:solidFill>
              <a:srgbClr val="1A3A2A"/>
            </a:solidFill>
            <a:prstDash val="solid"/>
          </a:ln>
        </p:spPr>
      </p:sp>
      <p:sp>
        <p:nvSpPr>
          <p:cNvPr id="39" name="Shape 37"/>
          <p:cNvSpPr/>
          <p:nvPr/>
        </p:nvSpPr>
        <p:spPr>
          <a:xfrm>
            <a:off x="10396728" y="502920"/>
            <a:ext cx="457200" cy="9144"/>
          </a:xfrm>
          <a:prstGeom prst="rect">
            <a:avLst/>
          </a:prstGeom>
          <a:solidFill>
            <a:srgbClr val="1A3A2A"/>
          </a:solidFill>
          <a:ln w="12700">
            <a:solidFill>
              <a:srgbClr val="1A3A2A"/>
            </a:solidFill>
            <a:prstDash val="solid"/>
          </a:ln>
        </p:spPr>
      </p:sp>
      <p:sp>
        <p:nvSpPr>
          <p:cNvPr id="40" name="Shape 38"/>
          <p:cNvSpPr/>
          <p:nvPr/>
        </p:nvSpPr>
        <p:spPr>
          <a:xfrm>
            <a:off x="10991088" y="502920"/>
            <a:ext cx="457200" cy="9144"/>
          </a:xfrm>
          <a:prstGeom prst="rect">
            <a:avLst/>
          </a:prstGeom>
          <a:solidFill>
            <a:srgbClr val="1A3A2A"/>
          </a:solidFill>
          <a:ln w="12700">
            <a:solidFill>
              <a:srgbClr val="1A3A2A"/>
            </a:solidFill>
            <a:prstDash val="solid"/>
          </a:ln>
        </p:spPr>
      </p:sp>
      <p:sp>
        <p:nvSpPr>
          <p:cNvPr id="41" name="Shape 39"/>
          <p:cNvSpPr/>
          <p:nvPr/>
        </p:nvSpPr>
        <p:spPr>
          <a:xfrm>
            <a:off x="11585448" y="502920"/>
            <a:ext cx="457200" cy="9144"/>
          </a:xfrm>
          <a:prstGeom prst="rect">
            <a:avLst/>
          </a:prstGeom>
          <a:solidFill>
            <a:srgbClr val="1A3A2A"/>
          </a:solidFill>
          <a:ln w="12700">
            <a:solidFill>
              <a:srgbClr val="1A3A2A"/>
            </a:solidFill>
            <a:prstDash val="solid"/>
          </a:ln>
        </p:spPr>
      </p:sp>
      <p:sp>
        <p:nvSpPr>
          <p:cNvPr id="42" name="Shape 40"/>
          <p:cNvSpPr/>
          <p:nvPr/>
        </p:nvSpPr>
        <p:spPr>
          <a:xfrm>
            <a:off x="0" y="1005840"/>
            <a:ext cx="457200" cy="9144"/>
          </a:xfrm>
          <a:prstGeom prst="rect">
            <a:avLst/>
          </a:prstGeom>
          <a:solidFill>
            <a:srgbClr val="1A3A2A"/>
          </a:solidFill>
          <a:ln w="12700">
            <a:solidFill>
              <a:srgbClr val="1A3A2A"/>
            </a:solidFill>
            <a:prstDash val="solid"/>
          </a:ln>
        </p:spPr>
      </p:sp>
      <p:sp>
        <p:nvSpPr>
          <p:cNvPr id="43" name="Shape 41"/>
          <p:cNvSpPr/>
          <p:nvPr/>
        </p:nvSpPr>
        <p:spPr>
          <a:xfrm>
            <a:off x="594360" y="1005840"/>
            <a:ext cx="457200" cy="9144"/>
          </a:xfrm>
          <a:prstGeom prst="rect">
            <a:avLst/>
          </a:prstGeom>
          <a:solidFill>
            <a:srgbClr val="1A3A2A"/>
          </a:solidFill>
          <a:ln w="12700">
            <a:solidFill>
              <a:srgbClr val="1A3A2A"/>
            </a:solidFill>
            <a:prstDash val="solid"/>
          </a:ln>
        </p:spPr>
      </p:sp>
      <p:sp>
        <p:nvSpPr>
          <p:cNvPr id="44" name="Shape 42"/>
          <p:cNvSpPr/>
          <p:nvPr/>
        </p:nvSpPr>
        <p:spPr>
          <a:xfrm>
            <a:off x="1188720" y="1005840"/>
            <a:ext cx="457200" cy="9144"/>
          </a:xfrm>
          <a:prstGeom prst="rect">
            <a:avLst/>
          </a:prstGeom>
          <a:solidFill>
            <a:srgbClr val="1A3A2A"/>
          </a:solidFill>
          <a:ln w="12700">
            <a:solidFill>
              <a:srgbClr val="1A3A2A"/>
            </a:solidFill>
            <a:prstDash val="solid"/>
          </a:ln>
        </p:spPr>
      </p:sp>
      <p:sp>
        <p:nvSpPr>
          <p:cNvPr id="45" name="Shape 43"/>
          <p:cNvSpPr/>
          <p:nvPr/>
        </p:nvSpPr>
        <p:spPr>
          <a:xfrm>
            <a:off x="1783080" y="1005840"/>
            <a:ext cx="457200" cy="9144"/>
          </a:xfrm>
          <a:prstGeom prst="rect">
            <a:avLst/>
          </a:prstGeom>
          <a:solidFill>
            <a:srgbClr val="1A3A2A"/>
          </a:solidFill>
          <a:ln w="12700">
            <a:solidFill>
              <a:srgbClr val="1A3A2A"/>
            </a:solidFill>
            <a:prstDash val="solid"/>
          </a:ln>
        </p:spPr>
      </p:sp>
      <p:sp>
        <p:nvSpPr>
          <p:cNvPr id="46" name="Shape 44"/>
          <p:cNvSpPr/>
          <p:nvPr/>
        </p:nvSpPr>
        <p:spPr>
          <a:xfrm>
            <a:off x="2377440" y="1005840"/>
            <a:ext cx="457200" cy="9144"/>
          </a:xfrm>
          <a:prstGeom prst="rect">
            <a:avLst/>
          </a:prstGeom>
          <a:solidFill>
            <a:srgbClr val="1A3A2A"/>
          </a:solidFill>
          <a:ln w="12700">
            <a:solidFill>
              <a:srgbClr val="1A3A2A"/>
            </a:solidFill>
            <a:prstDash val="solid"/>
          </a:ln>
        </p:spPr>
      </p:sp>
      <p:sp>
        <p:nvSpPr>
          <p:cNvPr id="47" name="Shape 45"/>
          <p:cNvSpPr/>
          <p:nvPr/>
        </p:nvSpPr>
        <p:spPr>
          <a:xfrm>
            <a:off x="2971800" y="1005840"/>
            <a:ext cx="457200" cy="9144"/>
          </a:xfrm>
          <a:prstGeom prst="rect">
            <a:avLst/>
          </a:prstGeom>
          <a:solidFill>
            <a:srgbClr val="1A3A2A"/>
          </a:solidFill>
          <a:ln w="12700">
            <a:solidFill>
              <a:srgbClr val="1A3A2A"/>
            </a:solidFill>
            <a:prstDash val="solid"/>
          </a:ln>
        </p:spPr>
      </p:sp>
      <p:sp>
        <p:nvSpPr>
          <p:cNvPr id="48" name="Shape 46"/>
          <p:cNvSpPr/>
          <p:nvPr/>
        </p:nvSpPr>
        <p:spPr>
          <a:xfrm>
            <a:off x="3566160" y="1005840"/>
            <a:ext cx="457200" cy="9144"/>
          </a:xfrm>
          <a:prstGeom prst="rect">
            <a:avLst/>
          </a:prstGeom>
          <a:solidFill>
            <a:srgbClr val="1A3A2A"/>
          </a:solidFill>
          <a:ln w="12700">
            <a:solidFill>
              <a:srgbClr val="1A3A2A"/>
            </a:solidFill>
            <a:prstDash val="solid"/>
          </a:ln>
        </p:spPr>
      </p:sp>
      <p:sp>
        <p:nvSpPr>
          <p:cNvPr id="49" name="Shape 47"/>
          <p:cNvSpPr/>
          <p:nvPr/>
        </p:nvSpPr>
        <p:spPr>
          <a:xfrm>
            <a:off x="4160520" y="1005840"/>
            <a:ext cx="457200" cy="9144"/>
          </a:xfrm>
          <a:prstGeom prst="rect">
            <a:avLst/>
          </a:prstGeom>
          <a:solidFill>
            <a:srgbClr val="1A3A2A"/>
          </a:solidFill>
          <a:ln w="12700">
            <a:solidFill>
              <a:srgbClr val="1A3A2A"/>
            </a:solidFill>
            <a:prstDash val="solid"/>
          </a:ln>
        </p:spPr>
      </p:sp>
      <p:sp>
        <p:nvSpPr>
          <p:cNvPr id="50" name="Shape 48"/>
          <p:cNvSpPr/>
          <p:nvPr/>
        </p:nvSpPr>
        <p:spPr>
          <a:xfrm>
            <a:off x="4754880" y="1005840"/>
            <a:ext cx="457200" cy="9144"/>
          </a:xfrm>
          <a:prstGeom prst="rect">
            <a:avLst/>
          </a:prstGeom>
          <a:solidFill>
            <a:srgbClr val="1A3A2A"/>
          </a:solidFill>
          <a:ln w="12700">
            <a:solidFill>
              <a:srgbClr val="1A3A2A"/>
            </a:solidFill>
            <a:prstDash val="solid"/>
          </a:ln>
        </p:spPr>
      </p:sp>
      <p:sp>
        <p:nvSpPr>
          <p:cNvPr id="51" name="Shape 49"/>
          <p:cNvSpPr/>
          <p:nvPr/>
        </p:nvSpPr>
        <p:spPr>
          <a:xfrm>
            <a:off x="5349240" y="1005840"/>
            <a:ext cx="457200" cy="9144"/>
          </a:xfrm>
          <a:prstGeom prst="rect">
            <a:avLst/>
          </a:prstGeom>
          <a:solidFill>
            <a:srgbClr val="1A3A2A"/>
          </a:solidFill>
          <a:ln w="12700">
            <a:solidFill>
              <a:srgbClr val="1A3A2A"/>
            </a:solidFill>
            <a:prstDash val="solid"/>
          </a:ln>
        </p:spPr>
      </p:sp>
      <p:sp>
        <p:nvSpPr>
          <p:cNvPr id="52" name="Shape 50"/>
          <p:cNvSpPr/>
          <p:nvPr/>
        </p:nvSpPr>
        <p:spPr>
          <a:xfrm>
            <a:off x="5943600" y="1005840"/>
            <a:ext cx="457200" cy="9144"/>
          </a:xfrm>
          <a:prstGeom prst="rect">
            <a:avLst/>
          </a:prstGeom>
          <a:solidFill>
            <a:srgbClr val="1A3A2A"/>
          </a:solidFill>
          <a:ln w="12700">
            <a:solidFill>
              <a:srgbClr val="1A3A2A"/>
            </a:solidFill>
            <a:prstDash val="solid"/>
          </a:ln>
        </p:spPr>
      </p:sp>
      <p:sp>
        <p:nvSpPr>
          <p:cNvPr id="53" name="Shape 51"/>
          <p:cNvSpPr/>
          <p:nvPr/>
        </p:nvSpPr>
        <p:spPr>
          <a:xfrm>
            <a:off x="6537960" y="1005840"/>
            <a:ext cx="457200" cy="9144"/>
          </a:xfrm>
          <a:prstGeom prst="rect">
            <a:avLst/>
          </a:prstGeom>
          <a:solidFill>
            <a:srgbClr val="1A3A2A"/>
          </a:solidFill>
          <a:ln w="12700">
            <a:solidFill>
              <a:srgbClr val="1A3A2A"/>
            </a:solidFill>
            <a:prstDash val="solid"/>
          </a:ln>
        </p:spPr>
      </p:sp>
      <p:sp>
        <p:nvSpPr>
          <p:cNvPr id="54" name="Shape 52"/>
          <p:cNvSpPr/>
          <p:nvPr/>
        </p:nvSpPr>
        <p:spPr>
          <a:xfrm>
            <a:off x="7132320" y="1005840"/>
            <a:ext cx="457200" cy="9144"/>
          </a:xfrm>
          <a:prstGeom prst="rect">
            <a:avLst/>
          </a:prstGeom>
          <a:solidFill>
            <a:srgbClr val="1A3A2A"/>
          </a:solidFill>
          <a:ln w="12700">
            <a:solidFill>
              <a:srgbClr val="1A3A2A"/>
            </a:solidFill>
            <a:prstDash val="solid"/>
          </a:ln>
        </p:spPr>
      </p:sp>
      <p:sp>
        <p:nvSpPr>
          <p:cNvPr id="55" name="Shape 53"/>
          <p:cNvSpPr/>
          <p:nvPr/>
        </p:nvSpPr>
        <p:spPr>
          <a:xfrm>
            <a:off x="7726680" y="1005840"/>
            <a:ext cx="457200" cy="9144"/>
          </a:xfrm>
          <a:prstGeom prst="rect">
            <a:avLst/>
          </a:prstGeom>
          <a:solidFill>
            <a:srgbClr val="1A3A2A"/>
          </a:solidFill>
          <a:ln w="12700">
            <a:solidFill>
              <a:srgbClr val="1A3A2A"/>
            </a:solidFill>
            <a:prstDash val="solid"/>
          </a:ln>
        </p:spPr>
      </p:sp>
      <p:sp>
        <p:nvSpPr>
          <p:cNvPr id="56" name="Shape 54"/>
          <p:cNvSpPr/>
          <p:nvPr/>
        </p:nvSpPr>
        <p:spPr>
          <a:xfrm>
            <a:off x="8321040" y="1005840"/>
            <a:ext cx="457200" cy="9144"/>
          </a:xfrm>
          <a:prstGeom prst="rect">
            <a:avLst/>
          </a:prstGeom>
          <a:solidFill>
            <a:srgbClr val="1A3A2A"/>
          </a:solidFill>
          <a:ln w="12700">
            <a:solidFill>
              <a:srgbClr val="1A3A2A"/>
            </a:solidFill>
            <a:prstDash val="solid"/>
          </a:ln>
        </p:spPr>
      </p:sp>
      <p:sp>
        <p:nvSpPr>
          <p:cNvPr id="57" name="Shape 55"/>
          <p:cNvSpPr/>
          <p:nvPr/>
        </p:nvSpPr>
        <p:spPr>
          <a:xfrm>
            <a:off x="8915400" y="1005840"/>
            <a:ext cx="457200" cy="9144"/>
          </a:xfrm>
          <a:prstGeom prst="rect">
            <a:avLst/>
          </a:prstGeom>
          <a:solidFill>
            <a:srgbClr val="1A3A2A"/>
          </a:solidFill>
          <a:ln w="12700">
            <a:solidFill>
              <a:srgbClr val="1A3A2A"/>
            </a:solidFill>
            <a:prstDash val="solid"/>
          </a:ln>
        </p:spPr>
      </p:sp>
      <p:sp>
        <p:nvSpPr>
          <p:cNvPr id="58" name="Shape 56"/>
          <p:cNvSpPr/>
          <p:nvPr/>
        </p:nvSpPr>
        <p:spPr>
          <a:xfrm>
            <a:off x="9509760" y="1005840"/>
            <a:ext cx="457200" cy="9144"/>
          </a:xfrm>
          <a:prstGeom prst="rect">
            <a:avLst/>
          </a:prstGeom>
          <a:solidFill>
            <a:srgbClr val="1A3A2A"/>
          </a:solidFill>
          <a:ln w="12700">
            <a:solidFill>
              <a:srgbClr val="1A3A2A"/>
            </a:solidFill>
            <a:prstDash val="solid"/>
          </a:ln>
        </p:spPr>
      </p:sp>
      <p:sp>
        <p:nvSpPr>
          <p:cNvPr id="59" name="Shape 57"/>
          <p:cNvSpPr/>
          <p:nvPr/>
        </p:nvSpPr>
        <p:spPr>
          <a:xfrm>
            <a:off x="10104120" y="1005840"/>
            <a:ext cx="457200" cy="9144"/>
          </a:xfrm>
          <a:prstGeom prst="rect">
            <a:avLst/>
          </a:prstGeom>
          <a:solidFill>
            <a:srgbClr val="1A3A2A"/>
          </a:solidFill>
          <a:ln w="12700">
            <a:solidFill>
              <a:srgbClr val="1A3A2A"/>
            </a:solidFill>
            <a:prstDash val="solid"/>
          </a:ln>
        </p:spPr>
      </p:sp>
      <p:sp>
        <p:nvSpPr>
          <p:cNvPr id="60" name="Shape 58"/>
          <p:cNvSpPr/>
          <p:nvPr/>
        </p:nvSpPr>
        <p:spPr>
          <a:xfrm>
            <a:off x="10698480" y="1005840"/>
            <a:ext cx="457200" cy="9144"/>
          </a:xfrm>
          <a:prstGeom prst="rect">
            <a:avLst/>
          </a:prstGeom>
          <a:solidFill>
            <a:srgbClr val="1A3A2A"/>
          </a:solidFill>
          <a:ln w="12700">
            <a:solidFill>
              <a:srgbClr val="1A3A2A"/>
            </a:solidFill>
            <a:prstDash val="solid"/>
          </a:ln>
        </p:spPr>
      </p:sp>
      <p:sp>
        <p:nvSpPr>
          <p:cNvPr id="61" name="Shape 59"/>
          <p:cNvSpPr/>
          <p:nvPr/>
        </p:nvSpPr>
        <p:spPr>
          <a:xfrm>
            <a:off x="11292840" y="1005840"/>
            <a:ext cx="457200" cy="9144"/>
          </a:xfrm>
          <a:prstGeom prst="rect">
            <a:avLst/>
          </a:prstGeom>
          <a:solidFill>
            <a:srgbClr val="1A3A2A"/>
          </a:solidFill>
          <a:ln w="12700">
            <a:solidFill>
              <a:srgbClr val="1A3A2A"/>
            </a:solidFill>
            <a:prstDash val="solid"/>
          </a:ln>
        </p:spPr>
      </p:sp>
      <p:sp>
        <p:nvSpPr>
          <p:cNvPr id="62" name="Shape 60"/>
          <p:cNvSpPr/>
          <p:nvPr/>
        </p:nvSpPr>
        <p:spPr>
          <a:xfrm>
            <a:off x="292608" y="1508760"/>
            <a:ext cx="457200" cy="9144"/>
          </a:xfrm>
          <a:prstGeom prst="rect">
            <a:avLst/>
          </a:prstGeom>
          <a:solidFill>
            <a:srgbClr val="1A3A2A"/>
          </a:solidFill>
          <a:ln w="12700">
            <a:solidFill>
              <a:srgbClr val="1A3A2A"/>
            </a:solidFill>
            <a:prstDash val="solid"/>
          </a:ln>
        </p:spPr>
      </p:sp>
      <p:sp>
        <p:nvSpPr>
          <p:cNvPr id="63" name="Shape 61"/>
          <p:cNvSpPr/>
          <p:nvPr/>
        </p:nvSpPr>
        <p:spPr>
          <a:xfrm>
            <a:off x="886968" y="1508760"/>
            <a:ext cx="457200" cy="9144"/>
          </a:xfrm>
          <a:prstGeom prst="rect">
            <a:avLst/>
          </a:prstGeom>
          <a:solidFill>
            <a:srgbClr val="1A3A2A"/>
          </a:solidFill>
          <a:ln w="12700">
            <a:solidFill>
              <a:srgbClr val="1A3A2A"/>
            </a:solidFill>
            <a:prstDash val="solid"/>
          </a:ln>
        </p:spPr>
      </p:sp>
      <p:sp>
        <p:nvSpPr>
          <p:cNvPr id="64" name="Shape 62"/>
          <p:cNvSpPr/>
          <p:nvPr/>
        </p:nvSpPr>
        <p:spPr>
          <a:xfrm>
            <a:off x="1481328" y="1508760"/>
            <a:ext cx="457200" cy="9144"/>
          </a:xfrm>
          <a:prstGeom prst="rect">
            <a:avLst/>
          </a:prstGeom>
          <a:solidFill>
            <a:srgbClr val="1A3A2A"/>
          </a:solidFill>
          <a:ln w="12700">
            <a:solidFill>
              <a:srgbClr val="1A3A2A"/>
            </a:solidFill>
            <a:prstDash val="solid"/>
          </a:ln>
        </p:spPr>
      </p:sp>
      <p:sp>
        <p:nvSpPr>
          <p:cNvPr id="65" name="Shape 63"/>
          <p:cNvSpPr/>
          <p:nvPr/>
        </p:nvSpPr>
        <p:spPr>
          <a:xfrm>
            <a:off x="2075688" y="1508760"/>
            <a:ext cx="457200" cy="9144"/>
          </a:xfrm>
          <a:prstGeom prst="rect">
            <a:avLst/>
          </a:prstGeom>
          <a:solidFill>
            <a:srgbClr val="1A3A2A"/>
          </a:solidFill>
          <a:ln w="12700">
            <a:solidFill>
              <a:srgbClr val="1A3A2A"/>
            </a:solidFill>
            <a:prstDash val="solid"/>
          </a:ln>
        </p:spPr>
      </p:sp>
      <p:sp>
        <p:nvSpPr>
          <p:cNvPr id="66" name="Shape 64"/>
          <p:cNvSpPr/>
          <p:nvPr/>
        </p:nvSpPr>
        <p:spPr>
          <a:xfrm>
            <a:off x="2670048" y="1508760"/>
            <a:ext cx="457200" cy="9144"/>
          </a:xfrm>
          <a:prstGeom prst="rect">
            <a:avLst/>
          </a:prstGeom>
          <a:solidFill>
            <a:srgbClr val="1A3A2A"/>
          </a:solidFill>
          <a:ln w="12700">
            <a:solidFill>
              <a:srgbClr val="1A3A2A"/>
            </a:solidFill>
            <a:prstDash val="solid"/>
          </a:ln>
        </p:spPr>
      </p:sp>
      <p:sp>
        <p:nvSpPr>
          <p:cNvPr id="67" name="Shape 65"/>
          <p:cNvSpPr/>
          <p:nvPr/>
        </p:nvSpPr>
        <p:spPr>
          <a:xfrm>
            <a:off x="3264408" y="1508760"/>
            <a:ext cx="457200" cy="9144"/>
          </a:xfrm>
          <a:prstGeom prst="rect">
            <a:avLst/>
          </a:prstGeom>
          <a:solidFill>
            <a:srgbClr val="1A3A2A"/>
          </a:solidFill>
          <a:ln w="12700">
            <a:solidFill>
              <a:srgbClr val="1A3A2A"/>
            </a:solidFill>
            <a:prstDash val="solid"/>
          </a:ln>
        </p:spPr>
      </p:sp>
      <p:sp>
        <p:nvSpPr>
          <p:cNvPr id="68" name="Shape 66"/>
          <p:cNvSpPr/>
          <p:nvPr/>
        </p:nvSpPr>
        <p:spPr>
          <a:xfrm>
            <a:off x="3858768" y="1508760"/>
            <a:ext cx="457200" cy="9144"/>
          </a:xfrm>
          <a:prstGeom prst="rect">
            <a:avLst/>
          </a:prstGeom>
          <a:solidFill>
            <a:srgbClr val="1A3A2A"/>
          </a:solidFill>
          <a:ln w="12700">
            <a:solidFill>
              <a:srgbClr val="1A3A2A"/>
            </a:solidFill>
            <a:prstDash val="solid"/>
          </a:ln>
        </p:spPr>
      </p:sp>
      <p:sp>
        <p:nvSpPr>
          <p:cNvPr id="69" name="Shape 67"/>
          <p:cNvSpPr/>
          <p:nvPr/>
        </p:nvSpPr>
        <p:spPr>
          <a:xfrm>
            <a:off x="4453128" y="1508760"/>
            <a:ext cx="457200" cy="9144"/>
          </a:xfrm>
          <a:prstGeom prst="rect">
            <a:avLst/>
          </a:prstGeom>
          <a:solidFill>
            <a:srgbClr val="1A3A2A"/>
          </a:solidFill>
          <a:ln w="12700">
            <a:solidFill>
              <a:srgbClr val="1A3A2A"/>
            </a:solidFill>
            <a:prstDash val="solid"/>
          </a:ln>
        </p:spPr>
      </p:sp>
      <p:sp>
        <p:nvSpPr>
          <p:cNvPr id="70" name="Shape 68"/>
          <p:cNvSpPr/>
          <p:nvPr/>
        </p:nvSpPr>
        <p:spPr>
          <a:xfrm>
            <a:off x="5047488" y="1508760"/>
            <a:ext cx="457200" cy="9144"/>
          </a:xfrm>
          <a:prstGeom prst="rect">
            <a:avLst/>
          </a:prstGeom>
          <a:solidFill>
            <a:srgbClr val="1A3A2A"/>
          </a:solidFill>
          <a:ln w="12700">
            <a:solidFill>
              <a:srgbClr val="1A3A2A"/>
            </a:solidFill>
            <a:prstDash val="solid"/>
          </a:ln>
        </p:spPr>
      </p:sp>
      <p:sp>
        <p:nvSpPr>
          <p:cNvPr id="71" name="Shape 69"/>
          <p:cNvSpPr/>
          <p:nvPr/>
        </p:nvSpPr>
        <p:spPr>
          <a:xfrm>
            <a:off x="5641848" y="1508760"/>
            <a:ext cx="457200" cy="9144"/>
          </a:xfrm>
          <a:prstGeom prst="rect">
            <a:avLst/>
          </a:prstGeom>
          <a:solidFill>
            <a:srgbClr val="1A3A2A"/>
          </a:solidFill>
          <a:ln w="12700">
            <a:solidFill>
              <a:srgbClr val="1A3A2A"/>
            </a:solidFill>
            <a:prstDash val="solid"/>
          </a:ln>
        </p:spPr>
      </p:sp>
      <p:sp>
        <p:nvSpPr>
          <p:cNvPr id="72" name="Shape 70"/>
          <p:cNvSpPr/>
          <p:nvPr/>
        </p:nvSpPr>
        <p:spPr>
          <a:xfrm>
            <a:off x="6236208" y="1508760"/>
            <a:ext cx="457200" cy="9144"/>
          </a:xfrm>
          <a:prstGeom prst="rect">
            <a:avLst/>
          </a:prstGeom>
          <a:solidFill>
            <a:srgbClr val="1A3A2A"/>
          </a:solidFill>
          <a:ln w="12700">
            <a:solidFill>
              <a:srgbClr val="1A3A2A"/>
            </a:solidFill>
            <a:prstDash val="solid"/>
          </a:ln>
        </p:spPr>
      </p:sp>
      <p:sp>
        <p:nvSpPr>
          <p:cNvPr id="73" name="Shape 71"/>
          <p:cNvSpPr/>
          <p:nvPr/>
        </p:nvSpPr>
        <p:spPr>
          <a:xfrm>
            <a:off x="6830568" y="1508760"/>
            <a:ext cx="457200" cy="9144"/>
          </a:xfrm>
          <a:prstGeom prst="rect">
            <a:avLst/>
          </a:prstGeom>
          <a:solidFill>
            <a:srgbClr val="1A3A2A"/>
          </a:solidFill>
          <a:ln w="12700">
            <a:solidFill>
              <a:srgbClr val="1A3A2A"/>
            </a:solidFill>
            <a:prstDash val="solid"/>
          </a:ln>
        </p:spPr>
      </p:sp>
      <p:sp>
        <p:nvSpPr>
          <p:cNvPr id="74" name="Shape 72"/>
          <p:cNvSpPr/>
          <p:nvPr/>
        </p:nvSpPr>
        <p:spPr>
          <a:xfrm>
            <a:off x="7424928" y="1508760"/>
            <a:ext cx="457200" cy="9144"/>
          </a:xfrm>
          <a:prstGeom prst="rect">
            <a:avLst/>
          </a:prstGeom>
          <a:solidFill>
            <a:srgbClr val="1A3A2A"/>
          </a:solidFill>
          <a:ln w="12700">
            <a:solidFill>
              <a:srgbClr val="1A3A2A"/>
            </a:solidFill>
            <a:prstDash val="solid"/>
          </a:ln>
        </p:spPr>
      </p:sp>
      <p:sp>
        <p:nvSpPr>
          <p:cNvPr id="75" name="Shape 73"/>
          <p:cNvSpPr/>
          <p:nvPr/>
        </p:nvSpPr>
        <p:spPr>
          <a:xfrm>
            <a:off x="8019288" y="1508760"/>
            <a:ext cx="457200" cy="9144"/>
          </a:xfrm>
          <a:prstGeom prst="rect">
            <a:avLst/>
          </a:prstGeom>
          <a:solidFill>
            <a:srgbClr val="1A3A2A"/>
          </a:solidFill>
          <a:ln w="12700">
            <a:solidFill>
              <a:srgbClr val="1A3A2A"/>
            </a:solidFill>
            <a:prstDash val="solid"/>
          </a:ln>
        </p:spPr>
      </p:sp>
      <p:sp>
        <p:nvSpPr>
          <p:cNvPr id="76" name="Shape 74"/>
          <p:cNvSpPr/>
          <p:nvPr/>
        </p:nvSpPr>
        <p:spPr>
          <a:xfrm>
            <a:off x="8613648" y="1508760"/>
            <a:ext cx="457200" cy="9144"/>
          </a:xfrm>
          <a:prstGeom prst="rect">
            <a:avLst/>
          </a:prstGeom>
          <a:solidFill>
            <a:srgbClr val="1A3A2A"/>
          </a:solidFill>
          <a:ln w="12700">
            <a:solidFill>
              <a:srgbClr val="1A3A2A"/>
            </a:solidFill>
            <a:prstDash val="solid"/>
          </a:ln>
        </p:spPr>
      </p:sp>
      <p:sp>
        <p:nvSpPr>
          <p:cNvPr id="77" name="Shape 75"/>
          <p:cNvSpPr/>
          <p:nvPr/>
        </p:nvSpPr>
        <p:spPr>
          <a:xfrm>
            <a:off x="9208008" y="1508760"/>
            <a:ext cx="457200" cy="9144"/>
          </a:xfrm>
          <a:prstGeom prst="rect">
            <a:avLst/>
          </a:prstGeom>
          <a:solidFill>
            <a:srgbClr val="1A3A2A"/>
          </a:solidFill>
          <a:ln w="12700">
            <a:solidFill>
              <a:srgbClr val="1A3A2A"/>
            </a:solidFill>
            <a:prstDash val="solid"/>
          </a:ln>
        </p:spPr>
      </p:sp>
      <p:sp>
        <p:nvSpPr>
          <p:cNvPr id="78" name="Shape 76"/>
          <p:cNvSpPr/>
          <p:nvPr/>
        </p:nvSpPr>
        <p:spPr>
          <a:xfrm>
            <a:off x="9802368" y="1508760"/>
            <a:ext cx="457200" cy="9144"/>
          </a:xfrm>
          <a:prstGeom prst="rect">
            <a:avLst/>
          </a:prstGeom>
          <a:solidFill>
            <a:srgbClr val="1A3A2A"/>
          </a:solidFill>
          <a:ln w="12700">
            <a:solidFill>
              <a:srgbClr val="1A3A2A"/>
            </a:solidFill>
            <a:prstDash val="solid"/>
          </a:ln>
        </p:spPr>
      </p:sp>
      <p:sp>
        <p:nvSpPr>
          <p:cNvPr id="79" name="Shape 77"/>
          <p:cNvSpPr/>
          <p:nvPr/>
        </p:nvSpPr>
        <p:spPr>
          <a:xfrm>
            <a:off x="10396728" y="1508760"/>
            <a:ext cx="457200" cy="9144"/>
          </a:xfrm>
          <a:prstGeom prst="rect">
            <a:avLst/>
          </a:prstGeom>
          <a:solidFill>
            <a:srgbClr val="1A3A2A"/>
          </a:solidFill>
          <a:ln w="12700">
            <a:solidFill>
              <a:srgbClr val="1A3A2A"/>
            </a:solidFill>
            <a:prstDash val="solid"/>
          </a:ln>
        </p:spPr>
      </p:sp>
      <p:sp>
        <p:nvSpPr>
          <p:cNvPr id="80" name="Shape 78"/>
          <p:cNvSpPr/>
          <p:nvPr/>
        </p:nvSpPr>
        <p:spPr>
          <a:xfrm>
            <a:off x="10991088" y="1508760"/>
            <a:ext cx="457200" cy="9144"/>
          </a:xfrm>
          <a:prstGeom prst="rect">
            <a:avLst/>
          </a:prstGeom>
          <a:solidFill>
            <a:srgbClr val="1A3A2A"/>
          </a:solidFill>
          <a:ln w="12700">
            <a:solidFill>
              <a:srgbClr val="1A3A2A"/>
            </a:solidFill>
            <a:prstDash val="solid"/>
          </a:ln>
        </p:spPr>
      </p:sp>
      <p:sp>
        <p:nvSpPr>
          <p:cNvPr id="81" name="Shape 79"/>
          <p:cNvSpPr/>
          <p:nvPr/>
        </p:nvSpPr>
        <p:spPr>
          <a:xfrm>
            <a:off x="11585448" y="1508760"/>
            <a:ext cx="457200" cy="9144"/>
          </a:xfrm>
          <a:prstGeom prst="rect">
            <a:avLst/>
          </a:prstGeom>
          <a:solidFill>
            <a:srgbClr val="1A3A2A"/>
          </a:solidFill>
          <a:ln w="12700">
            <a:solidFill>
              <a:srgbClr val="1A3A2A"/>
            </a:solidFill>
            <a:prstDash val="solid"/>
          </a:ln>
        </p:spPr>
      </p:sp>
      <p:sp>
        <p:nvSpPr>
          <p:cNvPr id="82" name="Shape 80"/>
          <p:cNvSpPr/>
          <p:nvPr/>
        </p:nvSpPr>
        <p:spPr>
          <a:xfrm>
            <a:off x="0" y="2011680"/>
            <a:ext cx="457200" cy="9144"/>
          </a:xfrm>
          <a:prstGeom prst="rect">
            <a:avLst/>
          </a:prstGeom>
          <a:solidFill>
            <a:srgbClr val="1A3A2A"/>
          </a:solidFill>
          <a:ln w="12700">
            <a:solidFill>
              <a:srgbClr val="1A3A2A"/>
            </a:solidFill>
            <a:prstDash val="solid"/>
          </a:ln>
        </p:spPr>
      </p:sp>
      <p:sp>
        <p:nvSpPr>
          <p:cNvPr id="83" name="Shape 81"/>
          <p:cNvSpPr/>
          <p:nvPr/>
        </p:nvSpPr>
        <p:spPr>
          <a:xfrm>
            <a:off x="594360" y="2011680"/>
            <a:ext cx="457200" cy="9144"/>
          </a:xfrm>
          <a:prstGeom prst="rect">
            <a:avLst/>
          </a:prstGeom>
          <a:solidFill>
            <a:srgbClr val="1A3A2A"/>
          </a:solidFill>
          <a:ln w="12700">
            <a:solidFill>
              <a:srgbClr val="1A3A2A"/>
            </a:solidFill>
            <a:prstDash val="solid"/>
          </a:ln>
        </p:spPr>
      </p:sp>
      <p:sp>
        <p:nvSpPr>
          <p:cNvPr id="84" name="Shape 82"/>
          <p:cNvSpPr/>
          <p:nvPr/>
        </p:nvSpPr>
        <p:spPr>
          <a:xfrm>
            <a:off x="1188720" y="2011680"/>
            <a:ext cx="457200" cy="9144"/>
          </a:xfrm>
          <a:prstGeom prst="rect">
            <a:avLst/>
          </a:prstGeom>
          <a:solidFill>
            <a:srgbClr val="1A3A2A"/>
          </a:solidFill>
          <a:ln w="12700">
            <a:solidFill>
              <a:srgbClr val="1A3A2A"/>
            </a:solidFill>
            <a:prstDash val="solid"/>
          </a:ln>
        </p:spPr>
      </p:sp>
      <p:sp>
        <p:nvSpPr>
          <p:cNvPr id="85" name="Shape 83"/>
          <p:cNvSpPr/>
          <p:nvPr/>
        </p:nvSpPr>
        <p:spPr>
          <a:xfrm>
            <a:off x="1783080" y="2011680"/>
            <a:ext cx="457200" cy="9144"/>
          </a:xfrm>
          <a:prstGeom prst="rect">
            <a:avLst/>
          </a:prstGeom>
          <a:solidFill>
            <a:srgbClr val="1A3A2A"/>
          </a:solidFill>
          <a:ln w="12700">
            <a:solidFill>
              <a:srgbClr val="1A3A2A"/>
            </a:solidFill>
            <a:prstDash val="solid"/>
          </a:ln>
        </p:spPr>
      </p:sp>
      <p:sp>
        <p:nvSpPr>
          <p:cNvPr id="86" name="Shape 84"/>
          <p:cNvSpPr/>
          <p:nvPr/>
        </p:nvSpPr>
        <p:spPr>
          <a:xfrm>
            <a:off x="2377440" y="2011680"/>
            <a:ext cx="457200" cy="9144"/>
          </a:xfrm>
          <a:prstGeom prst="rect">
            <a:avLst/>
          </a:prstGeom>
          <a:solidFill>
            <a:srgbClr val="1A3A2A"/>
          </a:solidFill>
          <a:ln w="12700">
            <a:solidFill>
              <a:srgbClr val="1A3A2A"/>
            </a:solidFill>
            <a:prstDash val="solid"/>
          </a:ln>
        </p:spPr>
      </p:sp>
      <p:sp>
        <p:nvSpPr>
          <p:cNvPr id="87" name="Shape 85"/>
          <p:cNvSpPr/>
          <p:nvPr/>
        </p:nvSpPr>
        <p:spPr>
          <a:xfrm>
            <a:off x="2971800" y="2011680"/>
            <a:ext cx="457200" cy="9144"/>
          </a:xfrm>
          <a:prstGeom prst="rect">
            <a:avLst/>
          </a:prstGeom>
          <a:solidFill>
            <a:srgbClr val="1A3A2A"/>
          </a:solidFill>
          <a:ln w="12700">
            <a:solidFill>
              <a:srgbClr val="1A3A2A"/>
            </a:solidFill>
            <a:prstDash val="solid"/>
          </a:ln>
        </p:spPr>
      </p:sp>
      <p:sp>
        <p:nvSpPr>
          <p:cNvPr id="88" name="Shape 86"/>
          <p:cNvSpPr/>
          <p:nvPr/>
        </p:nvSpPr>
        <p:spPr>
          <a:xfrm>
            <a:off x="3566160" y="2011680"/>
            <a:ext cx="457200" cy="9144"/>
          </a:xfrm>
          <a:prstGeom prst="rect">
            <a:avLst/>
          </a:prstGeom>
          <a:solidFill>
            <a:srgbClr val="1A3A2A"/>
          </a:solidFill>
          <a:ln w="12700">
            <a:solidFill>
              <a:srgbClr val="1A3A2A"/>
            </a:solidFill>
            <a:prstDash val="solid"/>
          </a:ln>
        </p:spPr>
      </p:sp>
      <p:sp>
        <p:nvSpPr>
          <p:cNvPr id="89" name="Shape 87"/>
          <p:cNvSpPr/>
          <p:nvPr/>
        </p:nvSpPr>
        <p:spPr>
          <a:xfrm>
            <a:off x="4160520" y="2011680"/>
            <a:ext cx="457200" cy="9144"/>
          </a:xfrm>
          <a:prstGeom prst="rect">
            <a:avLst/>
          </a:prstGeom>
          <a:solidFill>
            <a:srgbClr val="1A3A2A"/>
          </a:solidFill>
          <a:ln w="12700">
            <a:solidFill>
              <a:srgbClr val="1A3A2A"/>
            </a:solidFill>
            <a:prstDash val="solid"/>
          </a:ln>
        </p:spPr>
      </p:sp>
      <p:sp>
        <p:nvSpPr>
          <p:cNvPr id="90" name="Shape 88"/>
          <p:cNvSpPr/>
          <p:nvPr/>
        </p:nvSpPr>
        <p:spPr>
          <a:xfrm>
            <a:off x="4754880" y="2011680"/>
            <a:ext cx="457200" cy="9144"/>
          </a:xfrm>
          <a:prstGeom prst="rect">
            <a:avLst/>
          </a:prstGeom>
          <a:solidFill>
            <a:srgbClr val="1A3A2A"/>
          </a:solidFill>
          <a:ln w="12700">
            <a:solidFill>
              <a:srgbClr val="1A3A2A"/>
            </a:solidFill>
            <a:prstDash val="solid"/>
          </a:ln>
        </p:spPr>
      </p:sp>
      <p:sp>
        <p:nvSpPr>
          <p:cNvPr id="91" name="Shape 89"/>
          <p:cNvSpPr/>
          <p:nvPr/>
        </p:nvSpPr>
        <p:spPr>
          <a:xfrm>
            <a:off x="5349240" y="2011680"/>
            <a:ext cx="457200" cy="9144"/>
          </a:xfrm>
          <a:prstGeom prst="rect">
            <a:avLst/>
          </a:prstGeom>
          <a:solidFill>
            <a:srgbClr val="1A3A2A"/>
          </a:solidFill>
          <a:ln w="12700">
            <a:solidFill>
              <a:srgbClr val="1A3A2A"/>
            </a:solidFill>
            <a:prstDash val="solid"/>
          </a:ln>
        </p:spPr>
      </p:sp>
      <p:sp>
        <p:nvSpPr>
          <p:cNvPr id="92" name="Shape 90"/>
          <p:cNvSpPr/>
          <p:nvPr/>
        </p:nvSpPr>
        <p:spPr>
          <a:xfrm>
            <a:off x="5943600" y="2011680"/>
            <a:ext cx="457200" cy="9144"/>
          </a:xfrm>
          <a:prstGeom prst="rect">
            <a:avLst/>
          </a:prstGeom>
          <a:solidFill>
            <a:srgbClr val="1A3A2A"/>
          </a:solidFill>
          <a:ln w="12700">
            <a:solidFill>
              <a:srgbClr val="1A3A2A"/>
            </a:solidFill>
            <a:prstDash val="solid"/>
          </a:ln>
        </p:spPr>
      </p:sp>
      <p:sp>
        <p:nvSpPr>
          <p:cNvPr id="93" name="Shape 91"/>
          <p:cNvSpPr/>
          <p:nvPr/>
        </p:nvSpPr>
        <p:spPr>
          <a:xfrm>
            <a:off x="6537960" y="2011680"/>
            <a:ext cx="457200" cy="9144"/>
          </a:xfrm>
          <a:prstGeom prst="rect">
            <a:avLst/>
          </a:prstGeom>
          <a:solidFill>
            <a:srgbClr val="1A3A2A"/>
          </a:solidFill>
          <a:ln w="12700">
            <a:solidFill>
              <a:srgbClr val="1A3A2A"/>
            </a:solidFill>
            <a:prstDash val="solid"/>
          </a:ln>
        </p:spPr>
      </p:sp>
      <p:sp>
        <p:nvSpPr>
          <p:cNvPr id="94" name="Shape 92"/>
          <p:cNvSpPr/>
          <p:nvPr/>
        </p:nvSpPr>
        <p:spPr>
          <a:xfrm>
            <a:off x="7132320" y="2011680"/>
            <a:ext cx="457200" cy="9144"/>
          </a:xfrm>
          <a:prstGeom prst="rect">
            <a:avLst/>
          </a:prstGeom>
          <a:solidFill>
            <a:srgbClr val="1A3A2A"/>
          </a:solidFill>
          <a:ln w="12700">
            <a:solidFill>
              <a:srgbClr val="1A3A2A"/>
            </a:solidFill>
            <a:prstDash val="solid"/>
          </a:ln>
        </p:spPr>
      </p:sp>
      <p:sp>
        <p:nvSpPr>
          <p:cNvPr id="95" name="Shape 93"/>
          <p:cNvSpPr/>
          <p:nvPr/>
        </p:nvSpPr>
        <p:spPr>
          <a:xfrm>
            <a:off x="7726680" y="2011680"/>
            <a:ext cx="457200" cy="9144"/>
          </a:xfrm>
          <a:prstGeom prst="rect">
            <a:avLst/>
          </a:prstGeom>
          <a:solidFill>
            <a:srgbClr val="1A3A2A"/>
          </a:solidFill>
          <a:ln w="12700">
            <a:solidFill>
              <a:srgbClr val="1A3A2A"/>
            </a:solidFill>
            <a:prstDash val="solid"/>
          </a:ln>
        </p:spPr>
      </p:sp>
      <p:sp>
        <p:nvSpPr>
          <p:cNvPr id="96" name="Shape 94"/>
          <p:cNvSpPr/>
          <p:nvPr/>
        </p:nvSpPr>
        <p:spPr>
          <a:xfrm>
            <a:off x="8321040" y="2011680"/>
            <a:ext cx="457200" cy="9144"/>
          </a:xfrm>
          <a:prstGeom prst="rect">
            <a:avLst/>
          </a:prstGeom>
          <a:solidFill>
            <a:srgbClr val="1A3A2A"/>
          </a:solidFill>
          <a:ln w="12700">
            <a:solidFill>
              <a:srgbClr val="1A3A2A"/>
            </a:solidFill>
            <a:prstDash val="solid"/>
          </a:ln>
        </p:spPr>
      </p:sp>
      <p:sp>
        <p:nvSpPr>
          <p:cNvPr id="97" name="Shape 95"/>
          <p:cNvSpPr/>
          <p:nvPr/>
        </p:nvSpPr>
        <p:spPr>
          <a:xfrm>
            <a:off x="8915400" y="2011680"/>
            <a:ext cx="457200" cy="9144"/>
          </a:xfrm>
          <a:prstGeom prst="rect">
            <a:avLst/>
          </a:prstGeom>
          <a:solidFill>
            <a:srgbClr val="1A3A2A"/>
          </a:solidFill>
          <a:ln w="12700">
            <a:solidFill>
              <a:srgbClr val="1A3A2A"/>
            </a:solidFill>
            <a:prstDash val="solid"/>
          </a:ln>
        </p:spPr>
      </p:sp>
      <p:sp>
        <p:nvSpPr>
          <p:cNvPr id="98" name="Shape 96"/>
          <p:cNvSpPr/>
          <p:nvPr/>
        </p:nvSpPr>
        <p:spPr>
          <a:xfrm>
            <a:off x="9509760" y="2011680"/>
            <a:ext cx="457200" cy="9144"/>
          </a:xfrm>
          <a:prstGeom prst="rect">
            <a:avLst/>
          </a:prstGeom>
          <a:solidFill>
            <a:srgbClr val="1A3A2A"/>
          </a:solidFill>
          <a:ln w="12700">
            <a:solidFill>
              <a:srgbClr val="1A3A2A"/>
            </a:solidFill>
            <a:prstDash val="solid"/>
          </a:ln>
        </p:spPr>
      </p:sp>
      <p:sp>
        <p:nvSpPr>
          <p:cNvPr id="99" name="Shape 97"/>
          <p:cNvSpPr/>
          <p:nvPr/>
        </p:nvSpPr>
        <p:spPr>
          <a:xfrm>
            <a:off x="10104120" y="2011680"/>
            <a:ext cx="457200" cy="9144"/>
          </a:xfrm>
          <a:prstGeom prst="rect">
            <a:avLst/>
          </a:prstGeom>
          <a:solidFill>
            <a:srgbClr val="1A3A2A"/>
          </a:solidFill>
          <a:ln w="12700">
            <a:solidFill>
              <a:srgbClr val="1A3A2A"/>
            </a:solidFill>
            <a:prstDash val="solid"/>
          </a:ln>
        </p:spPr>
      </p:sp>
      <p:sp>
        <p:nvSpPr>
          <p:cNvPr id="100" name="Shape 98"/>
          <p:cNvSpPr/>
          <p:nvPr/>
        </p:nvSpPr>
        <p:spPr>
          <a:xfrm>
            <a:off x="10698480" y="2011680"/>
            <a:ext cx="457200" cy="9144"/>
          </a:xfrm>
          <a:prstGeom prst="rect">
            <a:avLst/>
          </a:prstGeom>
          <a:solidFill>
            <a:srgbClr val="1A3A2A"/>
          </a:solidFill>
          <a:ln w="12700">
            <a:solidFill>
              <a:srgbClr val="1A3A2A"/>
            </a:solidFill>
            <a:prstDash val="solid"/>
          </a:ln>
        </p:spPr>
      </p:sp>
      <p:sp>
        <p:nvSpPr>
          <p:cNvPr id="101" name="Shape 99"/>
          <p:cNvSpPr/>
          <p:nvPr/>
        </p:nvSpPr>
        <p:spPr>
          <a:xfrm>
            <a:off x="11292840" y="2011680"/>
            <a:ext cx="457200" cy="9144"/>
          </a:xfrm>
          <a:prstGeom prst="rect">
            <a:avLst/>
          </a:prstGeom>
          <a:solidFill>
            <a:srgbClr val="1A3A2A"/>
          </a:solidFill>
          <a:ln w="12700">
            <a:solidFill>
              <a:srgbClr val="1A3A2A"/>
            </a:solidFill>
            <a:prstDash val="solid"/>
          </a:ln>
        </p:spPr>
      </p:sp>
      <p:sp>
        <p:nvSpPr>
          <p:cNvPr id="102" name="Shape 100"/>
          <p:cNvSpPr/>
          <p:nvPr/>
        </p:nvSpPr>
        <p:spPr>
          <a:xfrm>
            <a:off x="292608" y="2514600"/>
            <a:ext cx="457200" cy="9144"/>
          </a:xfrm>
          <a:prstGeom prst="rect">
            <a:avLst/>
          </a:prstGeom>
          <a:solidFill>
            <a:srgbClr val="1A3A2A"/>
          </a:solidFill>
          <a:ln w="12700">
            <a:solidFill>
              <a:srgbClr val="1A3A2A"/>
            </a:solidFill>
            <a:prstDash val="solid"/>
          </a:ln>
        </p:spPr>
      </p:sp>
      <p:sp>
        <p:nvSpPr>
          <p:cNvPr id="103" name="Shape 101"/>
          <p:cNvSpPr/>
          <p:nvPr/>
        </p:nvSpPr>
        <p:spPr>
          <a:xfrm>
            <a:off x="886968" y="2514600"/>
            <a:ext cx="457200" cy="9144"/>
          </a:xfrm>
          <a:prstGeom prst="rect">
            <a:avLst/>
          </a:prstGeom>
          <a:solidFill>
            <a:srgbClr val="1A3A2A"/>
          </a:solidFill>
          <a:ln w="12700">
            <a:solidFill>
              <a:srgbClr val="1A3A2A"/>
            </a:solidFill>
            <a:prstDash val="solid"/>
          </a:ln>
        </p:spPr>
      </p:sp>
      <p:sp>
        <p:nvSpPr>
          <p:cNvPr id="104" name="Shape 102"/>
          <p:cNvSpPr/>
          <p:nvPr/>
        </p:nvSpPr>
        <p:spPr>
          <a:xfrm>
            <a:off x="1481328" y="2514600"/>
            <a:ext cx="457200" cy="9144"/>
          </a:xfrm>
          <a:prstGeom prst="rect">
            <a:avLst/>
          </a:prstGeom>
          <a:solidFill>
            <a:srgbClr val="1A3A2A"/>
          </a:solidFill>
          <a:ln w="12700">
            <a:solidFill>
              <a:srgbClr val="1A3A2A"/>
            </a:solidFill>
            <a:prstDash val="solid"/>
          </a:ln>
        </p:spPr>
      </p:sp>
      <p:sp>
        <p:nvSpPr>
          <p:cNvPr id="105" name="Shape 103"/>
          <p:cNvSpPr/>
          <p:nvPr/>
        </p:nvSpPr>
        <p:spPr>
          <a:xfrm>
            <a:off x="2075688" y="2514600"/>
            <a:ext cx="457200" cy="9144"/>
          </a:xfrm>
          <a:prstGeom prst="rect">
            <a:avLst/>
          </a:prstGeom>
          <a:solidFill>
            <a:srgbClr val="1A3A2A"/>
          </a:solidFill>
          <a:ln w="12700">
            <a:solidFill>
              <a:srgbClr val="1A3A2A"/>
            </a:solidFill>
            <a:prstDash val="solid"/>
          </a:ln>
        </p:spPr>
      </p:sp>
      <p:sp>
        <p:nvSpPr>
          <p:cNvPr id="106" name="Shape 104"/>
          <p:cNvSpPr/>
          <p:nvPr/>
        </p:nvSpPr>
        <p:spPr>
          <a:xfrm>
            <a:off x="2670048" y="2514600"/>
            <a:ext cx="457200" cy="9144"/>
          </a:xfrm>
          <a:prstGeom prst="rect">
            <a:avLst/>
          </a:prstGeom>
          <a:solidFill>
            <a:srgbClr val="1A3A2A"/>
          </a:solidFill>
          <a:ln w="12700">
            <a:solidFill>
              <a:srgbClr val="1A3A2A"/>
            </a:solidFill>
            <a:prstDash val="solid"/>
          </a:ln>
        </p:spPr>
      </p:sp>
      <p:sp>
        <p:nvSpPr>
          <p:cNvPr id="107" name="Shape 105"/>
          <p:cNvSpPr/>
          <p:nvPr/>
        </p:nvSpPr>
        <p:spPr>
          <a:xfrm>
            <a:off x="3264408" y="2514600"/>
            <a:ext cx="457200" cy="9144"/>
          </a:xfrm>
          <a:prstGeom prst="rect">
            <a:avLst/>
          </a:prstGeom>
          <a:solidFill>
            <a:srgbClr val="1A3A2A"/>
          </a:solidFill>
          <a:ln w="12700">
            <a:solidFill>
              <a:srgbClr val="1A3A2A"/>
            </a:solidFill>
            <a:prstDash val="solid"/>
          </a:ln>
        </p:spPr>
      </p:sp>
      <p:sp>
        <p:nvSpPr>
          <p:cNvPr id="108" name="Shape 106"/>
          <p:cNvSpPr/>
          <p:nvPr/>
        </p:nvSpPr>
        <p:spPr>
          <a:xfrm>
            <a:off x="3858768" y="2514600"/>
            <a:ext cx="457200" cy="9144"/>
          </a:xfrm>
          <a:prstGeom prst="rect">
            <a:avLst/>
          </a:prstGeom>
          <a:solidFill>
            <a:srgbClr val="1A3A2A"/>
          </a:solidFill>
          <a:ln w="12700">
            <a:solidFill>
              <a:srgbClr val="1A3A2A"/>
            </a:solidFill>
            <a:prstDash val="solid"/>
          </a:ln>
        </p:spPr>
      </p:sp>
      <p:sp>
        <p:nvSpPr>
          <p:cNvPr id="109" name="Shape 107"/>
          <p:cNvSpPr/>
          <p:nvPr/>
        </p:nvSpPr>
        <p:spPr>
          <a:xfrm>
            <a:off x="4453128" y="2514600"/>
            <a:ext cx="457200" cy="9144"/>
          </a:xfrm>
          <a:prstGeom prst="rect">
            <a:avLst/>
          </a:prstGeom>
          <a:solidFill>
            <a:srgbClr val="1A3A2A"/>
          </a:solidFill>
          <a:ln w="12700">
            <a:solidFill>
              <a:srgbClr val="1A3A2A"/>
            </a:solidFill>
            <a:prstDash val="solid"/>
          </a:ln>
        </p:spPr>
      </p:sp>
      <p:sp>
        <p:nvSpPr>
          <p:cNvPr id="110" name="Shape 108"/>
          <p:cNvSpPr/>
          <p:nvPr/>
        </p:nvSpPr>
        <p:spPr>
          <a:xfrm>
            <a:off x="5047488" y="2514600"/>
            <a:ext cx="457200" cy="9144"/>
          </a:xfrm>
          <a:prstGeom prst="rect">
            <a:avLst/>
          </a:prstGeom>
          <a:solidFill>
            <a:srgbClr val="1A3A2A"/>
          </a:solidFill>
          <a:ln w="12700">
            <a:solidFill>
              <a:srgbClr val="1A3A2A"/>
            </a:solidFill>
            <a:prstDash val="solid"/>
          </a:ln>
        </p:spPr>
      </p:sp>
      <p:sp>
        <p:nvSpPr>
          <p:cNvPr id="111" name="Shape 109"/>
          <p:cNvSpPr/>
          <p:nvPr/>
        </p:nvSpPr>
        <p:spPr>
          <a:xfrm>
            <a:off x="5641848" y="2514600"/>
            <a:ext cx="457200" cy="9144"/>
          </a:xfrm>
          <a:prstGeom prst="rect">
            <a:avLst/>
          </a:prstGeom>
          <a:solidFill>
            <a:srgbClr val="1A3A2A"/>
          </a:solidFill>
          <a:ln w="12700">
            <a:solidFill>
              <a:srgbClr val="1A3A2A"/>
            </a:solidFill>
            <a:prstDash val="solid"/>
          </a:ln>
        </p:spPr>
      </p:sp>
      <p:sp>
        <p:nvSpPr>
          <p:cNvPr id="112" name="Shape 110"/>
          <p:cNvSpPr/>
          <p:nvPr/>
        </p:nvSpPr>
        <p:spPr>
          <a:xfrm>
            <a:off x="6236208" y="2514600"/>
            <a:ext cx="457200" cy="9144"/>
          </a:xfrm>
          <a:prstGeom prst="rect">
            <a:avLst/>
          </a:prstGeom>
          <a:solidFill>
            <a:srgbClr val="1A3A2A"/>
          </a:solidFill>
          <a:ln w="12700">
            <a:solidFill>
              <a:srgbClr val="1A3A2A"/>
            </a:solidFill>
            <a:prstDash val="solid"/>
          </a:ln>
        </p:spPr>
      </p:sp>
      <p:sp>
        <p:nvSpPr>
          <p:cNvPr id="113" name="Shape 111"/>
          <p:cNvSpPr/>
          <p:nvPr/>
        </p:nvSpPr>
        <p:spPr>
          <a:xfrm>
            <a:off x="6830568" y="2514600"/>
            <a:ext cx="457200" cy="9144"/>
          </a:xfrm>
          <a:prstGeom prst="rect">
            <a:avLst/>
          </a:prstGeom>
          <a:solidFill>
            <a:srgbClr val="1A3A2A"/>
          </a:solidFill>
          <a:ln w="12700">
            <a:solidFill>
              <a:srgbClr val="1A3A2A"/>
            </a:solidFill>
            <a:prstDash val="solid"/>
          </a:ln>
        </p:spPr>
      </p:sp>
      <p:sp>
        <p:nvSpPr>
          <p:cNvPr id="114" name="Shape 112"/>
          <p:cNvSpPr/>
          <p:nvPr/>
        </p:nvSpPr>
        <p:spPr>
          <a:xfrm>
            <a:off x="7424928" y="2514600"/>
            <a:ext cx="457200" cy="9144"/>
          </a:xfrm>
          <a:prstGeom prst="rect">
            <a:avLst/>
          </a:prstGeom>
          <a:solidFill>
            <a:srgbClr val="1A3A2A"/>
          </a:solidFill>
          <a:ln w="12700">
            <a:solidFill>
              <a:srgbClr val="1A3A2A"/>
            </a:solidFill>
            <a:prstDash val="solid"/>
          </a:ln>
        </p:spPr>
      </p:sp>
      <p:sp>
        <p:nvSpPr>
          <p:cNvPr id="115" name="Shape 113"/>
          <p:cNvSpPr/>
          <p:nvPr/>
        </p:nvSpPr>
        <p:spPr>
          <a:xfrm>
            <a:off x="8019288" y="2514600"/>
            <a:ext cx="457200" cy="9144"/>
          </a:xfrm>
          <a:prstGeom prst="rect">
            <a:avLst/>
          </a:prstGeom>
          <a:solidFill>
            <a:srgbClr val="1A3A2A"/>
          </a:solidFill>
          <a:ln w="12700">
            <a:solidFill>
              <a:srgbClr val="1A3A2A"/>
            </a:solidFill>
            <a:prstDash val="solid"/>
          </a:ln>
        </p:spPr>
      </p:sp>
      <p:sp>
        <p:nvSpPr>
          <p:cNvPr id="116" name="Shape 114"/>
          <p:cNvSpPr/>
          <p:nvPr/>
        </p:nvSpPr>
        <p:spPr>
          <a:xfrm>
            <a:off x="8613648" y="2514600"/>
            <a:ext cx="457200" cy="9144"/>
          </a:xfrm>
          <a:prstGeom prst="rect">
            <a:avLst/>
          </a:prstGeom>
          <a:solidFill>
            <a:srgbClr val="1A3A2A"/>
          </a:solidFill>
          <a:ln w="12700">
            <a:solidFill>
              <a:srgbClr val="1A3A2A"/>
            </a:solidFill>
            <a:prstDash val="solid"/>
          </a:ln>
        </p:spPr>
      </p:sp>
      <p:sp>
        <p:nvSpPr>
          <p:cNvPr id="117" name="Shape 115"/>
          <p:cNvSpPr/>
          <p:nvPr/>
        </p:nvSpPr>
        <p:spPr>
          <a:xfrm>
            <a:off x="9208008" y="2514600"/>
            <a:ext cx="457200" cy="9144"/>
          </a:xfrm>
          <a:prstGeom prst="rect">
            <a:avLst/>
          </a:prstGeom>
          <a:solidFill>
            <a:srgbClr val="1A3A2A"/>
          </a:solidFill>
          <a:ln w="12700">
            <a:solidFill>
              <a:srgbClr val="1A3A2A"/>
            </a:solidFill>
            <a:prstDash val="solid"/>
          </a:ln>
        </p:spPr>
      </p:sp>
      <p:sp>
        <p:nvSpPr>
          <p:cNvPr id="118" name="Shape 116"/>
          <p:cNvSpPr/>
          <p:nvPr/>
        </p:nvSpPr>
        <p:spPr>
          <a:xfrm>
            <a:off x="9802368" y="2514600"/>
            <a:ext cx="457200" cy="9144"/>
          </a:xfrm>
          <a:prstGeom prst="rect">
            <a:avLst/>
          </a:prstGeom>
          <a:solidFill>
            <a:srgbClr val="1A3A2A"/>
          </a:solidFill>
          <a:ln w="12700">
            <a:solidFill>
              <a:srgbClr val="1A3A2A"/>
            </a:solidFill>
            <a:prstDash val="solid"/>
          </a:ln>
        </p:spPr>
      </p:sp>
      <p:sp>
        <p:nvSpPr>
          <p:cNvPr id="119" name="Shape 117"/>
          <p:cNvSpPr/>
          <p:nvPr/>
        </p:nvSpPr>
        <p:spPr>
          <a:xfrm>
            <a:off x="10396728" y="2514600"/>
            <a:ext cx="457200" cy="9144"/>
          </a:xfrm>
          <a:prstGeom prst="rect">
            <a:avLst/>
          </a:prstGeom>
          <a:solidFill>
            <a:srgbClr val="1A3A2A"/>
          </a:solidFill>
          <a:ln w="12700">
            <a:solidFill>
              <a:srgbClr val="1A3A2A"/>
            </a:solidFill>
            <a:prstDash val="solid"/>
          </a:ln>
        </p:spPr>
      </p:sp>
      <p:sp>
        <p:nvSpPr>
          <p:cNvPr id="120" name="Shape 118"/>
          <p:cNvSpPr/>
          <p:nvPr/>
        </p:nvSpPr>
        <p:spPr>
          <a:xfrm>
            <a:off x="10991088" y="2514600"/>
            <a:ext cx="457200" cy="9144"/>
          </a:xfrm>
          <a:prstGeom prst="rect">
            <a:avLst/>
          </a:prstGeom>
          <a:solidFill>
            <a:srgbClr val="1A3A2A"/>
          </a:solidFill>
          <a:ln w="12700">
            <a:solidFill>
              <a:srgbClr val="1A3A2A"/>
            </a:solidFill>
            <a:prstDash val="solid"/>
          </a:ln>
        </p:spPr>
      </p:sp>
      <p:sp>
        <p:nvSpPr>
          <p:cNvPr id="121" name="Shape 119"/>
          <p:cNvSpPr/>
          <p:nvPr/>
        </p:nvSpPr>
        <p:spPr>
          <a:xfrm>
            <a:off x="11585448" y="2514600"/>
            <a:ext cx="457200" cy="9144"/>
          </a:xfrm>
          <a:prstGeom prst="rect">
            <a:avLst/>
          </a:prstGeom>
          <a:solidFill>
            <a:srgbClr val="1A3A2A"/>
          </a:solidFill>
          <a:ln w="12700">
            <a:solidFill>
              <a:srgbClr val="1A3A2A"/>
            </a:solidFill>
            <a:prstDash val="solid"/>
          </a:ln>
        </p:spPr>
      </p:sp>
      <p:sp>
        <p:nvSpPr>
          <p:cNvPr id="122" name="Shape 120"/>
          <p:cNvSpPr/>
          <p:nvPr/>
        </p:nvSpPr>
        <p:spPr>
          <a:xfrm>
            <a:off x="0" y="3017520"/>
            <a:ext cx="457200" cy="9144"/>
          </a:xfrm>
          <a:prstGeom prst="rect">
            <a:avLst/>
          </a:prstGeom>
          <a:solidFill>
            <a:srgbClr val="1A3A2A"/>
          </a:solidFill>
          <a:ln w="12700">
            <a:solidFill>
              <a:srgbClr val="1A3A2A"/>
            </a:solidFill>
            <a:prstDash val="solid"/>
          </a:ln>
        </p:spPr>
      </p:sp>
      <p:sp>
        <p:nvSpPr>
          <p:cNvPr id="123" name="Shape 121"/>
          <p:cNvSpPr/>
          <p:nvPr/>
        </p:nvSpPr>
        <p:spPr>
          <a:xfrm>
            <a:off x="594360" y="3017520"/>
            <a:ext cx="457200" cy="9144"/>
          </a:xfrm>
          <a:prstGeom prst="rect">
            <a:avLst/>
          </a:prstGeom>
          <a:solidFill>
            <a:srgbClr val="1A3A2A"/>
          </a:solidFill>
          <a:ln w="12700">
            <a:solidFill>
              <a:srgbClr val="1A3A2A"/>
            </a:solidFill>
            <a:prstDash val="solid"/>
          </a:ln>
        </p:spPr>
      </p:sp>
      <p:sp>
        <p:nvSpPr>
          <p:cNvPr id="124" name="Shape 122"/>
          <p:cNvSpPr/>
          <p:nvPr/>
        </p:nvSpPr>
        <p:spPr>
          <a:xfrm>
            <a:off x="1188720" y="3017520"/>
            <a:ext cx="457200" cy="9144"/>
          </a:xfrm>
          <a:prstGeom prst="rect">
            <a:avLst/>
          </a:prstGeom>
          <a:solidFill>
            <a:srgbClr val="1A3A2A"/>
          </a:solidFill>
          <a:ln w="12700">
            <a:solidFill>
              <a:srgbClr val="1A3A2A"/>
            </a:solidFill>
            <a:prstDash val="solid"/>
          </a:ln>
        </p:spPr>
      </p:sp>
      <p:sp>
        <p:nvSpPr>
          <p:cNvPr id="125" name="Shape 123"/>
          <p:cNvSpPr/>
          <p:nvPr/>
        </p:nvSpPr>
        <p:spPr>
          <a:xfrm>
            <a:off x="1783080" y="3017520"/>
            <a:ext cx="457200" cy="9144"/>
          </a:xfrm>
          <a:prstGeom prst="rect">
            <a:avLst/>
          </a:prstGeom>
          <a:solidFill>
            <a:srgbClr val="1A3A2A"/>
          </a:solidFill>
          <a:ln w="12700">
            <a:solidFill>
              <a:srgbClr val="1A3A2A"/>
            </a:solidFill>
            <a:prstDash val="solid"/>
          </a:ln>
        </p:spPr>
      </p:sp>
      <p:sp>
        <p:nvSpPr>
          <p:cNvPr id="126" name="Shape 124"/>
          <p:cNvSpPr/>
          <p:nvPr/>
        </p:nvSpPr>
        <p:spPr>
          <a:xfrm>
            <a:off x="2377440" y="3017520"/>
            <a:ext cx="457200" cy="9144"/>
          </a:xfrm>
          <a:prstGeom prst="rect">
            <a:avLst/>
          </a:prstGeom>
          <a:solidFill>
            <a:srgbClr val="1A3A2A"/>
          </a:solidFill>
          <a:ln w="12700">
            <a:solidFill>
              <a:srgbClr val="1A3A2A"/>
            </a:solidFill>
            <a:prstDash val="solid"/>
          </a:ln>
        </p:spPr>
      </p:sp>
      <p:sp>
        <p:nvSpPr>
          <p:cNvPr id="127" name="Shape 125"/>
          <p:cNvSpPr/>
          <p:nvPr/>
        </p:nvSpPr>
        <p:spPr>
          <a:xfrm>
            <a:off x="2971800" y="3017520"/>
            <a:ext cx="457200" cy="9144"/>
          </a:xfrm>
          <a:prstGeom prst="rect">
            <a:avLst/>
          </a:prstGeom>
          <a:solidFill>
            <a:srgbClr val="1A3A2A"/>
          </a:solidFill>
          <a:ln w="12700">
            <a:solidFill>
              <a:srgbClr val="1A3A2A"/>
            </a:solidFill>
            <a:prstDash val="solid"/>
          </a:ln>
        </p:spPr>
      </p:sp>
      <p:sp>
        <p:nvSpPr>
          <p:cNvPr id="128" name="Shape 126"/>
          <p:cNvSpPr/>
          <p:nvPr/>
        </p:nvSpPr>
        <p:spPr>
          <a:xfrm>
            <a:off x="3566160" y="3017520"/>
            <a:ext cx="457200" cy="9144"/>
          </a:xfrm>
          <a:prstGeom prst="rect">
            <a:avLst/>
          </a:prstGeom>
          <a:solidFill>
            <a:srgbClr val="1A3A2A"/>
          </a:solidFill>
          <a:ln w="12700">
            <a:solidFill>
              <a:srgbClr val="1A3A2A"/>
            </a:solidFill>
            <a:prstDash val="solid"/>
          </a:ln>
        </p:spPr>
      </p:sp>
      <p:sp>
        <p:nvSpPr>
          <p:cNvPr id="129" name="Shape 127"/>
          <p:cNvSpPr/>
          <p:nvPr/>
        </p:nvSpPr>
        <p:spPr>
          <a:xfrm>
            <a:off x="4160520" y="3017520"/>
            <a:ext cx="457200" cy="9144"/>
          </a:xfrm>
          <a:prstGeom prst="rect">
            <a:avLst/>
          </a:prstGeom>
          <a:solidFill>
            <a:srgbClr val="1A3A2A"/>
          </a:solidFill>
          <a:ln w="12700">
            <a:solidFill>
              <a:srgbClr val="1A3A2A"/>
            </a:solidFill>
            <a:prstDash val="solid"/>
          </a:ln>
        </p:spPr>
      </p:sp>
      <p:sp>
        <p:nvSpPr>
          <p:cNvPr id="130" name="Shape 128"/>
          <p:cNvSpPr/>
          <p:nvPr/>
        </p:nvSpPr>
        <p:spPr>
          <a:xfrm>
            <a:off x="4754880" y="3017520"/>
            <a:ext cx="457200" cy="9144"/>
          </a:xfrm>
          <a:prstGeom prst="rect">
            <a:avLst/>
          </a:prstGeom>
          <a:solidFill>
            <a:srgbClr val="1A3A2A"/>
          </a:solidFill>
          <a:ln w="12700">
            <a:solidFill>
              <a:srgbClr val="1A3A2A"/>
            </a:solidFill>
            <a:prstDash val="solid"/>
          </a:ln>
        </p:spPr>
      </p:sp>
      <p:sp>
        <p:nvSpPr>
          <p:cNvPr id="131" name="Shape 129"/>
          <p:cNvSpPr/>
          <p:nvPr/>
        </p:nvSpPr>
        <p:spPr>
          <a:xfrm>
            <a:off x="5349240" y="3017520"/>
            <a:ext cx="457200" cy="9144"/>
          </a:xfrm>
          <a:prstGeom prst="rect">
            <a:avLst/>
          </a:prstGeom>
          <a:solidFill>
            <a:srgbClr val="1A3A2A"/>
          </a:solidFill>
          <a:ln w="12700">
            <a:solidFill>
              <a:srgbClr val="1A3A2A"/>
            </a:solidFill>
            <a:prstDash val="solid"/>
          </a:ln>
        </p:spPr>
      </p:sp>
      <p:sp>
        <p:nvSpPr>
          <p:cNvPr id="132" name="Shape 130"/>
          <p:cNvSpPr/>
          <p:nvPr/>
        </p:nvSpPr>
        <p:spPr>
          <a:xfrm>
            <a:off x="5943600" y="3017520"/>
            <a:ext cx="457200" cy="9144"/>
          </a:xfrm>
          <a:prstGeom prst="rect">
            <a:avLst/>
          </a:prstGeom>
          <a:solidFill>
            <a:srgbClr val="1A3A2A"/>
          </a:solidFill>
          <a:ln w="12700">
            <a:solidFill>
              <a:srgbClr val="1A3A2A"/>
            </a:solidFill>
            <a:prstDash val="solid"/>
          </a:ln>
        </p:spPr>
      </p:sp>
      <p:sp>
        <p:nvSpPr>
          <p:cNvPr id="133" name="Shape 131"/>
          <p:cNvSpPr/>
          <p:nvPr/>
        </p:nvSpPr>
        <p:spPr>
          <a:xfrm>
            <a:off x="6537960" y="3017520"/>
            <a:ext cx="457200" cy="9144"/>
          </a:xfrm>
          <a:prstGeom prst="rect">
            <a:avLst/>
          </a:prstGeom>
          <a:solidFill>
            <a:srgbClr val="1A3A2A"/>
          </a:solidFill>
          <a:ln w="12700">
            <a:solidFill>
              <a:srgbClr val="1A3A2A"/>
            </a:solidFill>
            <a:prstDash val="solid"/>
          </a:ln>
        </p:spPr>
      </p:sp>
      <p:sp>
        <p:nvSpPr>
          <p:cNvPr id="134" name="Shape 132"/>
          <p:cNvSpPr/>
          <p:nvPr/>
        </p:nvSpPr>
        <p:spPr>
          <a:xfrm>
            <a:off x="7132320" y="3017520"/>
            <a:ext cx="457200" cy="9144"/>
          </a:xfrm>
          <a:prstGeom prst="rect">
            <a:avLst/>
          </a:prstGeom>
          <a:solidFill>
            <a:srgbClr val="1A3A2A"/>
          </a:solidFill>
          <a:ln w="12700">
            <a:solidFill>
              <a:srgbClr val="1A3A2A"/>
            </a:solidFill>
            <a:prstDash val="solid"/>
          </a:ln>
        </p:spPr>
      </p:sp>
      <p:sp>
        <p:nvSpPr>
          <p:cNvPr id="135" name="Shape 133"/>
          <p:cNvSpPr/>
          <p:nvPr/>
        </p:nvSpPr>
        <p:spPr>
          <a:xfrm>
            <a:off x="7726680" y="3017520"/>
            <a:ext cx="457200" cy="9144"/>
          </a:xfrm>
          <a:prstGeom prst="rect">
            <a:avLst/>
          </a:prstGeom>
          <a:solidFill>
            <a:srgbClr val="1A3A2A"/>
          </a:solidFill>
          <a:ln w="12700">
            <a:solidFill>
              <a:srgbClr val="1A3A2A"/>
            </a:solidFill>
            <a:prstDash val="solid"/>
          </a:ln>
        </p:spPr>
      </p:sp>
      <p:sp>
        <p:nvSpPr>
          <p:cNvPr id="136" name="Shape 134"/>
          <p:cNvSpPr/>
          <p:nvPr/>
        </p:nvSpPr>
        <p:spPr>
          <a:xfrm>
            <a:off x="8321040" y="3017520"/>
            <a:ext cx="457200" cy="9144"/>
          </a:xfrm>
          <a:prstGeom prst="rect">
            <a:avLst/>
          </a:prstGeom>
          <a:solidFill>
            <a:srgbClr val="1A3A2A"/>
          </a:solidFill>
          <a:ln w="12700">
            <a:solidFill>
              <a:srgbClr val="1A3A2A"/>
            </a:solidFill>
            <a:prstDash val="solid"/>
          </a:ln>
        </p:spPr>
      </p:sp>
      <p:sp>
        <p:nvSpPr>
          <p:cNvPr id="137" name="Shape 135"/>
          <p:cNvSpPr/>
          <p:nvPr/>
        </p:nvSpPr>
        <p:spPr>
          <a:xfrm>
            <a:off x="8915400" y="3017520"/>
            <a:ext cx="457200" cy="9144"/>
          </a:xfrm>
          <a:prstGeom prst="rect">
            <a:avLst/>
          </a:prstGeom>
          <a:solidFill>
            <a:srgbClr val="1A3A2A"/>
          </a:solidFill>
          <a:ln w="12700">
            <a:solidFill>
              <a:srgbClr val="1A3A2A"/>
            </a:solidFill>
            <a:prstDash val="solid"/>
          </a:ln>
        </p:spPr>
      </p:sp>
      <p:sp>
        <p:nvSpPr>
          <p:cNvPr id="138" name="Shape 136"/>
          <p:cNvSpPr/>
          <p:nvPr/>
        </p:nvSpPr>
        <p:spPr>
          <a:xfrm>
            <a:off x="9509760" y="3017520"/>
            <a:ext cx="457200" cy="9144"/>
          </a:xfrm>
          <a:prstGeom prst="rect">
            <a:avLst/>
          </a:prstGeom>
          <a:solidFill>
            <a:srgbClr val="1A3A2A"/>
          </a:solidFill>
          <a:ln w="12700">
            <a:solidFill>
              <a:srgbClr val="1A3A2A"/>
            </a:solidFill>
            <a:prstDash val="solid"/>
          </a:ln>
        </p:spPr>
      </p:sp>
      <p:sp>
        <p:nvSpPr>
          <p:cNvPr id="139" name="Shape 137"/>
          <p:cNvSpPr/>
          <p:nvPr/>
        </p:nvSpPr>
        <p:spPr>
          <a:xfrm>
            <a:off x="10104120" y="3017520"/>
            <a:ext cx="457200" cy="9144"/>
          </a:xfrm>
          <a:prstGeom prst="rect">
            <a:avLst/>
          </a:prstGeom>
          <a:solidFill>
            <a:srgbClr val="1A3A2A"/>
          </a:solidFill>
          <a:ln w="12700">
            <a:solidFill>
              <a:srgbClr val="1A3A2A"/>
            </a:solidFill>
            <a:prstDash val="solid"/>
          </a:ln>
        </p:spPr>
      </p:sp>
      <p:sp>
        <p:nvSpPr>
          <p:cNvPr id="140" name="Shape 138"/>
          <p:cNvSpPr/>
          <p:nvPr/>
        </p:nvSpPr>
        <p:spPr>
          <a:xfrm>
            <a:off x="10698480" y="3017520"/>
            <a:ext cx="457200" cy="9144"/>
          </a:xfrm>
          <a:prstGeom prst="rect">
            <a:avLst/>
          </a:prstGeom>
          <a:solidFill>
            <a:srgbClr val="1A3A2A"/>
          </a:solidFill>
          <a:ln w="12700">
            <a:solidFill>
              <a:srgbClr val="1A3A2A"/>
            </a:solidFill>
            <a:prstDash val="solid"/>
          </a:ln>
        </p:spPr>
      </p:sp>
      <p:sp>
        <p:nvSpPr>
          <p:cNvPr id="141" name="Shape 139"/>
          <p:cNvSpPr/>
          <p:nvPr/>
        </p:nvSpPr>
        <p:spPr>
          <a:xfrm>
            <a:off x="11292840" y="3017520"/>
            <a:ext cx="457200" cy="9144"/>
          </a:xfrm>
          <a:prstGeom prst="rect">
            <a:avLst/>
          </a:prstGeom>
          <a:solidFill>
            <a:srgbClr val="1A3A2A"/>
          </a:solidFill>
          <a:ln w="12700">
            <a:solidFill>
              <a:srgbClr val="1A3A2A"/>
            </a:solidFill>
            <a:prstDash val="solid"/>
          </a:ln>
        </p:spPr>
      </p:sp>
      <p:sp>
        <p:nvSpPr>
          <p:cNvPr id="142" name="Shape 140"/>
          <p:cNvSpPr/>
          <p:nvPr/>
        </p:nvSpPr>
        <p:spPr>
          <a:xfrm>
            <a:off x="292608" y="3520440"/>
            <a:ext cx="457200" cy="9144"/>
          </a:xfrm>
          <a:prstGeom prst="rect">
            <a:avLst/>
          </a:prstGeom>
          <a:solidFill>
            <a:srgbClr val="1A3A2A"/>
          </a:solidFill>
          <a:ln w="12700">
            <a:solidFill>
              <a:srgbClr val="1A3A2A"/>
            </a:solidFill>
            <a:prstDash val="solid"/>
          </a:ln>
        </p:spPr>
      </p:sp>
      <p:sp>
        <p:nvSpPr>
          <p:cNvPr id="143" name="Shape 141"/>
          <p:cNvSpPr/>
          <p:nvPr/>
        </p:nvSpPr>
        <p:spPr>
          <a:xfrm>
            <a:off x="886968" y="3520440"/>
            <a:ext cx="457200" cy="9144"/>
          </a:xfrm>
          <a:prstGeom prst="rect">
            <a:avLst/>
          </a:prstGeom>
          <a:solidFill>
            <a:srgbClr val="1A3A2A"/>
          </a:solidFill>
          <a:ln w="12700">
            <a:solidFill>
              <a:srgbClr val="1A3A2A"/>
            </a:solidFill>
            <a:prstDash val="solid"/>
          </a:ln>
        </p:spPr>
      </p:sp>
      <p:sp>
        <p:nvSpPr>
          <p:cNvPr id="144" name="Shape 142"/>
          <p:cNvSpPr/>
          <p:nvPr/>
        </p:nvSpPr>
        <p:spPr>
          <a:xfrm>
            <a:off x="1481328" y="3520440"/>
            <a:ext cx="457200" cy="9144"/>
          </a:xfrm>
          <a:prstGeom prst="rect">
            <a:avLst/>
          </a:prstGeom>
          <a:solidFill>
            <a:srgbClr val="1A3A2A"/>
          </a:solidFill>
          <a:ln w="12700">
            <a:solidFill>
              <a:srgbClr val="1A3A2A"/>
            </a:solidFill>
            <a:prstDash val="solid"/>
          </a:ln>
        </p:spPr>
      </p:sp>
      <p:sp>
        <p:nvSpPr>
          <p:cNvPr id="145" name="Shape 143"/>
          <p:cNvSpPr/>
          <p:nvPr/>
        </p:nvSpPr>
        <p:spPr>
          <a:xfrm>
            <a:off x="2075688" y="3520440"/>
            <a:ext cx="457200" cy="9144"/>
          </a:xfrm>
          <a:prstGeom prst="rect">
            <a:avLst/>
          </a:prstGeom>
          <a:solidFill>
            <a:srgbClr val="1A3A2A"/>
          </a:solidFill>
          <a:ln w="12700">
            <a:solidFill>
              <a:srgbClr val="1A3A2A"/>
            </a:solidFill>
            <a:prstDash val="solid"/>
          </a:ln>
        </p:spPr>
      </p:sp>
      <p:sp>
        <p:nvSpPr>
          <p:cNvPr id="146" name="Shape 144"/>
          <p:cNvSpPr/>
          <p:nvPr/>
        </p:nvSpPr>
        <p:spPr>
          <a:xfrm>
            <a:off x="2670048" y="3520440"/>
            <a:ext cx="457200" cy="9144"/>
          </a:xfrm>
          <a:prstGeom prst="rect">
            <a:avLst/>
          </a:prstGeom>
          <a:solidFill>
            <a:srgbClr val="1A3A2A"/>
          </a:solidFill>
          <a:ln w="12700">
            <a:solidFill>
              <a:srgbClr val="1A3A2A"/>
            </a:solidFill>
            <a:prstDash val="solid"/>
          </a:ln>
        </p:spPr>
      </p:sp>
      <p:sp>
        <p:nvSpPr>
          <p:cNvPr id="147" name="Shape 145"/>
          <p:cNvSpPr/>
          <p:nvPr/>
        </p:nvSpPr>
        <p:spPr>
          <a:xfrm>
            <a:off x="3264408" y="3520440"/>
            <a:ext cx="457200" cy="9144"/>
          </a:xfrm>
          <a:prstGeom prst="rect">
            <a:avLst/>
          </a:prstGeom>
          <a:solidFill>
            <a:srgbClr val="1A3A2A"/>
          </a:solidFill>
          <a:ln w="12700">
            <a:solidFill>
              <a:srgbClr val="1A3A2A"/>
            </a:solidFill>
            <a:prstDash val="solid"/>
          </a:ln>
        </p:spPr>
      </p:sp>
      <p:sp>
        <p:nvSpPr>
          <p:cNvPr id="148" name="Shape 146"/>
          <p:cNvSpPr/>
          <p:nvPr/>
        </p:nvSpPr>
        <p:spPr>
          <a:xfrm>
            <a:off x="3858768" y="3520440"/>
            <a:ext cx="457200" cy="9144"/>
          </a:xfrm>
          <a:prstGeom prst="rect">
            <a:avLst/>
          </a:prstGeom>
          <a:solidFill>
            <a:srgbClr val="1A3A2A"/>
          </a:solidFill>
          <a:ln w="12700">
            <a:solidFill>
              <a:srgbClr val="1A3A2A"/>
            </a:solidFill>
            <a:prstDash val="solid"/>
          </a:ln>
        </p:spPr>
      </p:sp>
      <p:sp>
        <p:nvSpPr>
          <p:cNvPr id="149" name="Shape 147"/>
          <p:cNvSpPr/>
          <p:nvPr/>
        </p:nvSpPr>
        <p:spPr>
          <a:xfrm>
            <a:off x="4453128" y="3520440"/>
            <a:ext cx="457200" cy="9144"/>
          </a:xfrm>
          <a:prstGeom prst="rect">
            <a:avLst/>
          </a:prstGeom>
          <a:solidFill>
            <a:srgbClr val="1A3A2A"/>
          </a:solidFill>
          <a:ln w="12700">
            <a:solidFill>
              <a:srgbClr val="1A3A2A"/>
            </a:solidFill>
            <a:prstDash val="solid"/>
          </a:ln>
        </p:spPr>
      </p:sp>
      <p:sp>
        <p:nvSpPr>
          <p:cNvPr id="150" name="Shape 148"/>
          <p:cNvSpPr/>
          <p:nvPr/>
        </p:nvSpPr>
        <p:spPr>
          <a:xfrm>
            <a:off x="5047488" y="3520440"/>
            <a:ext cx="457200" cy="9144"/>
          </a:xfrm>
          <a:prstGeom prst="rect">
            <a:avLst/>
          </a:prstGeom>
          <a:solidFill>
            <a:srgbClr val="1A3A2A"/>
          </a:solidFill>
          <a:ln w="12700">
            <a:solidFill>
              <a:srgbClr val="1A3A2A"/>
            </a:solidFill>
            <a:prstDash val="solid"/>
          </a:ln>
        </p:spPr>
      </p:sp>
      <p:sp>
        <p:nvSpPr>
          <p:cNvPr id="151" name="Shape 149"/>
          <p:cNvSpPr/>
          <p:nvPr/>
        </p:nvSpPr>
        <p:spPr>
          <a:xfrm>
            <a:off x="5641848" y="3520440"/>
            <a:ext cx="457200" cy="9144"/>
          </a:xfrm>
          <a:prstGeom prst="rect">
            <a:avLst/>
          </a:prstGeom>
          <a:solidFill>
            <a:srgbClr val="1A3A2A"/>
          </a:solidFill>
          <a:ln w="12700">
            <a:solidFill>
              <a:srgbClr val="1A3A2A"/>
            </a:solidFill>
            <a:prstDash val="solid"/>
          </a:ln>
        </p:spPr>
      </p:sp>
      <p:sp>
        <p:nvSpPr>
          <p:cNvPr id="152" name="Shape 150"/>
          <p:cNvSpPr/>
          <p:nvPr/>
        </p:nvSpPr>
        <p:spPr>
          <a:xfrm>
            <a:off x="6236208" y="3520440"/>
            <a:ext cx="457200" cy="9144"/>
          </a:xfrm>
          <a:prstGeom prst="rect">
            <a:avLst/>
          </a:prstGeom>
          <a:solidFill>
            <a:srgbClr val="1A3A2A"/>
          </a:solidFill>
          <a:ln w="12700">
            <a:solidFill>
              <a:srgbClr val="1A3A2A"/>
            </a:solidFill>
            <a:prstDash val="solid"/>
          </a:ln>
        </p:spPr>
      </p:sp>
      <p:sp>
        <p:nvSpPr>
          <p:cNvPr id="153" name="Shape 151"/>
          <p:cNvSpPr/>
          <p:nvPr/>
        </p:nvSpPr>
        <p:spPr>
          <a:xfrm>
            <a:off x="6830568" y="3520440"/>
            <a:ext cx="457200" cy="9144"/>
          </a:xfrm>
          <a:prstGeom prst="rect">
            <a:avLst/>
          </a:prstGeom>
          <a:solidFill>
            <a:srgbClr val="1A3A2A"/>
          </a:solidFill>
          <a:ln w="12700">
            <a:solidFill>
              <a:srgbClr val="1A3A2A"/>
            </a:solidFill>
            <a:prstDash val="solid"/>
          </a:ln>
        </p:spPr>
      </p:sp>
      <p:sp>
        <p:nvSpPr>
          <p:cNvPr id="154" name="Shape 152"/>
          <p:cNvSpPr/>
          <p:nvPr/>
        </p:nvSpPr>
        <p:spPr>
          <a:xfrm>
            <a:off x="7424928" y="3520440"/>
            <a:ext cx="457200" cy="9144"/>
          </a:xfrm>
          <a:prstGeom prst="rect">
            <a:avLst/>
          </a:prstGeom>
          <a:solidFill>
            <a:srgbClr val="1A3A2A"/>
          </a:solidFill>
          <a:ln w="12700">
            <a:solidFill>
              <a:srgbClr val="1A3A2A"/>
            </a:solidFill>
            <a:prstDash val="solid"/>
          </a:ln>
        </p:spPr>
      </p:sp>
      <p:sp>
        <p:nvSpPr>
          <p:cNvPr id="155" name="Shape 153"/>
          <p:cNvSpPr/>
          <p:nvPr/>
        </p:nvSpPr>
        <p:spPr>
          <a:xfrm>
            <a:off x="8019288" y="3520440"/>
            <a:ext cx="457200" cy="9144"/>
          </a:xfrm>
          <a:prstGeom prst="rect">
            <a:avLst/>
          </a:prstGeom>
          <a:solidFill>
            <a:srgbClr val="1A3A2A"/>
          </a:solidFill>
          <a:ln w="12700">
            <a:solidFill>
              <a:srgbClr val="1A3A2A"/>
            </a:solidFill>
            <a:prstDash val="solid"/>
          </a:ln>
        </p:spPr>
      </p:sp>
      <p:sp>
        <p:nvSpPr>
          <p:cNvPr id="156" name="Shape 154"/>
          <p:cNvSpPr/>
          <p:nvPr/>
        </p:nvSpPr>
        <p:spPr>
          <a:xfrm>
            <a:off x="8613648" y="3520440"/>
            <a:ext cx="457200" cy="9144"/>
          </a:xfrm>
          <a:prstGeom prst="rect">
            <a:avLst/>
          </a:prstGeom>
          <a:solidFill>
            <a:srgbClr val="1A3A2A"/>
          </a:solidFill>
          <a:ln w="12700">
            <a:solidFill>
              <a:srgbClr val="1A3A2A"/>
            </a:solidFill>
            <a:prstDash val="solid"/>
          </a:ln>
        </p:spPr>
      </p:sp>
      <p:sp>
        <p:nvSpPr>
          <p:cNvPr id="157" name="Shape 155"/>
          <p:cNvSpPr/>
          <p:nvPr/>
        </p:nvSpPr>
        <p:spPr>
          <a:xfrm>
            <a:off x="9208008" y="3520440"/>
            <a:ext cx="457200" cy="9144"/>
          </a:xfrm>
          <a:prstGeom prst="rect">
            <a:avLst/>
          </a:prstGeom>
          <a:solidFill>
            <a:srgbClr val="1A3A2A"/>
          </a:solidFill>
          <a:ln w="12700">
            <a:solidFill>
              <a:srgbClr val="1A3A2A"/>
            </a:solidFill>
            <a:prstDash val="solid"/>
          </a:ln>
        </p:spPr>
      </p:sp>
      <p:sp>
        <p:nvSpPr>
          <p:cNvPr id="158" name="Shape 156"/>
          <p:cNvSpPr/>
          <p:nvPr/>
        </p:nvSpPr>
        <p:spPr>
          <a:xfrm>
            <a:off x="9802368" y="3520440"/>
            <a:ext cx="457200" cy="9144"/>
          </a:xfrm>
          <a:prstGeom prst="rect">
            <a:avLst/>
          </a:prstGeom>
          <a:solidFill>
            <a:srgbClr val="1A3A2A"/>
          </a:solidFill>
          <a:ln w="12700">
            <a:solidFill>
              <a:srgbClr val="1A3A2A"/>
            </a:solidFill>
            <a:prstDash val="solid"/>
          </a:ln>
        </p:spPr>
      </p:sp>
      <p:sp>
        <p:nvSpPr>
          <p:cNvPr id="159" name="Shape 157"/>
          <p:cNvSpPr/>
          <p:nvPr/>
        </p:nvSpPr>
        <p:spPr>
          <a:xfrm>
            <a:off x="10396728" y="3520440"/>
            <a:ext cx="457200" cy="9144"/>
          </a:xfrm>
          <a:prstGeom prst="rect">
            <a:avLst/>
          </a:prstGeom>
          <a:solidFill>
            <a:srgbClr val="1A3A2A"/>
          </a:solidFill>
          <a:ln w="12700">
            <a:solidFill>
              <a:srgbClr val="1A3A2A"/>
            </a:solidFill>
            <a:prstDash val="solid"/>
          </a:ln>
        </p:spPr>
      </p:sp>
      <p:sp>
        <p:nvSpPr>
          <p:cNvPr id="160" name="Shape 158"/>
          <p:cNvSpPr/>
          <p:nvPr/>
        </p:nvSpPr>
        <p:spPr>
          <a:xfrm>
            <a:off x="10991088" y="3520440"/>
            <a:ext cx="457200" cy="9144"/>
          </a:xfrm>
          <a:prstGeom prst="rect">
            <a:avLst/>
          </a:prstGeom>
          <a:solidFill>
            <a:srgbClr val="1A3A2A"/>
          </a:solidFill>
          <a:ln w="12700">
            <a:solidFill>
              <a:srgbClr val="1A3A2A"/>
            </a:solidFill>
            <a:prstDash val="solid"/>
          </a:ln>
        </p:spPr>
      </p:sp>
      <p:sp>
        <p:nvSpPr>
          <p:cNvPr id="161" name="Shape 159"/>
          <p:cNvSpPr/>
          <p:nvPr/>
        </p:nvSpPr>
        <p:spPr>
          <a:xfrm>
            <a:off x="11585448" y="3520440"/>
            <a:ext cx="457200" cy="9144"/>
          </a:xfrm>
          <a:prstGeom prst="rect">
            <a:avLst/>
          </a:prstGeom>
          <a:solidFill>
            <a:srgbClr val="1A3A2A"/>
          </a:solidFill>
          <a:ln w="12700">
            <a:solidFill>
              <a:srgbClr val="1A3A2A"/>
            </a:solidFill>
            <a:prstDash val="solid"/>
          </a:ln>
        </p:spPr>
      </p:sp>
      <p:sp>
        <p:nvSpPr>
          <p:cNvPr id="162" name="Shape 160"/>
          <p:cNvSpPr/>
          <p:nvPr/>
        </p:nvSpPr>
        <p:spPr>
          <a:xfrm>
            <a:off x="9811512" y="-1463040"/>
            <a:ext cx="3840480" cy="3840480"/>
          </a:xfrm>
          <a:prstGeom prst="ellipse">
            <a:avLst/>
          </a:prstGeom>
          <a:solidFill>
            <a:srgbClr val="0A2018"/>
          </a:solidFill>
          <a:ln w="6350">
            <a:solidFill>
              <a:srgbClr val="00FF88"/>
            </a:solidFill>
            <a:prstDash val="solid"/>
          </a:ln>
          <a:effectLst>
            <a:outerShdw sx="100000" sy="100000" kx="0" ky="0" algn="bl" rotWithShape="0" blurRad="254000" dist="50800" dir="16200000">
              <a:srgbClr val="00FF88">
                <a:alpha val="50000"/>
              </a:srgbClr>
            </a:outerShdw>
          </a:effectLst>
        </p:spPr>
      </p:sp>
      <p:sp>
        <p:nvSpPr>
          <p:cNvPr id="163" name="Shape 161"/>
          <p:cNvSpPr/>
          <p:nvPr/>
        </p:nvSpPr>
        <p:spPr>
          <a:xfrm>
            <a:off x="10360152" y="-914400"/>
            <a:ext cx="2743200" cy="2743200"/>
          </a:xfrm>
          <a:prstGeom prst="ellipse">
            <a:avLst/>
          </a:prstGeom>
          <a:solidFill>
            <a:srgbClr val="0F2820"/>
          </a:solidFill>
          <a:ln w="6350">
            <a:solidFill>
              <a:srgbClr val="00FF88"/>
            </a:solidFill>
            <a:prstDash val="solid"/>
          </a:ln>
          <a:effectLst>
            <a:outerShdw sx="100000" sy="100000" kx="0" ky="0" algn="bl" rotWithShape="0" blurRad="254000" dist="50800" dir="16200000">
              <a:srgbClr val="00FF88">
                <a:alpha val="50000"/>
              </a:srgbClr>
            </a:outerShdw>
          </a:effectLst>
        </p:spPr>
      </p:sp>
      <p:sp>
        <p:nvSpPr>
          <p:cNvPr id="164" name="Shape 162"/>
          <p:cNvSpPr/>
          <p:nvPr/>
        </p:nvSpPr>
        <p:spPr>
          <a:xfrm>
            <a:off x="10908792" y="-365760"/>
            <a:ext cx="1645920" cy="1645920"/>
          </a:xfrm>
          <a:prstGeom prst="ellipse">
            <a:avLst/>
          </a:prstGeom>
          <a:solidFill>
            <a:srgbClr val="0D2016"/>
          </a:solidFill>
          <a:ln w="6350">
            <a:solidFill>
              <a:srgbClr val="00FF88"/>
            </a:solidFill>
            <a:prstDash val="solid"/>
          </a:ln>
          <a:effectLst>
            <a:outerShdw sx="100000" sy="100000" kx="0" ky="0" algn="bl" rotWithShape="0" blurRad="254000" dist="50800" dir="16200000">
              <a:srgbClr val="00FF88">
                <a:alpha val="50000"/>
              </a:srgbClr>
            </a:outerShdw>
          </a:effectLst>
        </p:spPr>
      </p:sp>
      <p:sp>
        <p:nvSpPr>
          <p:cNvPr id="165" name="Shape 163"/>
          <p:cNvSpPr/>
          <p:nvPr/>
        </p:nvSpPr>
        <p:spPr>
          <a:xfrm>
            <a:off x="10972800" y="-274320"/>
            <a:ext cx="914400" cy="914400"/>
          </a:xfrm>
          <a:prstGeom prst="ellipse">
            <a:avLst/>
          </a:prstGeom>
          <a:solidFill>
            <a:srgbClr val="00FF88"/>
          </a:solidFill>
          <a:ln/>
          <a:effectLst>
            <a:outerShdw sx="100000" sy="100000" kx="0" ky="0" algn="bl" rotWithShape="0" blurRad="254000" dist="50800" dir="16200000">
              <a:srgbClr val="00FF88">
                <a:alpha val="50000"/>
              </a:srgbClr>
            </a:outerShdw>
          </a:effectLst>
        </p:spPr>
      </p:sp>
      <p:sp>
        <p:nvSpPr>
          <p:cNvPr id="166" name="Shape 164"/>
          <p:cNvSpPr/>
          <p:nvPr/>
        </p:nvSpPr>
        <p:spPr>
          <a:xfrm>
            <a:off x="0" y="0"/>
            <a:ext cx="73152" cy="6858000"/>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67" name="Shape 165"/>
          <p:cNvSpPr/>
          <p:nvPr/>
        </p:nvSpPr>
        <p:spPr>
          <a:xfrm>
            <a:off x="109728" y="0"/>
            <a:ext cx="27432" cy="6858000"/>
          </a:xfrm>
          <a:prstGeom prst="rect">
            <a:avLst/>
          </a:prstGeom>
          <a:solidFill>
            <a:srgbClr val="000000"/>
          </a:solidFill>
          <a:ln/>
        </p:spPr>
      </p:sp>
      <p:sp>
        <p:nvSpPr>
          <p:cNvPr id="168" name="Shape 166"/>
          <p:cNvSpPr/>
          <p:nvPr/>
        </p:nvSpPr>
        <p:spPr>
          <a:xfrm>
            <a:off x="0" y="3566160"/>
            <a:ext cx="12188952" cy="27432"/>
          </a:xfrm>
          <a:prstGeom prst="rect">
            <a:avLst/>
          </a:prstGeom>
          <a:solidFill>
            <a:srgbClr val="000000"/>
          </a:solidFill>
          <a:ln/>
        </p:spPr>
      </p:sp>
      <p:sp>
        <p:nvSpPr>
          <p:cNvPr id="169" name="Shape 167"/>
          <p:cNvSpPr/>
          <p:nvPr/>
        </p:nvSpPr>
        <p:spPr>
          <a:xfrm>
            <a:off x="0" y="4206240"/>
            <a:ext cx="12188952" cy="13716"/>
          </a:xfrm>
          <a:prstGeom prst="rect">
            <a:avLst/>
          </a:prstGeom>
          <a:solidFill>
            <a:srgbClr val="000000"/>
          </a:solidFill>
          <a:ln/>
        </p:spPr>
      </p:sp>
      <p:sp>
        <p:nvSpPr>
          <p:cNvPr id="170" name="Shape 168"/>
          <p:cNvSpPr/>
          <p:nvPr/>
        </p:nvSpPr>
        <p:spPr>
          <a:xfrm>
            <a:off x="228600" y="457200"/>
            <a:ext cx="548640" cy="45720"/>
          </a:xfrm>
          <a:prstGeom prst="rect">
            <a:avLst/>
          </a:prstGeom>
          <a:solidFill>
            <a:srgbClr val="00FF88"/>
          </a:solidFill>
          <a:ln/>
        </p:spPr>
      </p:sp>
      <p:sp>
        <p:nvSpPr>
          <p:cNvPr id="171" name="Shape 169"/>
          <p:cNvSpPr/>
          <p:nvPr/>
        </p:nvSpPr>
        <p:spPr>
          <a:xfrm>
            <a:off x="228600" y="457200"/>
            <a:ext cx="45720" cy="548640"/>
          </a:xfrm>
          <a:prstGeom prst="rect">
            <a:avLst/>
          </a:prstGeom>
          <a:solidFill>
            <a:srgbClr val="00FF88"/>
          </a:solidFill>
          <a:ln/>
        </p:spPr>
      </p:sp>
      <p:sp>
        <p:nvSpPr>
          <p:cNvPr id="172" name="Shape 170"/>
          <p:cNvSpPr/>
          <p:nvPr/>
        </p:nvSpPr>
        <p:spPr>
          <a:xfrm>
            <a:off x="228600" y="6217920"/>
            <a:ext cx="548640" cy="45720"/>
          </a:xfrm>
          <a:prstGeom prst="rect">
            <a:avLst/>
          </a:prstGeom>
          <a:solidFill>
            <a:srgbClr val="00FF88"/>
          </a:solidFill>
          <a:ln/>
        </p:spPr>
      </p:sp>
      <p:sp>
        <p:nvSpPr>
          <p:cNvPr id="173" name="Shape 171"/>
          <p:cNvSpPr/>
          <p:nvPr/>
        </p:nvSpPr>
        <p:spPr>
          <a:xfrm>
            <a:off x="228600" y="6217920"/>
            <a:ext cx="45720" cy="548640"/>
          </a:xfrm>
          <a:prstGeom prst="rect">
            <a:avLst/>
          </a:prstGeom>
          <a:solidFill>
            <a:srgbClr val="00FF88"/>
          </a:solidFill>
          <a:ln/>
        </p:spPr>
      </p:sp>
      <p:sp>
        <p:nvSpPr>
          <p:cNvPr id="174" name="Text 172"/>
          <p:cNvSpPr/>
          <p:nvPr/>
        </p:nvSpPr>
        <p:spPr>
          <a:xfrm>
            <a:off x="274320" y="731520"/>
            <a:ext cx="10058400" cy="1371600"/>
          </a:xfrm>
          <a:prstGeom prst="rect">
            <a:avLst/>
          </a:prstGeom>
          <a:noFill/>
          <a:ln/>
          <a:effectLst>
            <a:outerShdw sx="100000" sy="100000" kx="0" ky="0" algn="bl" rotWithShape="0" blurRad="254000" dist="50800" dir="16200000">
              <a:srgbClr val="00FF88">
                <a:alpha val="50000"/>
              </a:srgbClr>
            </a:outerShdw>
          </a:effectLst>
        </p:spPr>
        <p:txBody>
          <a:bodyPr wrap="square" rtlCol="0" anchor="ctr"/>
          <a:lstStyle/>
          <a:p>
            <a:pPr indent="0" marL="0">
              <a:buNone/>
            </a:pPr>
            <a:r>
              <a:rPr lang="en-US" sz="6200" b="1" dirty="0">
                <a:solidFill>
                  <a:srgbClr val="00FF88"/>
                </a:solidFill>
                <a:latin typeface="Trebuchet MS" pitchFamily="34" charset="0"/>
                <a:ea typeface="Trebuchet MS" pitchFamily="34" charset="-122"/>
                <a:cs typeface="Trebuchet MS" pitchFamily="34" charset="-120"/>
              </a:rPr>
              <a:t>AGRI-NEURAL TWIN</a:t>
            </a:r>
            <a:endParaRPr lang="en-US" sz="6200" dirty="0"/>
          </a:p>
        </p:txBody>
      </p:sp>
      <p:sp>
        <p:nvSpPr>
          <p:cNvPr id="175" name="Shape 173"/>
          <p:cNvSpPr/>
          <p:nvPr/>
        </p:nvSpPr>
        <p:spPr>
          <a:xfrm>
            <a:off x="274320" y="2148840"/>
            <a:ext cx="8686800" cy="27432"/>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76" name="Shape 174"/>
          <p:cNvSpPr/>
          <p:nvPr/>
        </p:nvSpPr>
        <p:spPr>
          <a:xfrm>
            <a:off x="274320" y="2176272"/>
            <a:ext cx="8686800" cy="9144"/>
          </a:xfrm>
          <a:prstGeom prst="rect">
            <a:avLst/>
          </a:prstGeom>
          <a:solidFill>
            <a:srgbClr val="000000"/>
          </a:solidFill>
          <a:ln/>
        </p:spPr>
      </p:sp>
      <p:sp>
        <p:nvSpPr>
          <p:cNvPr id="177" name="Text 175"/>
          <p:cNvSpPr/>
          <p:nvPr/>
        </p:nvSpPr>
        <p:spPr>
          <a:xfrm>
            <a:off x="274320" y="2286000"/>
            <a:ext cx="5486400" cy="640080"/>
          </a:xfrm>
          <a:prstGeom prst="rect">
            <a:avLst/>
          </a:prstGeom>
          <a:noFill/>
          <a:ln/>
          <a:effectLst>
            <a:outerShdw sx="100000" sy="100000" kx="0" ky="0" algn="bl" rotWithShape="0" blurRad="254000" dist="50800" dir="16200000">
              <a:srgbClr val="FFD700">
                <a:alpha val="50000"/>
              </a:srgbClr>
            </a:outerShdw>
          </a:effectLst>
        </p:spPr>
        <p:txBody>
          <a:bodyPr wrap="square" rtlCol="0" anchor="ctr"/>
          <a:lstStyle/>
          <a:p>
            <a:pPr indent="0" marL="0">
              <a:buNone/>
            </a:pPr>
            <a:r>
              <a:rPr lang="en-US" sz="2600" b="1" dirty="0">
                <a:solidFill>
                  <a:srgbClr val="FFD700"/>
                </a:solidFill>
                <a:latin typeface="Trebuchet MS" pitchFamily="34" charset="0"/>
                <a:ea typeface="Trebuchet MS" pitchFamily="34" charset="-122"/>
                <a:cs typeface="Trebuchet MS" pitchFamily="34" charset="-120"/>
              </a:rPr>
              <a:t>நிமிர்ந்து நில்</a:t>
            </a:r>
            <a:endParaRPr lang="en-US" sz="2600" dirty="0"/>
          </a:p>
        </p:txBody>
      </p:sp>
      <p:sp>
        <p:nvSpPr>
          <p:cNvPr id="178" name="Text 176"/>
          <p:cNvSpPr/>
          <p:nvPr/>
        </p:nvSpPr>
        <p:spPr>
          <a:xfrm>
            <a:off x="5943600" y="2377440"/>
            <a:ext cx="4572000" cy="457200"/>
          </a:xfrm>
          <a:prstGeom prst="rect">
            <a:avLst/>
          </a:prstGeom>
          <a:noFill/>
          <a:ln/>
        </p:spPr>
        <p:txBody>
          <a:bodyPr wrap="square" rtlCol="0" anchor="ctr"/>
          <a:lstStyle/>
          <a:p>
            <a:pPr indent="0" marL="0">
              <a:buNone/>
            </a:pPr>
            <a:r>
              <a:rPr lang="en-US" sz="1600" i="1" dirty="0">
                <a:solidFill>
                  <a:srgbClr val="00FFFF"/>
                </a:solidFill>
                <a:latin typeface="Calibri" pitchFamily="34" charset="0"/>
                <a:ea typeface="Calibri" pitchFamily="34" charset="-122"/>
                <a:cs typeface="Calibri" pitchFamily="34" charset="-120"/>
              </a:rPr>
              <a:t>[ NIMIRNDHU NIL ]</a:t>
            </a:r>
            <a:endParaRPr lang="en-US" sz="1600" dirty="0"/>
          </a:p>
        </p:txBody>
      </p:sp>
      <p:sp>
        <p:nvSpPr>
          <p:cNvPr id="179" name="Text 177"/>
          <p:cNvSpPr/>
          <p:nvPr/>
        </p:nvSpPr>
        <p:spPr>
          <a:xfrm>
            <a:off x="274320" y="2999232"/>
            <a:ext cx="9144000" cy="4114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District Intelligence &amp; Agricultural Risk Engine for Tamil Nadu</a:t>
            </a:r>
            <a:endParaRPr lang="en-US" sz="1400" dirty="0"/>
          </a:p>
        </p:txBody>
      </p:sp>
      <p:sp>
        <p:nvSpPr>
          <p:cNvPr id="180" name="Shape 178"/>
          <p:cNvSpPr/>
          <p:nvPr/>
        </p:nvSpPr>
        <p:spPr>
          <a:xfrm>
            <a:off x="274320" y="3566160"/>
            <a:ext cx="7132320" cy="1691640"/>
          </a:xfrm>
          <a:prstGeom prst="rect">
            <a:avLst/>
          </a:prstGeom>
          <a:solidFill>
            <a:srgbClr val="0D2016"/>
          </a:solidFill>
          <a:ln w="10160">
            <a:solidFill>
              <a:srgbClr val="00FF88"/>
            </a:solidFill>
            <a:prstDash val="solid"/>
          </a:ln>
          <a:effectLst>
            <a:outerShdw sx="100000" sy="100000" kx="0" ky="0" algn="bl" rotWithShape="0" blurRad="152400" dist="50800" dir="2700000">
              <a:srgbClr val="000000">
                <a:alpha val="60000"/>
              </a:srgbClr>
            </a:outerShdw>
          </a:effectLst>
        </p:spPr>
      </p:sp>
      <p:sp>
        <p:nvSpPr>
          <p:cNvPr id="181" name="Shape 179"/>
          <p:cNvSpPr/>
          <p:nvPr/>
        </p:nvSpPr>
        <p:spPr>
          <a:xfrm>
            <a:off x="274320" y="3566160"/>
            <a:ext cx="7132320" cy="54864"/>
          </a:xfrm>
          <a:prstGeom prst="rect">
            <a:avLst/>
          </a:prstGeom>
          <a:solidFill>
            <a:srgbClr val="00FF88"/>
          </a:solidFill>
          <a:ln/>
        </p:spPr>
      </p:sp>
      <p:sp>
        <p:nvSpPr>
          <p:cNvPr id="182" name="Text 180"/>
          <p:cNvSpPr/>
          <p:nvPr/>
        </p:nvSpPr>
        <p:spPr>
          <a:xfrm>
            <a:off x="411480" y="3621024"/>
            <a:ext cx="6858000" cy="320040"/>
          </a:xfrm>
          <a:prstGeom prst="rect">
            <a:avLst/>
          </a:prstGeom>
          <a:noFill/>
          <a:ln/>
        </p:spPr>
        <p:txBody>
          <a:bodyPr wrap="square" rtlCol="0" anchor="ctr"/>
          <a:lstStyle/>
          <a:p>
            <a:pPr indent="0" marL="0">
              <a:buNone/>
            </a:pPr>
            <a:r>
              <a:rPr lang="en-US" sz="1100" b="1" dirty="0">
                <a:solidFill>
                  <a:srgbClr val="00FF88"/>
                </a:solidFill>
                <a:latin typeface="Trebuchet MS" pitchFamily="34" charset="0"/>
                <a:ea typeface="Trebuchet MS" pitchFamily="34" charset="-122"/>
                <a:cs typeface="Trebuchet MS" pitchFamily="34" charset="-120"/>
              </a:rPr>
              <a:t>▶  TEAM: UZHAVAR INTELLIGENCE</a:t>
            </a:r>
            <a:endParaRPr lang="en-US" sz="1100" dirty="0"/>
          </a:p>
        </p:txBody>
      </p:sp>
      <p:sp>
        <p:nvSpPr>
          <p:cNvPr id="183" name="Text 181"/>
          <p:cNvSpPr/>
          <p:nvPr/>
        </p:nvSpPr>
        <p:spPr>
          <a:xfrm>
            <a:off x="411480" y="3959352"/>
            <a:ext cx="6858000" cy="274320"/>
          </a:xfrm>
          <a:prstGeom prst="rect">
            <a:avLst/>
          </a:prstGeom>
          <a:noFill/>
          <a:ln/>
        </p:spPr>
        <p:txBody>
          <a:bodyPr wrap="square" rtlCol="0" anchor="ctr"/>
          <a:lstStyle/>
          <a:p>
            <a:pPr indent="0" marL="0">
              <a:buNone/>
            </a:pPr>
            <a:r>
              <a:rPr lang="en-US" sz="1100" b="1" dirty="0">
                <a:solidFill>
                  <a:srgbClr val="FFD700"/>
                </a:solidFill>
                <a:latin typeface="Calibri" pitchFamily="34" charset="0"/>
                <a:ea typeface="Calibri" pitchFamily="34" charset="-122"/>
                <a:cs typeface="Calibri" pitchFamily="34" charset="-120"/>
              </a:rPr>
              <a:t>Lead: Threessha D</a:t>
            </a:r>
            <a:endParaRPr lang="en-US" sz="1100" dirty="0"/>
          </a:p>
        </p:txBody>
      </p:sp>
      <p:sp>
        <p:nvSpPr>
          <p:cNvPr id="184" name="Text 182"/>
          <p:cNvSpPr/>
          <p:nvPr/>
        </p:nvSpPr>
        <p:spPr>
          <a:xfrm>
            <a:off x="411480" y="4251960"/>
            <a:ext cx="6858000" cy="256032"/>
          </a:xfrm>
          <a:prstGeom prst="rect">
            <a:avLst/>
          </a:prstGeom>
          <a:noFill/>
          <a:ln/>
        </p:spPr>
        <p:txBody>
          <a:bodyPr wrap="square" rtlCol="0" anchor="ctr"/>
          <a:lstStyle/>
          <a:p>
            <a:pPr indent="0" marL="0">
              <a:buNone/>
            </a:pPr>
            <a:r>
              <a:rPr lang="en-US" sz="1000" dirty="0">
                <a:solidFill>
                  <a:srgbClr val="4A8A6A"/>
                </a:solidFill>
                <a:latin typeface="Calibri" pitchFamily="34" charset="0"/>
                <a:ea typeface="Calibri" pitchFamily="34" charset="-122"/>
                <a:cs typeface="Calibri" pitchFamily="34" charset="-120"/>
              </a:rPr>
              <a:t>Members: Padma Priya V  ·  K. Sathyapriya  ·  Santhosh Kumar B  ·  Karthikeyan K</a:t>
            </a:r>
            <a:endParaRPr lang="en-US" sz="1000" dirty="0"/>
          </a:p>
        </p:txBody>
      </p:sp>
      <p:sp>
        <p:nvSpPr>
          <p:cNvPr id="185" name="Text 183"/>
          <p:cNvSpPr/>
          <p:nvPr/>
        </p:nvSpPr>
        <p:spPr>
          <a:xfrm>
            <a:off x="411480" y="4526280"/>
            <a:ext cx="6858000" cy="256032"/>
          </a:xfrm>
          <a:prstGeom prst="rect">
            <a:avLst/>
          </a:prstGeom>
          <a:noFill/>
          <a:ln/>
        </p:spPr>
        <p:txBody>
          <a:bodyPr wrap="square" rtlCol="0" anchor="ctr"/>
          <a:lstStyle/>
          <a:p>
            <a:pPr indent="0" marL="0">
              <a:buNone/>
            </a:pPr>
            <a:r>
              <a:rPr lang="en-US" sz="1000" i="1" dirty="0">
                <a:solidFill>
                  <a:srgbClr val="4A8A6A"/>
                </a:solidFill>
                <a:latin typeface="Calibri" pitchFamily="34" charset="0"/>
                <a:ea typeface="Calibri" pitchFamily="34" charset="-122"/>
                <a:cs typeface="Calibri" pitchFamily="34" charset="-120"/>
              </a:rPr>
              <a:t>C. Abdul Hakeem College of Engineering &amp; Technology</a:t>
            </a:r>
            <a:endParaRPr lang="en-US" sz="1000" dirty="0"/>
          </a:p>
        </p:txBody>
      </p:sp>
      <p:sp>
        <p:nvSpPr>
          <p:cNvPr id="186" name="Shape 184"/>
          <p:cNvSpPr/>
          <p:nvPr/>
        </p:nvSpPr>
        <p:spPr>
          <a:xfrm>
            <a:off x="7680960" y="3566160"/>
            <a:ext cx="4297680" cy="1691640"/>
          </a:xfrm>
          <a:prstGeom prst="rect">
            <a:avLst/>
          </a:prstGeom>
          <a:solidFill>
            <a:srgbClr val="1A1200"/>
          </a:solidFill>
          <a:ln w="25400">
            <a:solidFill>
              <a:srgbClr val="FFD700"/>
            </a:solidFill>
            <a:prstDash val="solid"/>
          </a:ln>
          <a:effectLst>
            <a:outerShdw sx="100000" sy="100000" kx="0" ky="0" algn="bl" rotWithShape="0" blurRad="254000" dist="50800" dir="16200000">
              <a:srgbClr val="FFD700">
                <a:alpha val="50000"/>
              </a:srgbClr>
            </a:outerShdw>
          </a:effectLst>
        </p:spPr>
      </p:sp>
      <p:sp>
        <p:nvSpPr>
          <p:cNvPr id="187" name="Shape 185"/>
          <p:cNvSpPr/>
          <p:nvPr/>
        </p:nvSpPr>
        <p:spPr>
          <a:xfrm>
            <a:off x="7680960" y="3566160"/>
            <a:ext cx="4297680" cy="54864"/>
          </a:xfrm>
          <a:prstGeom prst="rect">
            <a:avLst/>
          </a:prstGeom>
          <a:solidFill>
            <a:srgbClr val="FFD700"/>
          </a:solidFill>
          <a:ln/>
        </p:spPr>
      </p:sp>
      <p:sp>
        <p:nvSpPr>
          <p:cNvPr id="188" name="Text 186"/>
          <p:cNvSpPr/>
          <p:nvPr/>
        </p:nvSpPr>
        <p:spPr>
          <a:xfrm>
            <a:off x="7680960" y="3657600"/>
            <a:ext cx="429768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89" name="Text 187"/>
          <p:cNvSpPr/>
          <p:nvPr/>
        </p:nvSpPr>
        <p:spPr>
          <a:xfrm>
            <a:off x="7680960" y="4114800"/>
            <a:ext cx="4297680" cy="320040"/>
          </a:xfrm>
          <a:prstGeom prst="rect">
            <a:avLst/>
          </a:prstGeom>
          <a:noFill/>
          <a:ln/>
        </p:spPr>
        <p:txBody>
          <a:bodyPr wrap="square" rtlCol="0" anchor="ctr"/>
          <a:lstStyle/>
          <a:p>
            <a:pPr algn="ctr" indent="0" marL="0">
              <a:buNone/>
            </a:pPr>
            <a:r>
              <a:rPr lang="en-US" sz="1100" b="1" dirty="0">
                <a:solidFill>
                  <a:srgbClr val="FFD700"/>
                </a:solidFill>
                <a:latin typeface="Trebuchet MS" pitchFamily="34" charset="0"/>
                <a:ea typeface="Trebuchet MS" pitchFamily="34" charset="-122"/>
                <a:cs typeface="Trebuchet MS" pitchFamily="34" charset="-120"/>
              </a:rPr>
              <a:t>NIMIRNDHU NIL HACKATHON</a:t>
            </a:r>
            <a:endParaRPr lang="en-US" sz="1100" dirty="0"/>
          </a:p>
        </p:txBody>
      </p:sp>
      <p:sp>
        <p:nvSpPr>
          <p:cNvPr id="190" name="Text 188"/>
          <p:cNvSpPr/>
          <p:nvPr/>
        </p:nvSpPr>
        <p:spPr>
          <a:xfrm>
            <a:off x="7680960" y="4434840"/>
            <a:ext cx="42976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Government of Tamil Nadu — 2026</a:t>
            </a:r>
            <a:endParaRPr lang="en-US" sz="1000" dirty="0"/>
          </a:p>
        </p:txBody>
      </p:sp>
      <p:sp>
        <p:nvSpPr>
          <p:cNvPr id="191" name="Text 189"/>
          <p:cNvSpPr/>
          <p:nvPr/>
        </p:nvSpPr>
        <p:spPr>
          <a:xfrm>
            <a:off x="7680960" y="4709160"/>
            <a:ext cx="4297680" cy="256032"/>
          </a:xfrm>
          <a:prstGeom prst="rect">
            <a:avLst/>
          </a:prstGeom>
          <a:noFill/>
          <a:ln/>
        </p:spPr>
        <p:txBody>
          <a:bodyPr wrap="square" rtlCol="0" anchor="ctr"/>
          <a:lstStyle/>
          <a:p>
            <a:pPr algn="ctr" indent="0" marL="0">
              <a:buNone/>
            </a:pPr>
            <a:r>
              <a:rPr lang="en-US" sz="900" dirty="0">
                <a:solidFill>
                  <a:srgbClr val="4A8A6A"/>
                </a:solidFill>
                <a:latin typeface="Calibri" pitchFamily="34" charset="0"/>
                <a:ea typeface="Calibri" pitchFamily="34" charset="-122"/>
                <a:cs typeface="Calibri" pitchFamily="34" charset="-120"/>
              </a:rPr>
              <a:t>Dept. of Agriculture &amp; Farmers Welfare</a:t>
            </a:r>
            <a:endParaRPr lang="en-US" sz="900" dirty="0"/>
          </a:p>
        </p:txBody>
      </p:sp>
      <p:sp>
        <p:nvSpPr>
          <p:cNvPr id="192" name="Shape 190"/>
          <p:cNvSpPr/>
          <p:nvPr/>
        </p:nvSpPr>
        <p:spPr>
          <a:xfrm>
            <a:off x="0" y="5486400"/>
            <a:ext cx="12188952" cy="457200"/>
          </a:xfrm>
          <a:prstGeom prst="rect">
            <a:avLst/>
          </a:prstGeom>
          <a:solidFill>
            <a:srgbClr val="0A1A28"/>
          </a:solidFill>
          <a:ln w="6350">
            <a:solidFill>
              <a:srgbClr val="00D4FF"/>
            </a:solidFill>
            <a:prstDash val="solid"/>
          </a:ln>
        </p:spPr>
      </p:sp>
      <p:sp>
        <p:nvSpPr>
          <p:cNvPr id="193" name="Text 191"/>
          <p:cNvSpPr/>
          <p:nvPr/>
        </p:nvSpPr>
        <p:spPr>
          <a:xfrm>
            <a:off x="274320" y="5532120"/>
            <a:ext cx="4572000" cy="365760"/>
          </a:xfrm>
          <a:prstGeom prst="rect">
            <a:avLst/>
          </a:prstGeom>
          <a:noFill/>
          <a:ln/>
        </p:spPr>
        <p:txBody>
          <a:bodyPr wrap="square"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  nimirndhunil.vercel.app</a:t>
            </a:r>
            <a:endParaRPr lang="en-US" sz="1100" dirty="0"/>
          </a:p>
        </p:txBody>
      </p:sp>
      <p:sp>
        <p:nvSpPr>
          <p:cNvPr id="194" name="Text 192"/>
          <p:cNvSpPr/>
          <p:nvPr/>
        </p:nvSpPr>
        <p:spPr>
          <a:xfrm>
            <a:off x="5029200" y="5532120"/>
            <a:ext cx="6400800" cy="365760"/>
          </a:xfrm>
          <a:prstGeom prst="rect">
            <a:avLst/>
          </a:prstGeom>
          <a:noFill/>
          <a:ln/>
        </p:spPr>
        <p:txBody>
          <a:bodyPr wrap="square" rtlCol="0" anchor="ctr"/>
          <a:lstStyle/>
          <a:p>
            <a:pPr indent="0" marL="0">
              <a:buNone/>
            </a:pPr>
            <a:r>
              <a:rPr lang="en-US" sz="1100" dirty="0">
                <a:solidFill>
                  <a:srgbClr val="00FFFF"/>
                </a:solidFill>
                <a:latin typeface="Calibri" pitchFamily="34" charset="0"/>
                <a:ea typeface="Calibri" pitchFamily="34" charset="-122"/>
                <a:cs typeface="Calibri" pitchFamily="34" charset="-120"/>
              </a:rPr>
              <a:t>⭐  github.com/threesshad-cpu/agri-neural-twin</a:t>
            </a:r>
            <a:endParaRPr lang="en-US" sz="1100" dirty="0"/>
          </a:p>
        </p:txBody>
      </p:sp>
      <p:sp>
        <p:nvSpPr>
          <p:cNvPr id="195" name="Shape 193"/>
          <p:cNvSpPr/>
          <p:nvPr/>
        </p:nvSpPr>
        <p:spPr>
          <a:xfrm>
            <a:off x="0" y="6172200"/>
            <a:ext cx="12188952" cy="685800"/>
          </a:xfrm>
          <a:prstGeom prst="rect">
            <a:avLst/>
          </a:prstGeom>
          <a:solidFill>
            <a:srgbClr val="020806"/>
          </a:solidFill>
          <a:ln/>
        </p:spPr>
      </p:sp>
      <p:sp>
        <p:nvSpPr>
          <p:cNvPr id="196" name="Shape 194"/>
          <p:cNvSpPr/>
          <p:nvPr/>
        </p:nvSpPr>
        <p:spPr>
          <a:xfrm>
            <a:off x="0" y="6172200"/>
            <a:ext cx="12188952" cy="27432"/>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97" name="Shape 195"/>
          <p:cNvSpPr/>
          <p:nvPr/>
        </p:nvSpPr>
        <p:spPr>
          <a:xfrm>
            <a:off x="0" y="6199632"/>
            <a:ext cx="12188952" cy="9144"/>
          </a:xfrm>
          <a:prstGeom prst="rect">
            <a:avLst/>
          </a:prstGeom>
          <a:solidFill>
            <a:srgbClr val="000000"/>
          </a:solidFill>
          <a:ln/>
        </p:spPr>
      </p:sp>
      <p:sp>
        <p:nvSpPr>
          <p:cNvPr id="198" name="Text 196"/>
          <p:cNvSpPr/>
          <p:nvPr/>
        </p:nvSpPr>
        <p:spPr>
          <a:xfrm>
            <a:off x="0" y="6217920"/>
            <a:ext cx="12188952" cy="548640"/>
          </a:xfrm>
          <a:prstGeom prst="rect">
            <a:avLst/>
          </a:prstGeom>
          <a:noFill/>
          <a:ln/>
          <a:effectLst>
            <a:outerShdw sx="100000" sy="100000" kx="0" ky="0" algn="bl" rotWithShape="0" blurRad="254000" dist="50800" dir="16200000">
              <a:srgbClr val="00FF88">
                <a:alpha val="50000"/>
              </a:srgbClr>
            </a:outerShdw>
          </a:effectLst>
        </p:spPr>
        <p:txBody>
          <a:bodyPr wrap="square" rtlCol="0" anchor="ctr"/>
          <a:lstStyle/>
          <a:p>
            <a:pPr algn="ctr" indent="0" marL="0">
              <a:buNone/>
            </a:pPr>
            <a:r>
              <a:rPr lang="en-US" sz="1200" i="1" dirty="0">
                <a:solidFill>
                  <a:srgbClr val="00FF88"/>
                </a:solidFill>
                <a:latin typeface="Calibri" pitchFamily="34" charset="0"/>
                <a:ea typeface="Calibri" pitchFamily="34" charset="-122"/>
                <a:cs typeface="Calibri" pitchFamily="34" charset="-120"/>
              </a:rPr>
              <a:t>"From Soil Data to Smart Decisions — Democratizing AI for Every Farmer in Tamil Nadu"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D0A"/>
        </a:solidFill>
      </p:bgPr>
    </p:bg>
    <p:spTree>
      <p:nvGrpSpPr>
        <p:cNvPr id="1" name=""/>
        <p:cNvGrpSpPr/>
        <p:nvPr/>
      </p:nvGrpSpPr>
      <p:grpSpPr>
        <a:xfrm>
          <a:off x="0" y="0"/>
          <a:ext cx="0" cy="0"/>
          <a:chOff x="0" y="0"/>
          <a:chExt cx="0" cy="0"/>
        </a:xfrm>
      </p:grpSpPr>
      <p:sp>
        <p:nvSpPr>
          <p:cNvPr id="2" name="Shape 0"/>
          <p:cNvSpPr/>
          <p:nvPr/>
        </p:nvSpPr>
        <p:spPr>
          <a:xfrm>
            <a:off x="0" y="0"/>
            <a:ext cx="457200" cy="9144"/>
          </a:xfrm>
          <a:prstGeom prst="rect">
            <a:avLst/>
          </a:prstGeom>
          <a:solidFill>
            <a:srgbClr val="1A3A2A"/>
          </a:solidFill>
          <a:ln w="12700">
            <a:solidFill>
              <a:srgbClr val="1A3A2A"/>
            </a:solidFill>
            <a:prstDash val="solid"/>
          </a:ln>
        </p:spPr>
      </p:sp>
      <p:sp>
        <p:nvSpPr>
          <p:cNvPr id="3" name="Shape 1"/>
          <p:cNvSpPr/>
          <p:nvPr/>
        </p:nvSpPr>
        <p:spPr>
          <a:xfrm>
            <a:off x="594360" y="0"/>
            <a:ext cx="457200" cy="9144"/>
          </a:xfrm>
          <a:prstGeom prst="rect">
            <a:avLst/>
          </a:prstGeom>
          <a:solidFill>
            <a:srgbClr val="1A3A2A"/>
          </a:solidFill>
          <a:ln w="12700">
            <a:solidFill>
              <a:srgbClr val="1A3A2A"/>
            </a:solidFill>
            <a:prstDash val="solid"/>
          </a:ln>
        </p:spPr>
      </p:sp>
      <p:sp>
        <p:nvSpPr>
          <p:cNvPr id="4" name="Shape 2"/>
          <p:cNvSpPr/>
          <p:nvPr/>
        </p:nvSpPr>
        <p:spPr>
          <a:xfrm>
            <a:off x="1188720" y="0"/>
            <a:ext cx="457200" cy="9144"/>
          </a:xfrm>
          <a:prstGeom prst="rect">
            <a:avLst/>
          </a:prstGeom>
          <a:solidFill>
            <a:srgbClr val="1A3A2A"/>
          </a:solidFill>
          <a:ln w="12700">
            <a:solidFill>
              <a:srgbClr val="1A3A2A"/>
            </a:solidFill>
            <a:prstDash val="solid"/>
          </a:ln>
        </p:spPr>
      </p:sp>
      <p:sp>
        <p:nvSpPr>
          <p:cNvPr id="5" name="Shape 3"/>
          <p:cNvSpPr/>
          <p:nvPr/>
        </p:nvSpPr>
        <p:spPr>
          <a:xfrm>
            <a:off x="1783080" y="0"/>
            <a:ext cx="457200" cy="9144"/>
          </a:xfrm>
          <a:prstGeom prst="rect">
            <a:avLst/>
          </a:prstGeom>
          <a:solidFill>
            <a:srgbClr val="1A3A2A"/>
          </a:solidFill>
          <a:ln w="12700">
            <a:solidFill>
              <a:srgbClr val="1A3A2A"/>
            </a:solidFill>
            <a:prstDash val="solid"/>
          </a:ln>
        </p:spPr>
      </p:sp>
      <p:sp>
        <p:nvSpPr>
          <p:cNvPr id="6" name="Shape 4"/>
          <p:cNvSpPr/>
          <p:nvPr/>
        </p:nvSpPr>
        <p:spPr>
          <a:xfrm>
            <a:off x="2377440" y="0"/>
            <a:ext cx="457200" cy="9144"/>
          </a:xfrm>
          <a:prstGeom prst="rect">
            <a:avLst/>
          </a:prstGeom>
          <a:solidFill>
            <a:srgbClr val="1A3A2A"/>
          </a:solidFill>
          <a:ln w="12700">
            <a:solidFill>
              <a:srgbClr val="1A3A2A"/>
            </a:solidFill>
            <a:prstDash val="solid"/>
          </a:ln>
        </p:spPr>
      </p:sp>
      <p:sp>
        <p:nvSpPr>
          <p:cNvPr id="7" name="Shape 5"/>
          <p:cNvSpPr/>
          <p:nvPr/>
        </p:nvSpPr>
        <p:spPr>
          <a:xfrm>
            <a:off x="2971800" y="0"/>
            <a:ext cx="457200" cy="9144"/>
          </a:xfrm>
          <a:prstGeom prst="rect">
            <a:avLst/>
          </a:prstGeom>
          <a:solidFill>
            <a:srgbClr val="1A3A2A"/>
          </a:solidFill>
          <a:ln w="12700">
            <a:solidFill>
              <a:srgbClr val="1A3A2A"/>
            </a:solidFill>
            <a:prstDash val="solid"/>
          </a:ln>
        </p:spPr>
      </p:sp>
      <p:sp>
        <p:nvSpPr>
          <p:cNvPr id="8" name="Shape 6"/>
          <p:cNvSpPr/>
          <p:nvPr/>
        </p:nvSpPr>
        <p:spPr>
          <a:xfrm>
            <a:off x="3566160" y="0"/>
            <a:ext cx="457200" cy="9144"/>
          </a:xfrm>
          <a:prstGeom prst="rect">
            <a:avLst/>
          </a:prstGeom>
          <a:solidFill>
            <a:srgbClr val="1A3A2A"/>
          </a:solidFill>
          <a:ln w="12700">
            <a:solidFill>
              <a:srgbClr val="1A3A2A"/>
            </a:solidFill>
            <a:prstDash val="solid"/>
          </a:ln>
        </p:spPr>
      </p:sp>
      <p:sp>
        <p:nvSpPr>
          <p:cNvPr id="9" name="Shape 7"/>
          <p:cNvSpPr/>
          <p:nvPr/>
        </p:nvSpPr>
        <p:spPr>
          <a:xfrm>
            <a:off x="4160520" y="0"/>
            <a:ext cx="457200" cy="9144"/>
          </a:xfrm>
          <a:prstGeom prst="rect">
            <a:avLst/>
          </a:prstGeom>
          <a:solidFill>
            <a:srgbClr val="1A3A2A"/>
          </a:solidFill>
          <a:ln w="12700">
            <a:solidFill>
              <a:srgbClr val="1A3A2A"/>
            </a:solidFill>
            <a:prstDash val="solid"/>
          </a:ln>
        </p:spPr>
      </p:sp>
      <p:sp>
        <p:nvSpPr>
          <p:cNvPr id="10" name="Shape 8"/>
          <p:cNvSpPr/>
          <p:nvPr/>
        </p:nvSpPr>
        <p:spPr>
          <a:xfrm>
            <a:off x="4754880" y="0"/>
            <a:ext cx="457200" cy="9144"/>
          </a:xfrm>
          <a:prstGeom prst="rect">
            <a:avLst/>
          </a:prstGeom>
          <a:solidFill>
            <a:srgbClr val="1A3A2A"/>
          </a:solidFill>
          <a:ln w="12700">
            <a:solidFill>
              <a:srgbClr val="1A3A2A"/>
            </a:solidFill>
            <a:prstDash val="solid"/>
          </a:ln>
        </p:spPr>
      </p:sp>
      <p:sp>
        <p:nvSpPr>
          <p:cNvPr id="11" name="Shape 9"/>
          <p:cNvSpPr/>
          <p:nvPr/>
        </p:nvSpPr>
        <p:spPr>
          <a:xfrm>
            <a:off x="5349240" y="0"/>
            <a:ext cx="457200" cy="9144"/>
          </a:xfrm>
          <a:prstGeom prst="rect">
            <a:avLst/>
          </a:prstGeom>
          <a:solidFill>
            <a:srgbClr val="1A3A2A"/>
          </a:solidFill>
          <a:ln w="12700">
            <a:solidFill>
              <a:srgbClr val="1A3A2A"/>
            </a:solidFill>
            <a:prstDash val="solid"/>
          </a:ln>
        </p:spPr>
      </p:sp>
      <p:sp>
        <p:nvSpPr>
          <p:cNvPr id="12" name="Shape 10"/>
          <p:cNvSpPr/>
          <p:nvPr/>
        </p:nvSpPr>
        <p:spPr>
          <a:xfrm>
            <a:off x="5943600" y="0"/>
            <a:ext cx="457200" cy="9144"/>
          </a:xfrm>
          <a:prstGeom prst="rect">
            <a:avLst/>
          </a:prstGeom>
          <a:solidFill>
            <a:srgbClr val="1A3A2A"/>
          </a:solidFill>
          <a:ln w="12700">
            <a:solidFill>
              <a:srgbClr val="1A3A2A"/>
            </a:solidFill>
            <a:prstDash val="solid"/>
          </a:ln>
        </p:spPr>
      </p:sp>
      <p:sp>
        <p:nvSpPr>
          <p:cNvPr id="13" name="Shape 11"/>
          <p:cNvSpPr/>
          <p:nvPr/>
        </p:nvSpPr>
        <p:spPr>
          <a:xfrm>
            <a:off x="6537960" y="0"/>
            <a:ext cx="457200" cy="9144"/>
          </a:xfrm>
          <a:prstGeom prst="rect">
            <a:avLst/>
          </a:prstGeom>
          <a:solidFill>
            <a:srgbClr val="1A3A2A"/>
          </a:solidFill>
          <a:ln w="12700">
            <a:solidFill>
              <a:srgbClr val="1A3A2A"/>
            </a:solidFill>
            <a:prstDash val="solid"/>
          </a:ln>
        </p:spPr>
      </p:sp>
      <p:sp>
        <p:nvSpPr>
          <p:cNvPr id="14" name="Shape 12"/>
          <p:cNvSpPr/>
          <p:nvPr/>
        </p:nvSpPr>
        <p:spPr>
          <a:xfrm>
            <a:off x="7132320" y="0"/>
            <a:ext cx="457200" cy="9144"/>
          </a:xfrm>
          <a:prstGeom prst="rect">
            <a:avLst/>
          </a:prstGeom>
          <a:solidFill>
            <a:srgbClr val="1A3A2A"/>
          </a:solidFill>
          <a:ln w="12700">
            <a:solidFill>
              <a:srgbClr val="1A3A2A"/>
            </a:solidFill>
            <a:prstDash val="solid"/>
          </a:ln>
        </p:spPr>
      </p:sp>
      <p:sp>
        <p:nvSpPr>
          <p:cNvPr id="15" name="Shape 13"/>
          <p:cNvSpPr/>
          <p:nvPr/>
        </p:nvSpPr>
        <p:spPr>
          <a:xfrm>
            <a:off x="7726680" y="0"/>
            <a:ext cx="457200" cy="9144"/>
          </a:xfrm>
          <a:prstGeom prst="rect">
            <a:avLst/>
          </a:prstGeom>
          <a:solidFill>
            <a:srgbClr val="1A3A2A"/>
          </a:solidFill>
          <a:ln w="12700">
            <a:solidFill>
              <a:srgbClr val="1A3A2A"/>
            </a:solidFill>
            <a:prstDash val="solid"/>
          </a:ln>
        </p:spPr>
      </p:sp>
      <p:sp>
        <p:nvSpPr>
          <p:cNvPr id="16" name="Shape 14"/>
          <p:cNvSpPr/>
          <p:nvPr/>
        </p:nvSpPr>
        <p:spPr>
          <a:xfrm>
            <a:off x="8321040" y="0"/>
            <a:ext cx="457200" cy="9144"/>
          </a:xfrm>
          <a:prstGeom prst="rect">
            <a:avLst/>
          </a:prstGeom>
          <a:solidFill>
            <a:srgbClr val="1A3A2A"/>
          </a:solidFill>
          <a:ln w="12700">
            <a:solidFill>
              <a:srgbClr val="1A3A2A"/>
            </a:solidFill>
            <a:prstDash val="solid"/>
          </a:ln>
        </p:spPr>
      </p:sp>
      <p:sp>
        <p:nvSpPr>
          <p:cNvPr id="17" name="Shape 15"/>
          <p:cNvSpPr/>
          <p:nvPr/>
        </p:nvSpPr>
        <p:spPr>
          <a:xfrm>
            <a:off x="8915400" y="0"/>
            <a:ext cx="457200" cy="9144"/>
          </a:xfrm>
          <a:prstGeom prst="rect">
            <a:avLst/>
          </a:prstGeom>
          <a:solidFill>
            <a:srgbClr val="1A3A2A"/>
          </a:solidFill>
          <a:ln w="12700">
            <a:solidFill>
              <a:srgbClr val="1A3A2A"/>
            </a:solidFill>
            <a:prstDash val="solid"/>
          </a:ln>
        </p:spPr>
      </p:sp>
      <p:sp>
        <p:nvSpPr>
          <p:cNvPr id="18" name="Shape 16"/>
          <p:cNvSpPr/>
          <p:nvPr/>
        </p:nvSpPr>
        <p:spPr>
          <a:xfrm>
            <a:off x="9509760" y="0"/>
            <a:ext cx="457200" cy="9144"/>
          </a:xfrm>
          <a:prstGeom prst="rect">
            <a:avLst/>
          </a:prstGeom>
          <a:solidFill>
            <a:srgbClr val="1A3A2A"/>
          </a:solidFill>
          <a:ln w="12700">
            <a:solidFill>
              <a:srgbClr val="1A3A2A"/>
            </a:solidFill>
            <a:prstDash val="solid"/>
          </a:ln>
        </p:spPr>
      </p:sp>
      <p:sp>
        <p:nvSpPr>
          <p:cNvPr id="19" name="Shape 17"/>
          <p:cNvSpPr/>
          <p:nvPr/>
        </p:nvSpPr>
        <p:spPr>
          <a:xfrm>
            <a:off x="10104120" y="0"/>
            <a:ext cx="457200" cy="9144"/>
          </a:xfrm>
          <a:prstGeom prst="rect">
            <a:avLst/>
          </a:prstGeom>
          <a:solidFill>
            <a:srgbClr val="1A3A2A"/>
          </a:solidFill>
          <a:ln w="12700">
            <a:solidFill>
              <a:srgbClr val="1A3A2A"/>
            </a:solidFill>
            <a:prstDash val="solid"/>
          </a:ln>
        </p:spPr>
      </p:sp>
      <p:sp>
        <p:nvSpPr>
          <p:cNvPr id="20" name="Shape 18"/>
          <p:cNvSpPr/>
          <p:nvPr/>
        </p:nvSpPr>
        <p:spPr>
          <a:xfrm>
            <a:off x="10698480" y="0"/>
            <a:ext cx="457200" cy="9144"/>
          </a:xfrm>
          <a:prstGeom prst="rect">
            <a:avLst/>
          </a:prstGeom>
          <a:solidFill>
            <a:srgbClr val="1A3A2A"/>
          </a:solidFill>
          <a:ln w="12700">
            <a:solidFill>
              <a:srgbClr val="1A3A2A"/>
            </a:solidFill>
            <a:prstDash val="solid"/>
          </a:ln>
        </p:spPr>
      </p:sp>
      <p:sp>
        <p:nvSpPr>
          <p:cNvPr id="21" name="Shape 19"/>
          <p:cNvSpPr/>
          <p:nvPr/>
        </p:nvSpPr>
        <p:spPr>
          <a:xfrm>
            <a:off x="11292840" y="0"/>
            <a:ext cx="457200" cy="9144"/>
          </a:xfrm>
          <a:prstGeom prst="rect">
            <a:avLst/>
          </a:prstGeom>
          <a:solidFill>
            <a:srgbClr val="1A3A2A"/>
          </a:solidFill>
          <a:ln w="12700">
            <a:solidFill>
              <a:srgbClr val="1A3A2A"/>
            </a:solidFill>
            <a:prstDash val="solid"/>
          </a:ln>
        </p:spPr>
      </p:sp>
      <p:sp>
        <p:nvSpPr>
          <p:cNvPr id="22" name="Shape 20"/>
          <p:cNvSpPr/>
          <p:nvPr/>
        </p:nvSpPr>
        <p:spPr>
          <a:xfrm>
            <a:off x="292608" y="502920"/>
            <a:ext cx="457200" cy="9144"/>
          </a:xfrm>
          <a:prstGeom prst="rect">
            <a:avLst/>
          </a:prstGeom>
          <a:solidFill>
            <a:srgbClr val="1A3A2A"/>
          </a:solidFill>
          <a:ln w="12700">
            <a:solidFill>
              <a:srgbClr val="1A3A2A"/>
            </a:solidFill>
            <a:prstDash val="solid"/>
          </a:ln>
        </p:spPr>
      </p:sp>
      <p:sp>
        <p:nvSpPr>
          <p:cNvPr id="23" name="Shape 21"/>
          <p:cNvSpPr/>
          <p:nvPr/>
        </p:nvSpPr>
        <p:spPr>
          <a:xfrm>
            <a:off x="886968" y="502920"/>
            <a:ext cx="457200" cy="9144"/>
          </a:xfrm>
          <a:prstGeom prst="rect">
            <a:avLst/>
          </a:prstGeom>
          <a:solidFill>
            <a:srgbClr val="1A3A2A"/>
          </a:solidFill>
          <a:ln w="12700">
            <a:solidFill>
              <a:srgbClr val="1A3A2A"/>
            </a:solidFill>
            <a:prstDash val="solid"/>
          </a:ln>
        </p:spPr>
      </p:sp>
      <p:sp>
        <p:nvSpPr>
          <p:cNvPr id="24" name="Shape 22"/>
          <p:cNvSpPr/>
          <p:nvPr/>
        </p:nvSpPr>
        <p:spPr>
          <a:xfrm>
            <a:off x="1481328" y="502920"/>
            <a:ext cx="457200" cy="9144"/>
          </a:xfrm>
          <a:prstGeom prst="rect">
            <a:avLst/>
          </a:prstGeom>
          <a:solidFill>
            <a:srgbClr val="1A3A2A"/>
          </a:solidFill>
          <a:ln w="12700">
            <a:solidFill>
              <a:srgbClr val="1A3A2A"/>
            </a:solidFill>
            <a:prstDash val="solid"/>
          </a:ln>
        </p:spPr>
      </p:sp>
      <p:sp>
        <p:nvSpPr>
          <p:cNvPr id="25" name="Shape 23"/>
          <p:cNvSpPr/>
          <p:nvPr/>
        </p:nvSpPr>
        <p:spPr>
          <a:xfrm>
            <a:off x="2075688" y="502920"/>
            <a:ext cx="457200" cy="9144"/>
          </a:xfrm>
          <a:prstGeom prst="rect">
            <a:avLst/>
          </a:prstGeom>
          <a:solidFill>
            <a:srgbClr val="1A3A2A"/>
          </a:solidFill>
          <a:ln w="12700">
            <a:solidFill>
              <a:srgbClr val="1A3A2A"/>
            </a:solidFill>
            <a:prstDash val="solid"/>
          </a:ln>
        </p:spPr>
      </p:sp>
      <p:sp>
        <p:nvSpPr>
          <p:cNvPr id="26" name="Shape 24"/>
          <p:cNvSpPr/>
          <p:nvPr/>
        </p:nvSpPr>
        <p:spPr>
          <a:xfrm>
            <a:off x="2670048" y="502920"/>
            <a:ext cx="457200" cy="9144"/>
          </a:xfrm>
          <a:prstGeom prst="rect">
            <a:avLst/>
          </a:prstGeom>
          <a:solidFill>
            <a:srgbClr val="1A3A2A"/>
          </a:solidFill>
          <a:ln w="12700">
            <a:solidFill>
              <a:srgbClr val="1A3A2A"/>
            </a:solidFill>
            <a:prstDash val="solid"/>
          </a:ln>
        </p:spPr>
      </p:sp>
      <p:sp>
        <p:nvSpPr>
          <p:cNvPr id="27" name="Shape 25"/>
          <p:cNvSpPr/>
          <p:nvPr/>
        </p:nvSpPr>
        <p:spPr>
          <a:xfrm>
            <a:off x="3264408" y="502920"/>
            <a:ext cx="457200" cy="9144"/>
          </a:xfrm>
          <a:prstGeom prst="rect">
            <a:avLst/>
          </a:prstGeom>
          <a:solidFill>
            <a:srgbClr val="1A3A2A"/>
          </a:solidFill>
          <a:ln w="12700">
            <a:solidFill>
              <a:srgbClr val="1A3A2A"/>
            </a:solidFill>
            <a:prstDash val="solid"/>
          </a:ln>
        </p:spPr>
      </p:sp>
      <p:sp>
        <p:nvSpPr>
          <p:cNvPr id="28" name="Shape 26"/>
          <p:cNvSpPr/>
          <p:nvPr/>
        </p:nvSpPr>
        <p:spPr>
          <a:xfrm>
            <a:off x="3858768" y="502920"/>
            <a:ext cx="457200" cy="9144"/>
          </a:xfrm>
          <a:prstGeom prst="rect">
            <a:avLst/>
          </a:prstGeom>
          <a:solidFill>
            <a:srgbClr val="1A3A2A"/>
          </a:solidFill>
          <a:ln w="12700">
            <a:solidFill>
              <a:srgbClr val="1A3A2A"/>
            </a:solidFill>
            <a:prstDash val="solid"/>
          </a:ln>
        </p:spPr>
      </p:sp>
      <p:sp>
        <p:nvSpPr>
          <p:cNvPr id="29" name="Shape 27"/>
          <p:cNvSpPr/>
          <p:nvPr/>
        </p:nvSpPr>
        <p:spPr>
          <a:xfrm>
            <a:off x="4453128" y="502920"/>
            <a:ext cx="457200" cy="9144"/>
          </a:xfrm>
          <a:prstGeom prst="rect">
            <a:avLst/>
          </a:prstGeom>
          <a:solidFill>
            <a:srgbClr val="1A3A2A"/>
          </a:solidFill>
          <a:ln w="12700">
            <a:solidFill>
              <a:srgbClr val="1A3A2A"/>
            </a:solidFill>
            <a:prstDash val="solid"/>
          </a:ln>
        </p:spPr>
      </p:sp>
      <p:sp>
        <p:nvSpPr>
          <p:cNvPr id="30" name="Shape 28"/>
          <p:cNvSpPr/>
          <p:nvPr/>
        </p:nvSpPr>
        <p:spPr>
          <a:xfrm>
            <a:off x="5047488" y="502920"/>
            <a:ext cx="457200" cy="9144"/>
          </a:xfrm>
          <a:prstGeom prst="rect">
            <a:avLst/>
          </a:prstGeom>
          <a:solidFill>
            <a:srgbClr val="1A3A2A"/>
          </a:solidFill>
          <a:ln w="12700">
            <a:solidFill>
              <a:srgbClr val="1A3A2A"/>
            </a:solidFill>
            <a:prstDash val="solid"/>
          </a:ln>
        </p:spPr>
      </p:sp>
      <p:sp>
        <p:nvSpPr>
          <p:cNvPr id="31" name="Shape 29"/>
          <p:cNvSpPr/>
          <p:nvPr/>
        </p:nvSpPr>
        <p:spPr>
          <a:xfrm>
            <a:off x="5641848" y="502920"/>
            <a:ext cx="457200" cy="9144"/>
          </a:xfrm>
          <a:prstGeom prst="rect">
            <a:avLst/>
          </a:prstGeom>
          <a:solidFill>
            <a:srgbClr val="1A3A2A"/>
          </a:solidFill>
          <a:ln w="12700">
            <a:solidFill>
              <a:srgbClr val="1A3A2A"/>
            </a:solidFill>
            <a:prstDash val="solid"/>
          </a:ln>
        </p:spPr>
      </p:sp>
      <p:sp>
        <p:nvSpPr>
          <p:cNvPr id="32" name="Shape 30"/>
          <p:cNvSpPr/>
          <p:nvPr/>
        </p:nvSpPr>
        <p:spPr>
          <a:xfrm>
            <a:off x="6236208" y="502920"/>
            <a:ext cx="457200" cy="9144"/>
          </a:xfrm>
          <a:prstGeom prst="rect">
            <a:avLst/>
          </a:prstGeom>
          <a:solidFill>
            <a:srgbClr val="1A3A2A"/>
          </a:solidFill>
          <a:ln w="12700">
            <a:solidFill>
              <a:srgbClr val="1A3A2A"/>
            </a:solidFill>
            <a:prstDash val="solid"/>
          </a:ln>
        </p:spPr>
      </p:sp>
      <p:sp>
        <p:nvSpPr>
          <p:cNvPr id="33" name="Shape 31"/>
          <p:cNvSpPr/>
          <p:nvPr/>
        </p:nvSpPr>
        <p:spPr>
          <a:xfrm>
            <a:off x="6830568" y="502920"/>
            <a:ext cx="457200" cy="9144"/>
          </a:xfrm>
          <a:prstGeom prst="rect">
            <a:avLst/>
          </a:prstGeom>
          <a:solidFill>
            <a:srgbClr val="1A3A2A"/>
          </a:solidFill>
          <a:ln w="12700">
            <a:solidFill>
              <a:srgbClr val="1A3A2A"/>
            </a:solidFill>
            <a:prstDash val="solid"/>
          </a:ln>
        </p:spPr>
      </p:sp>
      <p:sp>
        <p:nvSpPr>
          <p:cNvPr id="34" name="Shape 32"/>
          <p:cNvSpPr/>
          <p:nvPr/>
        </p:nvSpPr>
        <p:spPr>
          <a:xfrm>
            <a:off x="7424928" y="502920"/>
            <a:ext cx="457200" cy="9144"/>
          </a:xfrm>
          <a:prstGeom prst="rect">
            <a:avLst/>
          </a:prstGeom>
          <a:solidFill>
            <a:srgbClr val="1A3A2A"/>
          </a:solidFill>
          <a:ln w="12700">
            <a:solidFill>
              <a:srgbClr val="1A3A2A"/>
            </a:solidFill>
            <a:prstDash val="solid"/>
          </a:ln>
        </p:spPr>
      </p:sp>
      <p:sp>
        <p:nvSpPr>
          <p:cNvPr id="35" name="Shape 33"/>
          <p:cNvSpPr/>
          <p:nvPr/>
        </p:nvSpPr>
        <p:spPr>
          <a:xfrm>
            <a:off x="8019288" y="502920"/>
            <a:ext cx="457200" cy="9144"/>
          </a:xfrm>
          <a:prstGeom prst="rect">
            <a:avLst/>
          </a:prstGeom>
          <a:solidFill>
            <a:srgbClr val="1A3A2A"/>
          </a:solidFill>
          <a:ln w="12700">
            <a:solidFill>
              <a:srgbClr val="1A3A2A"/>
            </a:solidFill>
            <a:prstDash val="solid"/>
          </a:ln>
        </p:spPr>
      </p:sp>
      <p:sp>
        <p:nvSpPr>
          <p:cNvPr id="36" name="Shape 34"/>
          <p:cNvSpPr/>
          <p:nvPr/>
        </p:nvSpPr>
        <p:spPr>
          <a:xfrm>
            <a:off x="8613648" y="502920"/>
            <a:ext cx="457200" cy="9144"/>
          </a:xfrm>
          <a:prstGeom prst="rect">
            <a:avLst/>
          </a:prstGeom>
          <a:solidFill>
            <a:srgbClr val="1A3A2A"/>
          </a:solidFill>
          <a:ln w="12700">
            <a:solidFill>
              <a:srgbClr val="1A3A2A"/>
            </a:solidFill>
            <a:prstDash val="solid"/>
          </a:ln>
        </p:spPr>
      </p:sp>
      <p:sp>
        <p:nvSpPr>
          <p:cNvPr id="37" name="Shape 35"/>
          <p:cNvSpPr/>
          <p:nvPr/>
        </p:nvSpPr>
        <p:spPr>
          <a:xfrm>
            <a:off x="9208008" y="502920"/>
            <a:ext cx="457200" cy="9144"/>
          </a:xfrm>
          <a:prstGeom prst="rect">
            <a:avLst/>
          </a:prstGeom>
          <a:solidFill>
            <a:srgbClr val="1A3A2A"/>
          </a:solidFill>
          <a:ln w="12700">
            <a:solidFill>
              <a:srgbClr val="1A3A2A"/>
            </a:solidFill>
            <a:prstDash val="solid"/>
          </a:ln>
        </p:spPr>
      </p:sp>
      <p:sp>
        <p:nvSpPr>
          <p:cNvPr id="38" name="Shape 36"/>
          <p:cNvSpPr/>
          <p:nvPr/>
        </p:nvSpPr>
        <p:spPr>
          <a:xfrm>
            <a:off x="9802368" y="502920"/>
            <a:ext cx="457200" cy="9144"/>
          </a:xfrm>
          <a:prstGeom prst="rect">
            <a:avLst/>
          </a:prstGeom>
          <a:solidFill>
            <a:srgbClr val="1A3A2A"/>
          </a:solidFill>
          <a:ln w="12700">
            <a:solidFill>
              <a:srgbClr val="1A3A2A"/>
            </a:solidFill>
            <a:prstDash val="solid"/>
          </a:ln>
        </p:spPr>
      </p:sp>
      <p:sp>
        <p:nvSpPr>
          <p:cNvPr id="39" name="Shape 37"/>
          <p:cNvSpPr/>
          <p:nvPr/>
        </p:nvSpPr>
        <p:spPr>
          <a:xfrm>
            <a:off x="10396728" y="502920"/>
            <a:ext cx="457200" cy="9144"/>
          </a:xfrm>
          <a:prstGeom prst="rect">
            <a:avLst/>
          </a:prstGeom>
          <a:solidFill>
            <a:srgbClr val="1A3A2A"/>
          </a:solidFill>
          <a:ln w="12700">
            <a:solidFill>
              <a:srgbClr val="1A3A2A"/>
            </a:solidFill>
            <a:prstDash val="solid"/>
          </a:ln>
        </p:spPr>
      </p:sp>
      <p:sp>
        <p:nvSpPr>
          <p:cNvPr id="40" name="Shape 38"/>
          <p:cNvSpPr/>
          <p:nvPr/>
        </p:nvSpPr>
        <p:spPr>
          <a:xfrm>
            <a:off x="10991088" y="502920"/>
            <a:ext cx="457200" cy="9144"/>
          </a:xfrm>
          <a:prstGeom prst="rect">
            <a:avLst/>
          </a:prstGeom>
          <a:solidFill>
            <a:srgbClr val="1A3A2A"/>
          </a:solidFill>
          <a:ln w="12700">
            <a:solidFill>
              <a:srgbClr val="1A3A2A"/>
            </a:solidFill>
            <a:prstDash val="solid"/>
          </a:ln>
        </p:spPr>
      </p:sp>
      <p:sp>
        <p:nvSpPr>
          <p:cNvPr id="41" name="Shape 39"/>
          <p:cNvSpPr/>
          <p:nvPr/>
        </p:nvSpPr>
        <p:spPr>
          <a:xfrm>
            <a:off x="11585448" y="502920"/>
            <a:ext cx="457200" cy="9144"/>
          </a:xfrm>
          <a:prstGeom prst="rect">
            <a:avLst/>
          </a:prstGeom>
          <a:solidFill>
            <a:srgbClr val="1A3A2A"/>
          </a:solidFill>
          <a:ln w="12700">
            <a:solidFill>
              <a:srgbClr val="1A3A2A"/>
            </a:solidFill>
            <a:prstDash val="solid"/>
          </a:ln>
        </p:spPr>
      </p:sp>
      <p:sp>
        <p:nvSpPr>
          <p:cNvPr id="42" name="Shape 40"/>
          <p:cNvSpPr/>
          <p:nvPr/>
        </p:nvSpPr>
        <p:spPr>
          <a:xfrm>
            <a:off x="0" y="1005840"/>
            <a:ext cx="457200" cy="9144"/>
          </a:xfrm>
          <a:prstGeom prst="rect">
            <a:avLst/>
          </a:prstGeom>
          <a:solidFill>
            <a:srgbClr val="1A3A2A"/>
          </a:solidFill>
          <a:ln w="12700">
            <a:solidFill>
              <a:srgbClr val="1A3A2A"/>
            </a:solidFill>
            <a:prstDash val="solid"/>
          </a:ln>
        </p:spPr>
      </p:sp>
      <p:sp>
        <p:nvSpPr>
          <p:cNvPr id="43" name="Shape 41"/>
          <p:cNvSpPr/>
          <p:nvPr/>
        </p:nvSpPr>
        <p:spPr>
          <a:xfrm>
            <a:off x="594360" y="1005840"/>
            <a:ext cx="457200" cy="9144"/>
          </a:xfrm>
          <a:prstGeom prst="rect">
            <a:avLst/>
          </a:prstGeom>
          <a:solidFill>
            <a:srgbClr val="1A3A2A"/>
          </a:solidFill>
          <a:ln w="12700">
            <a:solidFill>
              <a:srgbClr val="1A3A2A"/>
            </a:solidFill>
            <a:prstDash val="solid"/>
          </a:ln>
        </p:spPr>
      </p:sp>
      <p:sp>
        <p:nvSpPr>
          <p:cNvPr id="44" name="Shape 42"/>
          <p:cNvSpPr/>
          <p:nvPr/>
        </p:nvSpPr>
        <p:spPr>
          <a:xfrm>
            <a:off x="1188720" y="1005840"/>
            <a:ext cx="457200" cy="9144"/>
          </a:xfrm>
          <a:prstGeom prst="rect">
            <a:avLst/>
          </a:prstGeom>
          <a:solidFill>
            <a:srgbClr val="1A3A2A"/>
          </a:solidFill>
          <a:ln w="12700">
            <a:solidFill>
              <a:srgbClr val="1A3A2A"/>
            </a:solidFill>
            <a:prstDash val="solid"/>
          </a:ln>
        </p:spPr>
      </p:sp>
      <p:sp>
        <p:nvSpPr>
          <p:cNvPr id="45" name="Shape 43"/>
          <p:cNvSpPr/>
          <p:nvPr/>
        </p:nvSpPr>
        <p:spPr>
          <a:xfrm>
            <a:off x="1783080" y="1005840"/>
            <a:ext cx="457200" cy="9144"/>
          </a:xfrm>
          <a:prstGeom prst="rect">
            <a:avLst/>
          </a:prstGeom>
          <a:solidFill>
            <a:srgbClr val="1A3A2A"/>
          </a:solidFill>
          <a:ln w="12700">
            <a:solidFill>
              <a:srgbClr val="1A3A2A"/>
            </a:solidFill>
            <a:prstDash val="solid"/>
          </a:ln>
        </p:spPr>
      </p:sp>
      <p:sp>
        <p:nvSpPr>
          <p:cNvPr id="46" name="Shape 44"/>
          <p:cNvSpPr/>
          <p:nvPr/>
        </p:nvSpPr>
        <p:spPr>
          <a:xfrm>
            <a:off x="2377440" y="1005840"/>
            <a:ext cx="457200" cy="9144"/>
          </a:xfrm>
          <a:prstGeom prst="rect">
            <a:avLst/>
          </a:prstGeom>
          <a:solidFill>
            <a:srgbClr val="1A3A2A"/>
          </a:solidFill>
          <a:ln w="12700">
            <a:solidFill>
              <a:srgbClr val="1A3A2A"/>
            </a:solidFill>
            <a:prstDash val="solid"/>
          </a:ln>
        </p:spPr>
      </p:sp>
      <p:sp>
        <p:nvSpPr>
          <p:cNvPr id="47" name="Shape 45"/>
          <p:cNvSpPr/>
          <p:nvPr/>
        </p:nvSpPr>
        <p:spPr>
          <a:xfrm>
            <a:off x="2971800" y="1005840"/>
            <a:ext cx="457200" cy="9144"/>
          </a:xfrm>
          <a:prstGeom prst="rect">
            <a:avLst/>
          </a:prstGeom>
          <a:solidFill>
            <a:srgbClr val="1A3A2A"/>
          </a:solidFill>
          <a:ln w="12700">
            <a:solidFill>
              <a:srgbClr val="1A3A2A"/>
            </a:solidFill>
            <a:prstDash val="solid"/>
          </a:ln>
        </p:spPr>
      </p:sp>
      <p:sp>
        <p:nvSpPr>
          <p:cNvPr id="48" name="Shape 46"/>
          <p:cNvSpPr/>
          <p:nvPr/>
        </p:nvSpPr>
        <p:spPr>
          <a:xfrm>
            <a:off x="3566160" y="1005840"/>
            <a:ext cx="457200" cy="9144"/>
          </a:xfrm>
          <a:prstGeom prst="rect">
            <a:avLst/>
          </a:prstGeom>
          <a:solidFill>
            <a:srgbClr val="1A3A2A"/>
          </a:solidFill>
          <a:ln w="12700">
            <a:solidFill>
              <a:srgbClr val="1A3A2A"/>
            </a:solidFill>
            <a:prstDash val="solid"/>
          </a:ln>
        </p:spPr>
      </p:sp>
      <p:sp>
        <p:nvSpPr>
          <p:cNvPr id="49" name="Shape 47"/>
          <p:cNvSpPr/>
          <p:nvPr/>
        </p:nvSpPr>
        <p:spPr>
          <a:xfrm>
            <a:off x="4160520" y="1005840"/>
            <a:ext cx="457200" cy="9144"/>
          </a:xfrm>
          <a:prstGeom prst="rect">
            <a:avLst/>
          </a:prstGeom>
          <a:solidFill>
            <a:srgbClr val="1A3A2A"/>
          </a:solidFill>
          <a:ln w="12700">
            <a:solidFill>
              <a:srgbClr val="1A3A2A"/>
            </a:solidFill>
            <a:prstDash val="solid"/>
          </a:ln>
        </p:spPr>
      </p:sp>
      <p:sp>
        <p:nvSpPr>
          <p:cNvPr id="50" name="Shape 48"/>
          <p:cNvSpPr/>
          <p:nvPr/>
        </p:nvSpPr>
        <p:spPr>
          <a:xfrm>
            <a:off x="4754880" y="1005840"/>
            <a:ext cx="457200" cy="9144"/>
          </a:xfrm>
          <a:prstGeom prst="rect">
            <a:avLst/>
          </a:prstGeom>
          <a:solidFill>
            <a:srgbClr val="1A3A2A"/>
          </a:solidFill>
          <a:ln w="12700">
            <a:solidFill>
              <a:srgbClr val="1A3A2A"/>
            </a:solidFill>
            <a:prstDash val="solid"/>
          </a:ln>
        </p:spPr>
      </p:sp>
      <p:sp>
        <p:nvSpPr>
          <p:cNvPr id="51" name="Shape 49"/>
          <p:cNvSpPr/>
          <p:nvPr/>
        </p:nvSpPr>
        <p:spPr>
          <a:xfrm>
            <a:off x="5349240" y="1005840"/>
            <a:ext cx="457200" cy="9144"/>
          </a:xfrm>
          <a:prstGeom prst="rect">
            <a:avLst/>
          </a:prstGeom>
          <a:solidFill>
            <a:srgbClr val="1A3A2A"/>
          </a:solidFill>
          <a:ln w="12700">
            <a:solidFill>
              <a:srgbClr val="1A3A2A"/>
            </a:solidFill>
            <a:prstDash val="solid"/>
          </a:ln>
        </p:spPr>
      </p:sp>
      <p:sp>
        <p:nvSpPr>
          <p:cNvPr id="52" name="Shape 50"/>
          <p:cNvSpPr/>
          <p:nvPr/>
        </p:nvSpPr>
        <p:spPr>
          <a:xfrm>
            <a:off x="5943600" y="1005840"/>
            <a:ext cx="457200" cy="9144"/>
          </a:xfrm>
          <a:prstGeom prst="rect">
            <a:avLst/>
          </a:prstGeom>
          <a:solidFill>
            <a:srgbClr val="1A3A2A"/>
          </a:solidFill>
          <a:ln w="12700">
            <a:solidFill>
              <a:srgbClr val="1A3A2A"/>
            </a:solidFill>
            <a:prstDash val="solid"/>
          </a:ln>
        </p:spPr>
      </p:sp>
      <p:sp>
        <p:nvSpPr>
          <p:cNvPr id="53" name="Shape 51"/>
          <p:cNvSpPr/>
          <p:nvPr/>
        </p:nvSpPr>
        <p:spPr>
          <a:xfrm>
            <a:off x="6537960" y="1005840"/>
            <a:ext cx="457200" cy="9144"/>
          </a:xfrm>
          <a:prstGeom prst="rect">
            <a:avLst/>
          </a:prstGeom>
          <a:solidFill>
            <a:srgbClr val="1A3A2A"/>
          </a:solidFill>
          <a:ln w="12700">
            <a:solidFill>
              <a:srgbClr val="1A3A2A"/>
            </a:solidFill>
            <a:prstDash val="solid"/>
          </a:ln>
        </p:spPr>
      </p:sp>
      <p:sp>
        <p:nvSpPr>
          <p:cNvPr id="54" name="Shape 52"/>
          <p:cNvSpPr/>
          <p:nvPr/>
        </p:nvSpPr>
        <p:spPr>
          <a:xfrm>
            <a:off x="7132320" y="1005840"/>
            <a:ext cx="457200" cy="9144"/>
          </a:xfrm>
          <a:prstGeom prst="rect">
            <a:avLst/>
          </a:prstGeom>
          <a:solidFill>
            <a:srgbClr val="1A3A2A"/>
          </a:solidFill>
          <a:ln w="12700">
            <a:solidFill>
              <a:srgbClr val="1A3A2A"/>
            </a:solidFill>
            <a:prstDash val="solid"/>
          </a:ln>
        </p:spPr>
      </p:sp>
      <p:sp>
        <p:nvSpPr>
          <p:cNvPr id="55" name="Shape 53"/>
          <p:cNvSpPr/>
          <p:nvPr/>
        </p:nvSpPr>
        <p:spPr>
          <a:xfrm>
            <a:off x="7726680" y="1005840"/>
            <a:ext cx="457200" cy="9144"/>
          </a:xfrm>
          <a:prstGeom prst="rect">
            <a:avLst/>
          </a:prstGeom>
          <a:solidFill>
            <a:srgbClr val="1A3A2A"/>
          </a:solidFill>
          <a:ln w="12700">
            <a:solidFill>
              <a:srgbClr val="1A3A2A"/>
            </a:solidFill>
            <a:prstDash val="solid"/>
          </a:ln>
        </p:spPr>
      </p:sp>
      <p:sp>
        <p:nvSpPr>
          <p:cNvPr id="56" name="Shape 54"/>
          <p:cNvSpPr/>
          <p:nvPr/>
        </p:nvSpPr>
        <p:spPr>
          <a:xfrm>
            <a:off x="8321040" y="1005840"/>
            <a:ext cx="457200" cy="9144"/>
          </a:xfrm>
          <a:prstGeom prst="rect">
            <a:avLst/>
          </a:prstGeom>
          <a:solidFill>
            <a:srgbClr val="1A3A2A"/>
          </a:solidFill>
          <a:ln w="12700">
            <a:solidFill>
              <a:srgbClr val="1A3A2A"/>
            </a:solidFill>
            <a:prstDash val="solid"/>
          </a:ln>
        </p:spPr>
      </p:sp>
      <p:sp>
        <p:nvSpPr>
          <p:cNvPr id="57" name="Shape 55"/>
          <p:cNvSpPr/>
          <p:nvPr/>
        </p:nvSpPr>
        <p:spPr>
          <a:xfrm>
            <a:off x="8915400" y="1005840"/>
            <a:ext cx="457200" cy="9144"/>
          </a:xfrm>
          <a:prstGeom prst="rect">
            <a:avLst/>
          </a:prstGeom>
          <a:solidFill>
            <a:srgbClr val="1A3A2A"/>
          </a:solidFill>
          <a:ln w="12700">
            <a:solidFill>
              <a:srgbClr val="1A3A2A"/>
            </a:solidFill>
            <a:prstDash val="solid"/>
          </a:ln>
        </p:spPr>
      </p:sp>
      <p:sp>
        <p:nvSpPr>
          <p:cNvPr id="58" name="Shape 56"/>
          <p:cNvSpPr/>
          <p:nvPr/>
        </p:nvSpPr>
        <p:spPr>
          <a:xfrm>
            <a:off x="9509760" y="1005840"/>
            <a:ext cx="457200" cy="9144"/>
          </a:xfrm>
          <a:prstGeom prst="rect">
            <a:avLst/>
          </a:prstGeom>
          <a:solidFill>
            <a:srgbClr val="1A3A2A"/>
          </a:solidFill>
          <a:ln w="12700">
            <a:solidFill>
              <a:srgbClr val="1A3A2A"/>
            </a:solidFill>
            <a:prstDash val="solid"/>
          </a:ln>
        </p:spPr>
      </p:sp>
      <p:sp>
        <p:nvSpPr>
          <p:cNvPr id="59" name="Shape 57"/>
          <p:cNvSpPr/>
          <p:nvPr/>
        </p:nvSpPr>
        <p:spPr>
          <a:xfrm>
            <a:off x="10104120" y="1005840"/>
            <a:ext cx="457200" cy="9144"/>
          </a:xfrm>
          <a:prstGeom prst="rect">
            <a:avLst/>
          </a:prstGeom>
          <a:solidFill>
            <a:srgbClr val="1A3A2A"/>
          </a:solidFill>
          <a:ln w="12700">
            <a:solidFill>
              <a:srgbClr val="1A3A2A"/>
            </a:solidFill>
            <a:prstDash val="solid"/>
          </a:ln>
        </p:spPr>
      </p:sp>
      <p:sp>
        <p:nvSpPr>
          <p:cNvPr id="60" name="Shape 58"/>
          <p:cNvSpPr/>
          <p:nvPr/>
        </p:nvSpPr>
        <p:spPr>
          <a:xfrm>
            <a:off x="10698480" y="1005840"/>
            <a:ext cx="457200" cy="9144"/>
          </a:xfrm>
          <a:prstGeom prst="rect">
            <a:avLst/>
          </a:prstGeom>
          <a:solidFill>
            <a:srgbClr val="1A3A2A"/>
          </a:solidFill>
          <a:ln w="12700">
            <a:solidFill>
              <a:srgbClr val="1A3A2A"/>
            </a:solidFill>
            <a:prstDash val="solid"/>
          </a:ln>
        </p:spPr>
      </p:sp>
      <p:sp>
        <p:nvSpPr>
          <p:cNvPr id="61" name="Shape 59"/>
          <p:cNvSpPr/>
          <p:nvPr/>
        </p:nvSpPr>
        <p:spPr>
          <a:xfrm>
            <a:off x="11292840" y="1005840"/>
            <a:ext cx="457200" cy="9144"/>
          </a:xfrm>
          <a:prstGeom prst="rect">
            <a:avLst/>
          </a:prstGeom>
          <a:solidFill>
            <a:srgbClr val="1A3A2A"/>
          </a:solidFill>
          <a:ln w="12700">
            <a:solidFill>
              <a:srgbClr val="1A3A2A"/>
            </a:solidFill>
            <a:prstDash val="solid"/>
          </a:ln>
        </p:spPr>
      </p:sp>
      <p:sp>
        <p:nvSpPr>
          <p:cNvPr id="62" name="Shape 60"/>
          <p:cNvSpPr/>
          <p:nvPr/>
        </p:nvSpPr>
        <p:spPr>
          <a:xfrm>
            <a:off x="292608" y="1508760"/>
            <a:ext cx="457200" cy="9144"/>
          </a:xfrm>
          <a:prstGeom prst="rect">
            <a:avLst/>
          </a:prstGeom>
          <a:solidFill>
            <a:srgbClr val="1A3A2A"/>
          </a:solidFill>
          <a:ln w="12700">
            <a:solidFill>
              <a:srgbClr val="1A3A2A"/>
            </a:solidFill>
            <a:prstDash val="solid"/>
          </a:ln>
        </p:spPr>
      </p:sp>
      <p:sp>
        <p:nvSpPr>
          <p:cNvPr id="63" name="Shape 61"/>
          <p:cNvSpPr/>
          <p:nvPr/>
        </p:nvSpPr>
        <p:spPr>
          <a:xfrm>
            <a:off x="886968" y="1508760"/>
            <a:ext cx="457200" cy="9144"/>
          </a:xfrm>
          <a:prstGeom prst="rect">
            <a:avLst/>
          </a:prstGeom>
          <a:solidFill>
            <a:srgbClr val="1A3A2A"/>
          </a:solidFill>
          <a:ln w="12700">
            <a:solidFill>
              <a:srgbClr val="1A3A2A"/>
            </a:solidFill>
            <a:prstDash val="solid"/>
          </a:ln>
        </p:spPr>
      </p:sp>
      <p:sp>
        <p:nvSpPr>
          <p:cNvPr id="64" name="Shape 62"/>
          <p:cNvSpPr/>
          <p:nvPr/>
        </p:nvSpPr>
        <p:spPr>
          <a:xfrm>
            <a:off x="1481328" y="1508760"/>
            <a:ext cx="457200" cy="9144"/>
          </a:xfrm>
          <a:prstGeom prst="rect">
            <a:avLst/>
          </a:prstGeom>
          <a:solidFill>
            <a:srgbClr val="1A3A2A"/>
          </a:solidFill>
          <a:ln w="12700">
            <a:solidFill>
              <a:srgbClr val="1A3A2A"/>
            </a:solidFill>
            <a:prstDash val="solid"/>
          </a:ln>
        </p:spPr>
      </p:sp>
      <p:sp>
        <p:nvSpPr>
          <p:cNvPr id="65" name="Shape 63"/>
          <p:cNvSpPr/>
          <p:nvPr/>
        </p:nvSpPr>
        <p:spPr>
          <a:xfrm>
            <a:off x="2075688" y="1508760"/>
            <a:ext cx="457200" cy="9144"/>
          </a:xfrm>
          <a:prstGeom prst="rect">
            <a:avLst/>
          </a:prstGeom>
          <a:solidFill>
            <a:srgbClr val="1A3A2A"/>
          </a:solidFill>
          <a:ln w="12700">
            <a:solidFill>
              <a:srgbClr val="1A3A2A"/>
            </a:solidFill>
            <a:prstDash val="solid"/>
          </a:ln>
        </p:spPr>
      </p:sp>
      <p:sp>
        <p:nvSpPr>
          <p:cNvPr id="66" name="Shape 64"/>
          <p:cNvSpPr/>
          <p:nvPr/>
        </p:nvSpPr>
        <p:spPr>
          <a:xfrm>
            <a:off x="2670048" y="1508760"/>
            <a:ext cx="457200" cy="9144"/>
          </a:xfrm>
          <a:prstGeom prst="rect">
            <a:avLst/>
          </a:prstGeom>
          <a:solidFill>
            <a:srgbClr val="1A3A2A"/>
          </a:solidFill>
          <a:ln w="12700">
            <a:solidFill>
              <a:srgbClr val="1A3A2A"/>
            </a:solidFill>
            <a:prstDash val="solid"/>
          </a:ln>
        </p:spPr>
      </p:sp>
      <p:sp>
        <p:nvSpPr>
          <p:cNvPr id="67" name="Shape 65"/>
          <p:cNvSpPr/>
          <p:nvPr/>
        </p:nvSpPr>
        <p:spPr>
          <a:xfrm>
            <a:off x="3264408" y="1508760"/>
            <a:ext cx="457200" cy="9144"/>
          </a:xfrm>
          <a:prstGeom prst="rect">
            <a:avLst/>
          </a:prstGeom>
          <a:solidFill>
            <a:srgbClr val="1A3A2A"/>
          </a:solidFill>
          <a:ln w="12700">
            <a:solidFill>
              <a:srgbClr val="1A3A2A"/>
            </a:solidFill>
            <a:prstDash val="solid"/>
          </a:ln>
        </p:spPr>
      </p:sp>
      <p:sp>
        <p:nvSpPr>
          <p:cNvPr id="68" name="Shape 66"/>
          <p:cNvSpPr/>
          <p:nvPr/>
        </p:nvSpPr>
        <p:spPr>
          <a:xfrm>
            <a:off x="3858768" y="1508760"/>
            <a:ext cx="457200" cy="9144"/>
          </a:xfrm>
          <a:prstGeom prst="rect">
            <a:avLst/>
          </a:prstGeom>
          <a:solidFill>
            <a:srgbClr val="1A3A2A"/>
          </a:solidFill>
          <a:ln w="12700">
            <a:solidFill>
              <a:srgbClr val="1A3A2A"/>
            </a:solidFill>
            <a:prstDash val="solid"/>
          </a:ln>
        </p:spPr>
      </p:sp>
      <p:sp>
        <p:nvSpPr>
          <p:cNvPr id="69" name="Shape 67"/>
          <p:cNvSpPr/>
          <p:nvPr/>
        </p:nvSpPr>
        <p:spPr>
          <a:xfrm>
            <a:off x="4453128" y="1508760"/>
            <a:ext cx="457200" cy="9144"/>
          </a:xfrm>
          <a:prstGeom prst="rect">
            <a:avLst/>
          </a:prstGeom>
          <a:solidFill>
            <a:srgbClr val="1A3A2A"/>
          </a:solidFill>
          <a:ln w="12700">
            <a:solidFill>
              <a:srgbClr val="1A3A2A"/>
            </a:solidFill>
            <a:prstDash val="solid"/>
          </a:ln>
        </p:spPr>
      </p:sp>
      <p:sp>
        <p:nvSpPr>
          <p:cNvPr id="70" name="Shape 68"/>
          <p:cNvSpPr/>
          <p:nvPr/>
        </p:nvSpPr>
        <p:spPr>
          <a:xfrm>
            <a:off x="5047488" y="1508760"/>
            <a:ext cx="457200" cy="9144"/>
          </a:xfrm>
          <a:prstGeom prst="rect">
            <a:avLst/>
          </a:prstGeom>
          <a:solidFill>
            <a:srgbClr val="1A3A2A"/>
          </a:solidFill>
          <a:ln w="12700">
            <a:solidFill>
              <a:srgbClr val="1A3A2A"/>
            </a:solidFill>
            <a:prstDash val="solid"/>
          </a:ln>
        </p:spPr>
      </p:sp>
      <p:sp>
        <p:nvSpPr>
          <p:cNvPr id="71" name="Shape 69"/>
          <p:cNvSpPr/>
          <p:nvPr/>
        </p:nvSpPr>
        <p:spPr>
          <a:xfrm>
            <a:off x="5641848" y="1508760"/>
            <a:ext cx="457200" cy="9144"/>
          </a:xfrm>
          <a:prstGeom prst="rect">
            <a:avLst/>
          </a:prstGeom>
          <a:solidFill>
            <a:srgbClr val="1A3A2A"/>
          </a:solidFill>
          <a:ln w="12700">
            <a:solidFill>
              <a:srgbClr val="1A3A2A"/>
            </a:solidFill>
            <a:prstDash val="solid"/>
          </a:ln>
        </p:spPr>
      </p:sp>
      <p:sp>
        <p:nvSpPr>
          <p:cNvPr id="72" name="Shape 70"/>
          <p:cNvSpPr/>
          <p:nvPr/>
        </p:nvSpPr>
        <p:spPr>
          <a:xfrm>
            <a:off x="6236208" y="1508760"/>
            <a:ext cx="457200" cy="9144"/>
          </a:xfrm>
          <a:prstGeom prst="rect">
            <a:avLst/>
          </a:prstGeom>
          <a:solidFill>
            <a:srgbClr val="1A3A2A"/>
          </a:solidFill>
          <a:ln w="12700">
            <a:solidFill>
              <a:srgbClr val="1A3A2A"/>
            </a:solidFill>
            <a:prstDash val="solid"/>
          </a:ln>
        </p:spPr>
      </p:sp>
      <p:sp>
        <p:nvSpPr>
          <p:cNvPr id="73" name="Shape 71"/>
          <p:cNvSpPr/>
          <p:nvPr/>
        </p:nvSpPr>
        <p:spPr>
          <a:xfrm>
            <a:off x="6830568" y="1508760"/>
            <a:ext cx="457200" cy="9144"/>
          </a:xfrm>
          <a:prstGeom prst="rect">
            <a:avLst/>
          </a:prstGeom>
          <a:solidFill>
            <a:srgbClr val="1A3A2A"/>
          </a:solidFill>
          <a:ln w="12700">
            <a:solidFill>
              <a:srgbClr val="1A3A2A"/>
            </a:solidFill>
            <a:prstDash val="solid"/>
          </a:ln>
        </p:spPr>
      </p:sp>
      <p:sp>
        <p:nvSpPr>
          <p:cNvPr id="74" name="Shape 72"/>
          <p:cNvSpPr/>
          <p:nvPr/>
        </p:nvSpPr>
        <p:spPr>
          <a:xfrm>
            <a:off x="7424928" y="1508760"/>
            <a:ext cx="457200" cy="9144"/>
          </a:xfrm>
          <a:prstGeom prst="rect">
            <a:avLst/>
          </a:prstGeom>
          <a:solidFill>
            <a:srgbClr val="1A3A2A"/>
          </a:solidFill>
          <a:ln w="12700">
            <a:solidFill>
              <a:srgbClr val="1A3A2A"/>
            </a:solidFill>
            <a:prstDash val="solid"/>
          </a:ln>
        </p:spPr>
      </p:sp>
      <p:sp>
        <p:nvSpPr>
          <p:cNvPr id="75" name="Shape 73"/>
          <p:cNvSpPr/>
          <p:nvPr/>
        </p:nvSpPr>
        <p:spPr>
          <a:xfrm>
            <a:off x="8019288" y="1508760"/>
            <a:ext cx="457200" cy="9144"/>
          </a:xfrm>
          <a:prstGeom prst="rect">
            <a:avLst/>
          </a:prstGeom>
          <a:solidFill>
            <a:srgbClr val="1A3A2A"/>
          </a:solidFill>
          <a:ln w="12700">
            <a:solidFill>
              <a:srgbClr val="1A3A2A"/>
            </a:solidFill>
            <a:prstDash val="solid"/>
          </a:ln>
        </p:spPr>
      </p:sp>
      <p:sp>
        <p:nvSpPr>
          <p:cNvPr id="76" name="Shape 74"/>
          <p:cNvSpPr/>
          <p:nvPr/>
        </p:nvSpPr>
        <p:spPr>
          <a:xfrm>
            <a:off x="8613648" y="1508760"/>
            <a:ext cx="457200" cy="9144"/>
          </a:xfrm>
          <a:prstGeom prst="rect">
            <a:avLst/>
          </a:prstGeom>
          <a:solidFill>
            <a:srgbClr val="1A3A2A"/>
          </a:solidFill>
          <a:ln w="12700">
            <a:solidFill>
              <a:srgbClr val="1A3A2A"/>
            </a:solidFill>
            <a:prstDash val="solid"/>
          </a:ln>
        </p:spPr>
      </p:sp>
      <p:sp>
        <p:nvSpPr>
          <p:cNvPr id="77" name="Shape 75"/>
          <p:cNvSpPr/>
          <p:nvPr/>
        </p:nvSpPr>
        <p:spPr>
          <a:xfrm>
            <a:off x="9208008" y="1508760"/>
            <a:ext cx="457200" cy="9144"/>
          </a:xfrm>
          <a:prstGeom prst="rect">
            <a:avLst/>
          </a:prstGeom>
          <a:solidFill>
            <a:srgbClr val="1A3A2A"/>
          </a:solidFill>
          <a:ln w="12700">
            <a:solidFill>
              <a:srgbClr val="1A3A2A"/>
            </a:solidFill>
            <a:prstDash val="solid"/>
          </a:ln>
        </p:spPr>
      </p:sp>
      <p:sp>
        <p:nvSpPr>
          <p:cNvPr id="78" name="Shape 76"/>
          <p:cNvSpPr/>
          <p:nvPr/>
        </p:nvSpPr>
        <p:spPr>
          <a:xfrm>
            <a:off x="9802368" y="1508760"/>
            <a:ext cx="457200" cy="9144"/>
          </a:xfrm>
          <a:prstGeom prst="rect">
            <a:avLst/>
          </a:prstGeom>
          <a:solidFill>
            <a:srgbClr val="1A3A2A"/>
          </a:solidFill>
          <a:ln w="12700">
            <a:solidFill>
              <a:srgbClr val="1A3A2A"/>
            </a:solidFill>
            <a:prstDash val="solid"/>
          </a:ln>
        </p:spPr>
      </p:sp>
      <p:sp>
        <p:nvSpPr>
          <p:cNvPr id="79" name="Shape 77"/>
          <p:cNvSpPr/>
          <p:nvPr/>
        </p:nvSpPr>
        <p:spPr>
          <a:xfrm>
            <a:off x="10396728" y="1508760"/>
            <a:ext cx="457200" cy="9144"/>
          </a:xfrm>
          <a:prstGeom prst="rect">
            <a:avLst/>
          </a:prstGeom>
          <a:solidFill>
            <a:srgbClr val="1A3A2A"/>
          </a:solidFill>
          <a:ln w="12700">
            <a:solidFill>
              <a:srgbClr val="1A3A2A"/>
            </a:solidFill>
            <a:prstDash val="solid"/>
          </a:ln>
        </p:spPr>
      </p:sp>
      <p:sp>
        <p:nvSpPr>
          <p:cNvPr id="80" name="Shape 78"/>
          <p:cNvSpPr/>
          <p:nvPr/>
        </p:nvSpPr>
        <p:spPr>
          <a:xfrm>
            <a:off x="10991088" y="1508760"/>
            <a:ext cx="457200" cy="9144"/>
          </a:xfrm>
          <a:prstGeom prst="rect">
            <a:avLst/>
          </a:prstGeom>
          <a:solidFill>
            <a:srgbClr val="1A3A2A"/>
          </a:solidFill>
          <a:ln w="12700">
            <a:solidFill>
              <a:srgbClr val="1A3A2A"/>
            </a:solidFill>
            <a:prstDash val="solid"/>
          </a:ln>
        </p:spPr>
      </p:sp>
      <p:sp>
        <p:nvSpPr>
          <p:cNvPr id="81" name="Shape 79"/>
          <p:cNvSpPr/>
          <p:nvPr/>
        </p:nvSpPr>
        <p:spPr>
          <a:xfrm>
            <a:off x="11585448" y="1508760"/>
            <a:ext cx="457200" cy="9144"/>
          </a:xfrm>
          <a:prstGeom prst="rect">
            <a:avLst/>
          </a:prstGeom>
          <a:solidFill>
            <a:srgbClr val="1A3A2A"/>
          </a:solidFill>
          <a:ln w="12700">
            <a:solidFill>
              <a:srgbClr val="1A3A2A"/>
            </a:solidFill>
            <a:prstDash val="solid"/>
          </a:ln>
        </p:spPr>
      </p:sp>
      <p:sp>
        <p:nvSpPr>
          <p:cNvPr id="82" name="Shape 80"/>
          <p:cNvSpPr/>
          <p:nvPr/>
        </p:nvSpPr>
        <p:spPr>
          <a:xfrm>
            <a:off x="0" y="2011680"/>
            <a:ext cx="457200" cy="9144"/>
          </a:xfrm>
          <a:prstGeom prst="rect">
            <a:avLst/>
          </a:prstGeom>
          <a:solidFill>
            <a:srgbClr val="1A3A2A"/>
          </a:solidFill>
          <a:ln w="12700">
            <a:solidFill>
              <a:srgbClr val="1A3A2A"/>
            </a:solidFill>
            <a:prstDash val="solid"/>
          </a:ln>
        </p:spPr>
      </p:sp>
      <p:sp>
        <p:nvSpPr>
          <p:cNvPr id="83" name="Shape 81"/>
          <p:cNvSpPr/>
          <p:nvPr/>
        </p:nvSpPr>
        <p:spPr>
          <a:xfrm>
            <a:off x="594360" y="2011680"/>
            <a:ext cx="457200" cy="9144"/>
          </a:xfrm>
          <a:prstGeom prst="rect">
            <a:avLst/>
          </a:prstGeom>
          <a:solidFill>
            <a:srgbClr val="1A3A2A"/>
          </a:solidFill>
          <a:ln w="12700">
            <a:solidFill>
              <a:srgbClr val="1A3A2A"/>
            </a:solidFill>
            <a:prstDash val="solid"/>
          </a:ln>
        </p:spPr>
      </p:sp>
      <p:sp>
        <p:nvSpPr>
          <p:cNvPr id="84" name="Shape 82"/>
          <p:cNvSpPr/>
          <p:nvPr/>
        </p:nvSpPr>
        <p:spPr>
          <a:xfrm>
            <a:off x="1188720" y="2011680"/>
            <a:ext cx="457200" cy="9144"/>
          </a:xfrm>
          <a:prstGeom prst="rect">
            <a:avLst/>
          </a:prstGeom>
          <a:solidFill>
            <a:srgbClr val="1A3A2A"/>
          </a:solidFill>
          <a:ln w="12700">
            <a:solidFill>
              <a:srgbClr val="1A3A2A"/>
            </a:solidFill>
            <a:prstDash val="solid"/>
          </a:ln>
        </p:spPr>
      </p:sp>
      <p:sp>
        <p:nvSpPr>
          <p:cNvPr id="85" name="Shape 83"/>
          <p:cNvSpPr/>
          <p:nvPr/>
        </p:nvSpPr>
        <p:spPr>
          <a:xfrm>
            <a:off x="1783080" y="2011680"/>
            <a:ext cx="457200" cy="9144"/>
          </a:xfrm>
          <a:prstGeom prst="rect">
            <a:avLst/>
          </a:prstGeom>
          <a:solidFill>
            <a:srgbClr val="1A3A2A"/>
          </a:solidFill>
          <a:ln w="12700">
            <a:solidFill>
              <a:srgbClr val="1A3A2A"/>
            </a:solidFill>
            <a:prstDash val="solid"/>
          </a:ln>
        </p:spPr>
      </p:sp>
      <p:sp>
        <p:nvSpPr>
          <p:cNvPr id="86" name="Shape 84"/>
          <p:cNvSpPr/>
          <p:nvPr/>
        </p:nvSpPr>
        <p:spPr>
          <a:xfrm>
            <a:off x="2377440" y="2011680"/>
            <a:ext cx="457200" cy="9144"/>
          </a:xfrm>
          <a:prstGeom prst="rect">
            <a:avLst/>
          </a:prstGeom>
          <a:solidFill>
            <a:srgbClr val="1A3A2A"/>
          </a:solidFill>
          <a:ln w="12700">
            <a:solidFill>
              <a:srgbClr val="1A3A2A"/>
            </a:solidFill>
            <a:prstDash val="solid"/>
          </a:ln>
        </p:spPr>
      </p:sp>
      <p:sp>
        <p:nvSpPr>
          <p:cNvPr id="87" name="Shape 85"/>
          <p:cNvSpPr/>
          <p:nvPr/>
        </p:nvSpPr>
        <p:spPr>
          <a:xfrm>
            <a:off x="2971800" y="2011680"/>
            <a:ext cx="457200" cy="9144"/>
          </a:xfrm>
          <a:prstGeom prst="rect">
            <a:avLst/>
          </a:prstGeom>
          <a:solidFill>
            <a:srgbClr val="1A3A2A"/>
          </a:solidFill>
          <a:ln w="12700">
            <a:solidFill>
              <a:srgbClr val="1A3A2A"/>
            </a:solidFill>
            <a:prstDash val="solid"/>
          </a:ln>
        </p:spPr>
      </p:sp>
      <p:sp>
        <p:nvSpPr>
          <p:cNvPr id="88" name="Shape 86"/>
          <p:cNvSpPr/>
          <p:nvPr/>
        </p:nvSpPr>
        <p:spPr>
          <a:xfrm>
            <a:off x="3566160" y="2011680"/>
            <a:ext cx="457200" cy="9144"/>
          </a:xfrm>
          <a:prstGeom prst="rect">
            <a:avLst/>
          </a:prstGeom>
          <a:solidFill>
            <a:srgbClr val="1A3A2A"/>
          </a:solidFill>
          <a:ln w="12700">
            <a:solidFill>
              <a:srgbClr val="1A3A2A"/>
            </a:solidFill>
            <a:prstDash val="solid"/>
          </a:ln>
        </p:spPr>
      </p:sp>
      <p:sp>
        <p:nvSpPr>
          <p:cNvPr id="89" name="Shape 87"/>
          <p:cNvSpPr/>
          <p:nvPr/>
        </p:nvSpPr>
        <p:spPr>
          <a:xfrm>
            <a:off x="4160520" y="2011680"/>
            <a:ext cx="457200" cy="9144"/>
          </a:xfrm>
          <a:prstGeom prst="rect">
            <a:avLst/>
          </a:prstGeom>
          <a:solidFill>
            <a:srgbClr val="1A3A2A"/>
          </a:solidFill>
          <a:ln w="12700">
            <a:solidFill>
              <a:srgbClr val="1A3A2A"/>
            </a:solidFill>
            <a:prstDash val="solid"/>
          </a:ln>
        </p:spPr>
      </p:sp>
      <p:sp>
        <p:nvSpPr>
          <p:cNvPr id="90" name="Shape 88"/>
          <p:cNvSpPr/>
          <p:nvPr/>
        </p:nvSpPr>
        <p:spPr>
          <a:xfrm>
            <a:off x="4754880" y="2011680"/>
            <a:ext cx="457200" cy="9144"/>
          </a:xfrm>
          <a:prstGeom prst="rect">
            <a:avLst/>
          </a:prstGeom>
          <a:solidFill>
            <a:srgbClr val="1A3A2A"/>
          </a:solidFill>
          <a:ln w="12700">
            <a:solidFill>
              <a:srgbClr val="1A3A2A"/>
            </a:solidFill>
            <a:prstDash val="solid"/>
          </a:ln>
        </p:spPr>
      </p:sp>
      <p:sp>
        <p:nvSpPr>
          <p:cNvPr id="91" name="Shape 89"/>
          <p:cNvSpPr/>
          <p:nvPr/>
        </p:nvSpPr>
        <p:spPr>
          <a:xfrm>
            <a:off x="5349240" y="2011680"/>
            <a:ext cx="457200" cy="9144"/>
          </a:xfrm>
          <a:prstGeom prst="rect">
            <a:avLst/>
          </a:prstGeom>
          <a:solidFill>
            <a:srgbClr val="1A3A2A"/>
          </a:solidFill>
          <a:ln w="12700">
            <a:solidFill>
              <a:srgbClr val="1A3A2A"/>
            </a:solidFill>
            <a:prstDash val="solid"/>
          </a:ln>
        </p:spPr>
      </p:sp>
      <p:sp>
        <p:nvSpPr>
          <p:cNvPr id="92" name="Shape 90"/>
          <p:cNvSpPr/>
          <p:nvPr/>
        </p:nvSpPr>
        <p:spPr>
          <a:xfrm>
            <a:off x="5943600" y="2011680"/>
            <a:ext cx="457200" cy="9144"/>
          </a:xfrm>
          <a:prstGeom prst="rect">
            <a:avLst/>
          </a:prstGeom>
          <a:solidFill>
            <a:srgbClr val="1A3A2A"/>
          </a:solidFill>
          <a:ln w="12700">
            <a:solidFill>
              <a:srgbClr val="1A3A2A"/>
            </a:solidFill>
            <a:prstDash val="solid"/>
          </a:ln>
        </p:spPr>
      </p:sp>
      <p:sp>
        <p:nvSpPr>
          <p:cNvPr id="93" name="Shape 91"/>
          <p:cNvSpPr/>
          <p:nvPr/>
        </p:nvSpPr>
        <p:spPr>
          <a:xfrm>
            <a:off x="6537960" y="2011680"/>
            <a:ext cx="457200" cy="9144"/>
          </a:xfrm>
          <a:prstGeom prst="rect">
            <a:avLst/>
          </a:prstGeom>
          <a:solidFill>
            <a:srgbClr val="1A3A2A"/>
          </a:solidFill>
          <a:ln w="12700">
            <a:solidFill>
              <a:srgbClr val="1A3A2A"/>
            </a:solidFill>
            <a:prstDash val="solid"/>
          </a:ln>
        </p:spPr>
      </p:sp>
      <p:sp>
        <p:nvSpPr>
          <p:cNvPr id="94" name="Shape 92"/>
          <p:cNvSpPr/>
          <p:nvPr/>
        </p:nvSpPr>
        <p:spPr>
          <a:xfrm>
            <a:off x="7132320" y="2011680"/>
            <a:ext cx="457200" cy="9144"/>
          </a:xfrm>
          <a:prstGeom prst="rect">
            <a:avLst/>
          </a:prstGeom>
          <a:solidFill>
            <a:srgbClr val="1A3A2A"/>
          </a:solidFill>
          <a:ln w="12700">
            <a:solidFill>
              <a:srgbClr val="1A3A2A"/>
            </a:solidFill>
            <a:prstDash val="solid"/>
          </a:ln>
        </p:spPr>
      </p:sp>
      <p:sp>
        <p:nvSpPr>
          <p:cNvPr id="95" name="Shape 93"/>
          <p:cNvSpPr/>
          <p:nvPr/>
        </p:nvSpPr>
        <p:spPr>
          <a:xfrm>
            <a:off x="7726680" y="2011680"/>
            <a:ext cx="457200" cy="9144"/>
          </a:xfrm>
          <a:prstGeom prst="rect">
            <a:avLst/>
          </a:prstGeom>
          <a:solidFill>
            <a:srgbClr val="1A3A2A"/>
          </a:solidFill>
          <a:ln w="12700">
            <a:solidFill>
              <a:srgbClr val="1A3A2A"/>
            </a:solidFill>
            <a:prstDash val="solid"/>
          </a:ln>
        </p:spPr>
      </p:sp>
      <p:sp>
        <p:nvSpPr>
          <p:cNvPr id="96" name="Shape 94"/>
          <p:cNvSpPr/>
          <p:nvPr/>
        </p:nvSpPr>
        <p:spPr>
          <a:xfrm>
            <a:off x="8321040" y="2011680"/>
            <a:ext cx="457200" cy="9144"/>
          </a:xfrm>
          <a:prstGeom prst="rect">
            <a:avLst/>
          </a:prstGeom>
          <a:solidFill>
            <a:srgbClr val="1A3A2A"/>
          </a:solidFill>
          <a:ln w="12700">
            <a:solidFill>
              <a:srgbClr val="1A3A2A"/>
            </a:solidFill>
            <a:prstDash val="solid"/>
          </a:ln>
        </p:spPr>
      </p:sp>
      <p:sp>
        <p:nvSpPr>
          <p:cNvPr id="97" name="Shape 95"/>
          <p:cNvSpPr/>
          <p:nvPr/>
        </p:nvSpPr>
        <p:spPr>
          <a:xfrm>
            <a:off x="8915400" y="2011680"/>
            <a:ext cx="457200" cy="9144"/>
          </a:xfrm>
          <a:prstGeom prst="rect">
            <a:avLst/>
          </a:prstGeom>
          <a:solidFill>
            <a:srgbClr val="1A3A2A"/>
          </a:solidFill>
          <a:ln w="12700">
            <a:solidFill>
              <a:srgbClr val="1A3A2A"/>
            </a:solidFill>
            <a:prstDash val="solid"/>
          </a:ln>
        </p:spPr>
      </p:sp>
      <p:sp>
        <p:nvSpPr>
          <p:cNvPr id="98" name="Shape 96"/>
          <p:cNvSpPr/>
          <p:nvPr/>
        </p:nvSpPr>
        <p:spPr>
          <a:xfrm>
            <a:off x="9509760" y="2011680"/>
            <a:ext cx="457200" cy="9144"/>
          </a:xfrm>
          <a:prstGeom prst="rect">
            <a:avLst/>
          </a:prstGeom>
          <a:solidFill>
            <a:srgbClr val="1A3A2A"/>
          </a:solidFill>
          <a:ln w="12700">
            <a:solidFill>
              <a:srgbClr val="1A3A2A"/>
            </a:solidFill>
            <a:prstDash val="solid"/>
          </a:ln>
        </p:spPr>
      </p:sp>
      <p:sp>
        <p:nvSpPr>
          <p:cNvPr id="99" name="Shape 97"/>
          <p:cNvSpPr/>
          <p:nvPr/>
        </p:nvSpPr>
        <p:spPr>
          <a:xfrm>
            <a:off x="10104120" y="2011680"/>
            <a:ext cx="457200" cy="9144"/>
          </a:xfrm>
          <a:prstGeom prst="rect">
            <a:avLst/>
          </a:prstGeom>
          <a:solidFill>
            <a:srgbClr val="1A3A2A"/>
          </a:solidFill>
          <a:ln w="12700">
            <a:solidFill>
              <a:srgbClr val="1A3A2A"/>
            </a:solidFill>
            <a:prstDash val="solid"/>
          </a:ln>
        </p:spPr>
      </p:sp>
      <p:sp>
        <p:nvSpPr>
          <p:cNvPr id="100" name="Shape 98"/>
          <p:cNvSpPr/>
          <p:nvPr/>
        </p:nvSpPr>
        <p:spPr>
          <a:xfrm>
            <a:off x="10698480" y="2011680"/>
            <a:ext cx="457200" cy="9144"/>
          </a:xfrm>
          <a:prstGeom prst="rect">
            <a:avLst/>
          </a:prstGeom>
          <a:solidFill>
            <a:srgbClr val="1A3A2A"/>
          </a:solidFill>
          <a:ln w="12700">
            <a:solidFill>
              <a:srgbClr val="1A3A2A"/>
            </a:solidFill>
            <a:prstDash val="solid"/>
          </a:ln>
        </p:spPr>
      </p:sp>
      <p:sp>
        <p:nvSpPr>
          <p:cNvPr id="101" name="Shape 99"/>
          <p:cNvSpPr/>
          <p:nvPr/>
        </p:nvSpPr>
        <p:spPr>
          <a:xfrm>
            <a:off x="11292840" y="2011680"/>
            <a:ext cx="457200" cy="9144"/>
          </a:xfrm>
          <a:prstGeom prst="rect">
            <a:avLst/>
          </a:prstGeom>
          <a:solidFill>
            <a:srgbClr val="1A3A2A"/>
          </a:solidFill>
          <a:ln w="12700">
            <a:solidFill>
              <a:srgbClr val="1A3A2A"/>
            </a:solidFill>
            <a:prstDash val="solid"/>
          </a:ln>
        </p:spPr>
      </p:sp>
      <p:sp>
        <p:nvSpPr>
          <p:cNvPr id="102" name="Shape 100"/>
          <p:cNvSpPr/>
          <p:nvPr/>
        </p:nvSpPr>
        <p:spPr>
          <a:xfrm>
            <a:off x="292608" y="2514600"/>
            <a:ext cx="457200" cy="9144"/>
          </a:xfrm>
          <a:prstGeom prst="rect">
            <a:avLst/>
          </a:prstGeom>
          <a:solidFill>
            <a:srgbClr val="1A3A2A"/>
          </a:solidFill>
          <a:ln w="12700">
            <a:solidFill>
              <a:srgbClr val="1A3A2A"/>
            </a:solidFill>
            <a:prstDash val="solid"/>
          </a:ln>
        </p:spPr>
      </p:sp>
      <p:sp>
        <p:nvSpPr>
          <p:cNvPr id="103" name="Shape 101"/>
          <p:cNvSpPr/>
          <p:nvPr/>
        </p:nvSpPr>
        <p:spPr>
          <a:xfrm>
            <a:off x="886968" y="2514600"/>
            <a:ext cx="457200" cy="9144"/>
          </a:xfrm>
          <a:prstGeom prst="rect">
            <a:avLst/>
          </a:prstGeom>
          <a:solidFill>
            <a:srgbClr val="1A3A2A"/>
          </a:solidFill>
          <a:ln w="12700">
            <a:solidFill>
              <a:srgbClr val="1A3A2A"/>
            </a:solidFill>
            <a:prstDash val="solid"/>
          </a:ln>
        </p:spPr>
      </p:sp>
      <p:sp>
        <p:nvSpPr>
          <p:cNvPr id="104" name="Shape 102"/>
          <p:cNvSpPr/>
          <p:nvPr/>
        </p:nvSpPr>
        <p:spPr>
          <a:xfrm>
            <a:off x="1481328" y="2514600"/>
            <a:ext cx="457200" cy="9144"/>
          </a:xfrm>
          <a:prstGeom prst="rect">
            <a:avLst/>
          </a:prstGeom>
          <a:solidFill>
            <a:srgbClr val="1A3A2A"/>
          </a:solidFill>
          <a:ln w="12700">
            <a:solidFill>
              <a:srgbClr val="1A3A2A"/>
            </a:solidFill>
            <a:prstDash val="solid"/>
          </a:ln>
        </p:spPr>
      </p:sp>
      <p:sp>
        <p:nvSpPr>
          <p:cNvPr id="105" name="Shape 103"/>
          <p:cNvSpPr/>
          <p:nvPr/>
        </p:nvSpPr>
        <p:spPr>
          <a:xfrm>
            <a:off x="2075688" y="2514600"/>
            <a:ext cx="457200" cy="9144"/>
          </a:xfrm>
          <a:prstGeom prst="rect">
            <a:avLst/>
          </a:prstGeom>
          <a:solidFill>
            <a:srgbClr val="1A3A2A"/>
          </a:solidFill>
          <a:ln w="12700">
            <a:solidFill>
              <a:srgbClr val="1A3A2A"/>
            </a:solidFill>
            <a:prstDash val="solid"/>
          </a:ln>
        </p:spPr>
      </p:sp>
      <p:sp>
        <p:nvSpPr>
          <p:cNvPr id="106" name="Shape 104"/>
          <p:cNvSpPr/>
          <p:nvPr/>
        </p:nvSpPr>
        <p:spPr>
          <a:xfrm>
            <a:off x="2670048" y="2514600"/>
            <a:ext cx="457200" cy="9144"/>
          </a:xfrm>
          <a:prstGeom prst="rect">
            <a:avLst/>
          </a:prstGeom>
          <a:solidFill>
            <a:srgbClr val="1A3A2A"/>
          </a:solidFill>
          <a:ln w="12700">
            <a:solidFill>
              <a:srgbClr val="1A3A2A"/>
            </a:solidFill>
            <a:prstDash val="solid"/>
          </a:ln>
        </p:spPr>
      </p:sp>
      <p:sp>
        <p:nvSpPr>
          <p:cNvPr id="107" name="Shape 105"/>
          <p:cNvSpPr/>
          <p:nvPr/>
        </p:nvSpPr>
        <p:spPr>
          <a:xfrm>
            <a:off x="3264408" y="2514600"/>
            <a:ext cx="457200" cy="9144"/>
          </a:xfrm>
          <a:prstGeom prst="rect">
            <a:avLst/>
          </a:prstGeom>
          <a:solidFill>
            <a:srgbClr val="1A3A2A"/>
          </a:solidFill>
          <a:ln w="12700">
            <a:solidFill>
              <a:srgbClr val="1A3A2A"/>
            </a:solidFill>
            <a:prstDash val="solid"/>
          </a:ln>
        </p:spPr>
      </p:sp>
      <p:sp>
        <p:nvSpPr>
          <p:cNvPr id="108" name="Shape 106"/>
          <p:cNvSpPr/>
          <p:nvPr/>
        </p:nvSpPr>
        <p:spPr>
          <a:xfrm>
            <a:off x="3858768" y="2514600"/>
            <a:ext cx="457200" cy="9144"/>
          </a:xfrm>
          <a:prstGeom prst="rect">
            <a:avLst/>
          </a:prstGeom>
          <a:solidFill>
            <a:srgbClr val="1A3A2A"/>
          </a:solidFill>
          <a:ln w="12700">
            <a:solidFill>
              <a:srgbClr val="1A3A2A"/>
            </a:solidFill>
            <a:prstDash val="solid"/>
          </a:ln>
        </p:spPr>
      </p:sp>
      <p:sp>
        <p:nvSpPr>
          <p:cNvPr id="109" name="Shape 107"/>
          <p:cNvSpPr/>
          <p:nvPr/>
        </p:nvSpPr>
        <p:spPr>
          <a:xfrm>
            <a:off x="4453128" y="2514600"/>
            <a:ext cx="457200" cy="9144"/>
          </a:xfrm>
          <a:prstGeom prst="rect">
            <a:avLst/>
          </a:prstGeom>
          <a:solidFill>
            <a:srgbClr val="1A3A2A"/>
          </a:solidFill>
          <a:ln w="12700">
            <a:solidFill>
              <a:srgbClr val="1A3A2A"/>
            </a:solidFill>
            <a:prstDash val="solid"/>
          </a:ln>
        </p:spPr>
      </p:sp>
      <p:sp>
        <p:nvSpPr>
          <p:cNvPr id="110" name="Shape 108"/>
          <p:cNvSpPr/>
          <p:nvPr/>
        </p:nvSpPr>
        <p:spPr>
          <a:xfrm>
            <a:off x="5047488" y="2514600"/>
            <a:ext cx="457200" cy="9144"/>
          </a:xfrm>
          <a:prstGeom prst="rect">
            <a:avLst/>
          </a:prstGeom>
          <a:solidFill>
            <a:srgbClr val="1A3A2A"/>
          </a:solidFill>
          <a:ln w="12700">
            <a:solidFill>
              <a:srgbClr val="1A3A2A"/>
            </a:solidFill>
            <a:prstDash val="solid"/>
          </a:ln>
        </p:spPr>
      </p:sp>
      <p:sp>
        <p:nvSpPr>
          <p:cNvPr id="111" name="Shape 109"/>
          <p:cNvSpPr/>
          <p:nvPr/>
        </p:nvSpPr>
        <p:spPr>
          <a:xfrm>
            <a:off x="5641848" y="2514600"/>
            <a:ext cx="457200" cy="9144"/>
          </a:xfrm>
          <a:prstGeom prst="rect">
            <a:avLst/>
          </a:prstGeom>
          <a:solidFill>
            <a:srgbClr val="1A3A2A"/>
          </a:solidFill>
          <a:ln w="12700">
            <a:solidFill>
              <a:srgbClr val="1A3A2A"/>
            </a:solidFill>
            <a:prstDash val="solid"/>
          </a:ln>
        </p:spPr>
      </p:sp>
      <p:sp>
        <p:nvSpPr>
          <p:cNvPr id="112" name="Shape 110"/>
          <p:cNvSpPr/>
          <p:nvPr/>
        </p:nvSpPr>
        <p:spPr>
          <a:xfrm>
            <a:off x="6236208" y="2514600"/>
            <a:ext cx="457200" cy="9144"/>
          </a:xfrm>
          <a:prstGeom prst="rect">
            <a:avLst/>
          </a:prstGeom>
          <a:solidFill>
            <a:srgbClr val="1A3A2A"/>
          </a:solidFill>
          <a:ln w="12700">
            <a:solidFill>
              <a:srgbClr val="1A3A2A"/>
            </a:solidFill>
            <a:prstDash val="solid"/>
          </a:ln>
        </p:spPr>
      </p:sp>
      <p:sp>
        <p:nvSpPr>
          <p:cNvPr id="113" name="Shape 111"/>
          <p:cNvSpPr/>
          <p:nvPr/>
        </p:nvSpPr>
        <p:spPr>
          <a:xfrm>
            <a:off x="6830568" y="2514600"/>
            <a:ext cx="457200" cy="9144"/>
          </a:xfrm>
          <a:prstGeom prst="rect">
            <a:avLst/>
          </a:prstGeom>
          <a:solidFill>
            <a:srgbClr val="1A3A2A"/>
          </a:solidFill>
          <a:ln w="12700">
            <a:solidFill>
              <a:srgbClr val="1A3A2A"/>
            </a:solidFill>
            <a:prstDash val="solid"/>
          </a:ln>
        </p:spPr>
      </p:sp>
      <p:sp>
        <p:nvSpPr>
          <p:cNvPr id="114" name="Shape 112"/>
          <p:cNvSpPr/>
          <p:nvPr/>
        </p:nvSpPr>
        <p:spPr>
          <a:xfrm>
            <a:off x="7424928" y="2514600"/>
            <a:ext cx="457200" cy="9144"/>
          </a:xfrm>
          <a:prstGeom prst="rect">
            <a:avLst/>
          </a:prstGeom>
          <a:solidFill>
            <a:srgbClr val="1A3A2A"/>
          </a:solidFill>
          <a:ln w="12700">
            <a:solidFill>
              <a:srgbClr val="1A3A2A"/>
            </a:solidFill>
            <a:prstDash val="solid"/>
          </a:ln>
        </p:spPr>
      </p:sp>
      <p:sp>
        <p:nvSpPr>
          <p:cNvPr id="115" name="Shape 113"/>
          <p:cNvSpPr/>
          <p:nvPr/>
        </p:nvSpPr>
        <p:spPr>
          <a:xfrm>
            <a:off x="8019288" y="2514600"/>
            <a:ext cx="457200" cy="9144"/>
          </a:xfrm>
          <a:prstGeom prst="rect">
            <a:avLst/>
          </a:prstGeom>
          <a:solidFill>
            <a:srgbClr val="1A3A2A"/>
          </a:solidFill>
          <a:ln w="12700">
            <a:solidFill>
              <a:srgbClr val="1A3A2A"/>
            </a:solidFill>
            <a:prstDash val="solid"/>
          </a:ln>
        </p:spPr>
      </p:sp>
      <p:sp>
        <p:nvSpPr>
          <p:cNvPr id="116" name="Shape 114"/>
          <p:cNvSpPr/>
          <p:nvPr/>
        </p:nvSpPr>
        <p:spPr>
          <a:xfrm>
            <a:off x="8613648" y="2514600"/>
            <a:ext cx="457200" cy="9144"/>
          </a:xfrm>
          <a:prstGeom prst="rect">
            <a:avLst/>
          </a:prstGeom>
          <a:solidFill>
            <a:srgbClr val="1A3A2A"/>
          </a:solidFill>
          <a:ln w="12700">
            <a:solidFill>
              <a:srgbClr val="1A3A2A"/>
            </a:solidFill>
            <a:prstDash val="solid"/>
          </a:ln>
        </p:spPr>
      </p:sp>
      <p:sp>
        <p:nvSpPr>
          <p:cNvPr id="117" name="Shape 115"/>
          <p:cNvSpPr/>
          <p:nvPr/>
        </p:nvSpPr>
        <p:spPr>
          <a:xfrm>
            <a:off x="9208008" y="2514600"/>
            <a:ext cx="457200" cy="9144"/>
          </a:xfrm>
          <a:prstGeom prst="rect">
            <a:avLst/>
          </a:prstGeom>
          <a:solidFill>
            <a:srgbClr val="1A3A2A"/>
          </a:solidFill>
          <a:ln w="12700">
            <a:solidFill>
              <a:srgbClr val="1A3A2A"/>
            </a:solidFill>
            <a:prstDash val="solid"/>
          </a:ln>
        </p:spPr>
      </p:sp>
      <p:sp>
        <p:nvSpPr>
          <p:cNvPr id="118" name="Shape 116"/>
          <p:cNvSpPr/>
          <p:nvPr/>
        </p:nvSpPr>
        <p:spPr>
          <a:xfrm>
            <a:off x="9802368" y="2514600"/>
            <a:ext cx="457200" cy="9144"/>
          </a:xfrm>
          <a:prstGeom prst="rect">
            <a:avLst/>
          </a:prstGeom>
          <a:solidFill>
            <a:srgbClr val="1A3A2A"/>
          </a:solidFill>
          <a:ln w="12700">
            <a:solidFill>
              <a:srgbClr val="1A3A2A"/>
            </a:solidFill>
            <a:prstDash val="solid"/>
          </a:ln>
        </p:spPr>
      </p:sp>
      <p:sp>
        <p:nvSpPr>
          <p:cNvPr id="119" name="Shape 117"/>
          <p:cNvSpPr/>
          <p:nvPr/>
        </p:nvSpPr>
        <p:spPr>
          <a:xfrm>
            <a:off x="10396728" y="2514600"/>
            <a:ext cx="457200" cy="9144"/>
          </a:xfrm>
          <a:prstGeom prst="rect">
            <a:avLst/>
          </a:prstGeom>
          <a:solidFill>
            <a:srgbClr val="1A3A2A"/>
          </a:solidFill>
          <a:ln w="12700">
            <a:solidFill>
              <a:srgbClr val="1A3A2A"/>
            </a:solidFill>
            <a:prstDash val="solid"/>
          </a:ln>
        </p:spPr>
      </p:sp>
      <p:sp>
        <p:nvSpPr>
          <p:cNvPr id="120" name="Shape 118"/>
          <p:cNvSpPr/>
          <p:nvPr/>
        </p:nvSpPr>
        <p:spPr>
          <a:xfrm>
            <a:off x="10991088" y="2514600"/>
            <a:ext cx="457200" cy="9144"/>
          </a:xfrm>
          <a:prstGeom prst="rect">
            <a:avLst/>
          </a:prstGeom>
          <a:solidFill>
            <a:srgbClr val="1A3A2A"/>
          </a:solidFill>
          <a:ln w="12700">
            <a:solidFill>
              <a:srgbClr val="1A3A2A"/>
            </a:solidFill>
            <a:prstDash val="solid"/>
          </a:ln>
        </p:spPr>
      </p:sp>
      <p:sp>
        <p:nvSpPr>
          <p:cNvPr id="121" name="Shape 119"/>
          <p:cNvSpPr/>
          <p:nvPr/>
        </p:nvSpPr>
        <p:spPr>
          <a:xfrm>
            <a:off x="11585448" y="2514600"/>
            <a:ext cx="457200" cy="9144"/>
          </a:xfrm>
          <a:prstGeom prst="rect">
            <a:avLst/>
          </a:prstGeom>
          <a:solidFill>
            <a:srgbClr val="1A3A2A"/>
          </a:solidFill>
          <a:ln w="12700">
            <a:solidFill>
              <a:srgbClr val="1A3A2A"/>
            </a:solidFill>
            <a:prstDash val="solid"/>
          </a:ln>
        </p:spPr>
      </p:sp>
      <p:sp>
        <p:nvSpPr>
          <p:cNvPr id="122" name="Shape 120"/>
          <p:cNvSpPr/>
          <p:nvPr/>
        </p:nvSpPr>
        <p:spPr>
          <a:xfrm>
            <a:off x="0" y="3017520"/>
            <a:ext cx="457200" cy="9144"/>
          </a:xfrm>
          <a:prstGeom prst="rect">
            <a:avLst/>
          </a:prstGeom>
          <a:solidFill>
            <a:srgbClr val="1A3A2A"/>
          </a:solidFill>
          <a:ln w="12700">
            <a:solidFill>
              <a:srgbClr val="1A3A2A"/>
            </a:solidFill>
            <a:prstDash val="solid"/>
          </a:ln>
        </p:spPr>
      </p:sp>
      <p:sp>
        <p:nvSpPr>
          <p:cNvPr id="123" name="Shape 121"/>
          <p:cNvSpPr/>
          <p:nvPr/>
        </p:nvSpPr>
        <p:spPr>
          <a:xfrm>
            <a:off x="594360" y="3017520"/>
            <a:ext cx="457200" cy="9144"/>
          </a:xfrm>
          <a:prstGeom prst="rect">
            <a:avLst/>
          </a:prstGeom>
          <a:solidFill>
            <a:srgbClr val="1A3A2A"/>
          </a:solidFill>
          <a:ln w="12700">
            <a:solidFill>
              <a:srgbClr val="1A3A2A"/>
            </a:solidFill>
            <a:prstDash val="solid"/>
          </a:ln>
        </p:spPr>
      </p:sp>
      <p:sp>
        <p:nvSpPr>
          <p:cNvPr id="124" name="Shape 122"/>
          <p:cNvSpPr/>
          <p:nvPr/>
        </p:nvSpPr>
        <p:spPr>
          <a:xfrm>
            <a:off x="1188720" y="3017520"/>
            <a:ext cx="457200" cy="9144"/>
          </a:xfrm>
          <a:prstGeom prst="rect">
            <a:avLst/>
          </a:prstGeom>
          <a:solidFill>
            <a:srgbClr val="1A3A2A"/>
          </a:solidFill>
          <a:ln w="12700">
            <a:solidFill>
              <a:srgbClr val="1A3A2A"/>
            </a:solidFill>
            <a:prstDash val="solid"/>
          </a:ln>
        </p:spPr>
      </p:sp>
      <p:sp>
        <p:nvSpPr>
          <p:cNvPr id="125" name="Shape 123"/>
          <p:cNvSpPr/>
          <p:nvPr/>
        </p:nvSpPr>
        <p:spPr>
          <a:xfrm>
            <a:off x="1783080" y="3017520"/>
            <a:ext cx="457200" cy="9144"/>
          </a:xfrm>
          <a:prstGeom prst="rect">
            <a:avLst/>
          </a:prstGeom>
          <a:solidFill>
            <a:srgbClr val="1A3A2A"/>
          </a:solidFill>
          <a:ln w="12700">
            <a:solidFill>
              <a:srgbClr val="1A3A2A"/>
            </a:solidFill>
            <a:prstDash val="solid"/>
          </a:ln>
        </p:spPr>
      </p:sp>
      <p:sp>
        <p:nvSpPr>
          <p:cNvPr id="126" name="Shape 124"/>
          <p:cNvSpPr/>
          <p:nvPr/>
        </p:nvSpPr>
        <p:spPr>
          <a:xfrm>
            <a:off x="2377440" y="3017520"/>
            <a:ext cx="457200" cy="9144"/>
          </a:xfrm>
          <a:prstGeom prst="rect">
            <a:avLst/>
          </a:prstGeom>
          <a:solidFill>
            <a:srgbClr val="1A3A2A"/>
          </a:solidFill>
          <a:ln w="12700">
            <a:solidFill>
              <a:srgbClr val="1A3A2A"/>
            </a:solidFill>
            <a:prstDash val="solid"/>
          </a:ln>
        </p:spPr>
      </p:sp>
      <p:sp>
        <p:nvSpPr>
          <p:cNvPr id="127" name="Shape 125"/>
          <p:cNvSpPr/>
          <p:nvPr/>
        </p:nvSpPr>
        <p:spPr>
          <a:xfrm>
            <a:off x="2971800" y="3017520"/>
            <a:ext cx="457200" cy="9144"/>
          </a:xfrm>
          <a:prstGeom prst="rect">
            <a:avLst/>
          </a:prstGeom>
          <a:solidFill>
            <a:srgbClr val="1A3A2A"/>
          </a:solidFill>
          <a:ln w="12700">
            <a:solidFill>
              <a:srgbClr val="1A3A2A"/>
            </a:solidFill>
            <a:prstDash val="solid"/>
          </a:ln>
        </p:spPr>
      </p:sp>
      <p:sp>
        <p:nvSpPr>
          <p:cNvPr id="128" name="Shape 126"/>
          <p:cNvSpPr/>
          <p:nvPr/>
        </p:nvSpPr>
        <p:spPr>
          <a:xfrm>
            <a:off x="3566160" y="3017520"/>
            <a:ext cx="457200" cy="9144"/>
          </a:xfrm>
          <a:prstGeom prst="rect">
            <a:avLst/>
          </a:prstGeom>
          <a:solidFill>
            <a:srgbClr val="1A3A2A"/>
          </a:solidFill>
          <a:ln w="12700">
            <a:solidFill>
              <a:srgbClr val="1A3A2A"/>
            </a:solidFill>
            <a:prstDash val="solid"/>
          </a:ln>
        </p:spPr>
      </p:sp>
      <p:sp>
        <p:nvSpPr>
          <p:cNvPr id="129" name="Shape 127"/>
          <p:cNvSpPr/>
          <p:nvPr/>
        </p:nvSpPr>
        <p:spPr>
          <a:xfrm>
            <a:off x="4160520" y="3017520"/>
            <a:ext cx="457200" cy="9144"/>
          </a:xfrm>
          <a:prstGeom prst="rect">
            <a:avLst/>
          </a:prstGeom>
          <a:solidFill>
            <a:srgbClr val="1A3A2A"/>
          </a:solidFill>
          <a:ln w="12700">
            <a:solidFill>
              <a:srgbClr val="1A3A2A"/>
            </a:solidFill>
            <a:prstDash val="solid"/>
          </a:ln>
        </p:spPr>
      </p:sp>
      <p:sp>
        <p:nvSpPr>
          <p:cNvPr id="130" name="Shape 128"/>
          <p:cNvSpPr/>
          <p:nvPr/>
        </p:nvSpPr>
        <p:spPr>
          <a:xfrm>
            <a:off x="4754880" y="3017520"/>
            <a:ext cx="457200" cy="9144"/>
          </a:xfrm>
          <a:prstGeom prst="rect">
            <a:avLst/>
          </a:prstGeom>
          <a:solidFill>
            <a:srgbClr val="1A3A2A"/>
          </a:solidFill>
          <a:ln w="12700">
            <a:solidFill>
              <a:srgbClr val="1A3A2A"/>
            </a:solidFill>
            <a:prstDash val="solid"/>
          </a:ln>
        </p:spPr>
      </p:sp>
      <p:sp>
        <p:nvSpPr>
          <p:cNvPr id="131" name="Shape 129"/>
          <p:cNvSpPr/>
          <p:nvPr/>
        </p:nvSpPr>
        <p:spPr>
          <a:xfrm>
            <a:off x="5349240" y="3017520"/>
            <a:ext cx="457200" cy="9144"/>
          </a:xfrm>
          <a:prstGeom prst="rect">
            <a:avLst/>
          </a:prstGeom>
          <a:solidFill>
            <a:srgbClr val="1A3A2A"/>
          </a:solidFill>
          <a:ln w="12700">
            <a:solidFill>
              <a:srgbClr val="1A3A2A"/>
            </a:solidFill>
            <a:prstDash val="solid"/>
          </a:ln>
        </p:spPr>
      </p:sp>
      <p:sp>
        <p:nvSpPr>
          <p:cNvPr id="132" name="Shape 130"/>
          <p:cNvSpPr/>
          <p:nvPr/>
        </p:nvSpPr>
        <p:spPr>
          <a:xfrm>
            <a:off x="5943600" y="3017520"/>
            <a:ext cx="457200" cy="9144"/>
          </a:xfrm>
          <a:prstGeom prst="rect">
            <a:avLst/>
          </a:prstGeom>
          <a:solidFill>
            <a:srgbClr val="1A3A2A"/>
          </a:solidFill>
          <a:ln w="12700">
            <a:solidFill>
              <a:srgbClr val="1A3A2A"/>
            </a:solidFill>
            <a:prstDash val="solid"/>
          </a:ln>
        </p:spPr>
      </p:sp>
      <p:sp>
        <p:nvSpPr>
          <p:cNvPr id="133" name="Shape 131"/>
          <p:cNvSpPr/>
          <p:nvPr/>
        </p:nvSpPr>
        <p:spPr>
          <a:xfrm>
            <a:off x="6537960" y="3017520"/>
            <a:ext cx="457200" cy="9144"/>
          </a:xfrm>
          <a:prstGeom prst="rect">
            <a:avLst/>
          </a:prstGeom>
          <a:solidFill>
            <a:srgbClr val="1A3A2A"/>
          </a:solidFill>
          <a:ln w="12700">
            <a:solidFill>
              <a:srgbClr val="1A3A2A"/>
            </a:solidFill>
            <a:prstDash val="solid"/>
          </a:ln>
        </p:spPr>
      </p:sp>
      <p:sp>
        <p:nvSpPr>
          <p:cNvPr id="134" name="Shape 132"/>
          <p:cNvSpPr/>
          <p:nvPr/>
        </p:nvSpPr>
        <p:spPr>
          <a:xfrm>
            <a:off x="7132320" y="3017520"/>
            <a:ext cx="457200" cy="9144"/>
          </a:xfrm>
          <a:prstGeom prst="rect">
            <a:avLst/>
          </a:prstGeom>
          <a:solidFill>
            <a:srgbClr val="1A3A2A"/>
          </a:solidFill>
          <a:ln w="12700">
            <a:solidFill>
              <a:srgbClr val="1A3A2A"/>
            </a:solidFill>
            <a:prstDash val="solid"/>
          </a:ln>
        </p:spPr>
      </p:sp>
      <p:sp>
        <p:nvSpPr>
          <p:cNvPr id="135" name="Shape 133"/>
          <p:cNvSpPr/>
          <p:nvPr/>
        </p:nvSpPr>
        <p:spPr>
          <a:xfrm>
            <a:off x="7726680" y="3017520"/>
            <a:ext cx="457200" cy="9144"/>
          </a:xfrm>
          <a:prstGeom prst="rect">
            <a:avLst/>
          </a:prstGeom>
          <a:solidFill>
            <a:srgbClr val="1A3A2A"/>
          </a:solidFill>
          <a:ln w="12700">
            <a:solidFill>
              <a:srgbClr val="1A3A2A"/>
            </a:solidFill>
            <a:prstDash val="solid"/>
          </a:ln>
        </p:spPr>
      </p:sp>
      <p:sp>
        <p:nvSpPr>
          <p:cNvPr id="136" name="Shape 134"/>
          <p:cNvSpPr/>
          <p:nvPr/>
        </p:nvSpPr>
        <p:spPr>
          <a:xfrm>
            <a:off x="8321040" y="3017520"/>
            <a:ext cx="457200" cy="9144"/>
          </a:xfrm>
          <a:prstGeom prst="rect">
            <a:avLst/>
          </a:prstGeom>
          <a:solidFill>
            <a:srgbClr val="1A3A2A"/>
          </a:solidFill>
          <a:ln w="12700">
            <a:solidFill>
              <a:srgbClr val="1A3A2A"/>
            </a:solidFill>
            <a:prstDash val="solid"/>
          </a:ln>
        </p:spPr>
      </p:sp>
      <p:sp>
        <p:nvSpPr>
          <p:cNvPr id="137" name="Shape 135"/>
          <p:cNvSpPr/>
          <p:nvPr/>
        </p:nvSpPr>
        <p:spPr>
          <a:xfrm>
            <a:off x="8915400" y="3017520"/>
            <a:ext cx="457200" cy="9144"/>
          </a:xfrm>
          <a:prstGeom prst="rect">
            <a:avLst/>
          </a:prstGeom>
          <a:solidFill>
            <a:srgbClr val="1A3A2A"/>
          </a:solidFill>
          <a:ln w="12700">
            <a:solidFill>
              <a:srgbClr val="1A3A2A"/>
            </a:solidFill>
            <a:prstDash val="solid"/>
          </a:ln>
        </p:spPr>
      </p:sp>
      <p:sp>
        <p:nvSpPr>
          <p:cNvPr id="138" name="Shape 136"/>
          <p:cNvSpPr/>
          <p:nvPr/>
        </p:nvSpPr>
        <p:spPr>
          <a:xfrm>
            <a:off x="9509760" y="3017520"/>
            <a:ext cx="457200" cy="9144"/>
          </a:xfrm>
          <a:prstGeom prst="rect">
            <a:avLst/>
          </a:prstGeom>
          <a:solidFill>
            <a:srgbClr val="1A3A2A"/>
          </a:solidFill>
          <a:ln w="12700">
            <a:solidFill>
              <a:srgbClr val="1A3A2A"/>
            </a:solidFill>
            <a:prstDash val="solid"/>
          </a:ln>
        </p:spPr>
      </p:sp>
      <p:sp>
        <p:nvSpPr>
          <p:cNvPr id="139" name="Shape 137"/>
          <p:cNvSpPr/>
          <p:nvPr/>
        </p:nvSpPr>
        <p:spPr>
          <a:xfrm>
            <a:off x="10104120" y="3017520"/>
            <a:ext cx="457200" cy="9144"/>
          </a:xfrm>
          <a:prstGeom prst="rect">
            <a:avLst/>
          </a:prstGeom>
          <a:solidFill>
            <a:srgbClr val="1A3A2A"/>
          </a:solidFill>
          <a:ln w="12700">
            <a:solidFill>
              <a:srgbClr val="1A3A2A"/>
            </a:solidFill>
            <a:prstDash val="solid"/>
          </a:ln>
        </p:spPr>
      </p:sp>
      <p:sp>
        <p:nvSpPr>
          <p:cNvPr id="140" name="Shape 138"/>
          <p:cNvSpPr/>
          <p:nvPr/>
        </p:nvSpPr>
        <p:spPr>
          <a:xfrm>
            <a:off x="10698480" y="3017520"/>
            <a:ext cx="457200" cy="9144"/>
          </a:xfrm>
          <a:prstGeom prst="rect">
            <a:avLst/>
          </a:prstGeom>
          <a:solidFill>
            <a:srgbClr val="1A3A2A"/>
          </a:solidFill>
          <a:ln w="12700">
            <a:solidFill>
              <a:srgbClr val="1A3A2A"/>
            </a:solidFill>
            <a:prstDash val="solid"/>
          </a:ln>
        </p:spPr>
      </p:sp>
      <p:sp>
        <p:nvSpPr>
          <p:cNvPr id="141" name="Shape 139"/>
          <p:cNvSpPr/>
          <p:nvPr/>
        </p:nvSpPr>
        <p:spPr>
          <a:xfrm>
            <a:off x="11292840" y="3017520"/>
            <a:ext cx="457200" cy="9144"/>
          </a:xfrm>
          <a:prstGeom prst="rect">
            <a:avLst/>
          </a:prstGeom>
          <a:solidFill>
            <a:srgbClr val="1A3A2A"/>
          </a:solidFill>
          <a:ln w="12700">
            <a:solidFill>
              <a:srgbClr val="1A3A2A"/>
            </a:solidFill>
            <a:prstDash val="solid"/>
          </a:ln>
        </p:spPr>
      </p:sp>
      <p:sp>
        <p:nvSpPr>
          <p:cNvPr id="142" name="Shape 140"/>
          <p:cNvSpPr/>
          <p:nvPr/>
        </p:nvSpPr>
        <p:spPr>
          <a:xfrm>
            <a:off x="292608" y="3520440"/>
            <a:ext cx="457200" cy="9144"/>
          </a:xfrm>
          <a:prstGeom prst="rect">
            <a:avLst/>
          </a:prstGeom>
          <a:solidFill>
            <a:srgbClr val="1A3A2A"/>
          </a:solidFill>
          <a:ln w="12700">
            <a:solidFill>
              <a:srgbClr val="1A3A2A"/>
            </a:solidFill>
            <a:prstDash val="solid"/>
          </a:ln>
        </p:spPr>
      </p:sp>
      <p:sp>
        <p:nvSpPr>
          <p:cNvPr id="143" name="Shape 141"/>
          <p:cNvSpPr/>
          <p:nvPr/>
        </p:nvSpPr>
        <p:spPr>
          <a:xfrm>
            <a:off x="886968" y="3520440"/>
            <a:ext cx="457200" cy="9144"/>
          </a:xfrm>
          <a:prstGeom prst="rect">
            <a:avLst/>
          </a:prstGeom>
          <a:solidFill>
            <a:srgbClr val="1A3A2A"/>
          </a:solidFill>
          <a:ln w="12700">
            <a:solidFill>
              <a:srgbClr val="1A3A2A"/>
            </a:solidFill>
            <a:prstDash val="solid"/>
          </a:ln>
        </p:spPr>
      </p:sp>
      <p:sp>
        <p:nvSpPr>
          <p:cNvPr id="144" name="Shape 142"/>
          <p:cNvSpPr/>
          <p:nvPr/>
        </p:nvSpPr>
        <p:spPr>
          <a:xfrm>
            <a:off x="1481328" y="3520440"/>
            <a:ext cx="457200" cy="9144"/>
          </a:xfrm>
          <a:prstGeom prst="rect">
            <a:avLst/>
          </a:prstGeom>
          <a:solidFill>
            <a:srgbClr val="1A3A2A"/>
          </a:solidFill>
          <a:ln w="12700">
            <a:solidFill>
              <a:srgbClr val="1A3A2A"/>
            </a:solidFill>
            <a:prstDash val="solid"/>
          </a:ln>
        </p:spPr>
      </p:sp>
      <p:sp>
        <p:nvSpPr>
          <p:cNvPr id="145" name="Shape 143"/>
          <p:cNvSpPr/>
          <p:nvPr/>
        </p:nvSpPr>
        <p:spPr>
          <a:xfrm>
            <a:off x="2075688" y="3520440"/>
            <a:ext cx="457200" cy="9144"/>
          </a:xfrm>
          <a:prstGeom prst="rect">
            <a:avLst/>
          </a:prstGeom>
          <a:solidFill>
            <a:srgbClr val="1A3A2A"/>
          </a:solidFill>
          <a:ln w="12700">
            <a:solidFill>
              <a:srgbClr val="1A3A2A"/>
            </a:solidFill>
            <a:prstDash val="solid"/>
          </a:ln>
        </p:spPr>
      </p:sp>
      <p:sp>
        <p:nvSpPr>
          <p:cNvPr id="146" name="Shape 144"/>
          <p:cNvSpPr/>
          <p:nvPr/>
        </p:nvSpPr>
        <p:spPr>
          <a:xfrm>
            <a:off x="2670048" y="3520440"/>
            <a:ext cx="457200" cy="9144"/>
          </a:xfrm>
          <a:prstGeom prst="rect">
            <a:avLst/>
          </a:prstGeom>
          <a:solidFill>
            <a:srgbClr val="1A3A2A"/>
          </a:solidFill>
          <a:ln w="12700">
            <a:solidFill>
              <a:srgbClr val="1A3A2A"/>
            </a:solidFill>
            <a:prstDash val="solid"/>
          </a:ln>
        </p:spPr>
      </p:sp>
      <p:sp>
        <p:nvSpPr>
          <p:cNvPr id="147" name="Shape 145"/>
          <p:cNvSpPr/>
          <p:nvPr/>
        </p:nvSpPr>
        <p:spPr>
          <a:xfrm>
            <a:off x="3264408" y="3520440"/>
            <a:ext cx="457200" cy="9144"/>
          </a:xfrm>
          <a:prstGeom prst="rect">
            <a:avLst/>
          </a:prstGeom>
          <a:solidFill>
            <a:srgbClr val="1A3A2A"/>
          </a:solidFill>
          <a:ln w="12700">
            <a:solidFill>
              <a:srgbClr val="1A3A2A"/>
            </a:solidFill>
            <a:prstDash val="solid"/>
          </a:ln>
        </p:spPr>
      </p:sp>
      <p:sp>
        <p:nvSpPr>
          <p:cNvPr id="148" name="Shape 146"/>
          <p:cNvSpPr/>
          <p:nvPr/>
        </p:nvSpPr>
        <p:spPr>
          <a:xfrm>
            <a:off x="3858768" y="3520440"/>
            <a:ext cx="457200" cy="9144"/>
          </a:xfrm>
          <a:prstGeom prst="rect">
            <a:avLst/>
          </a:prstGeom>
          <a:solidFill>
            <a:srgbClr val="1A3A2A"/>
          </a:solidFill>
          <a:ln w="12700">
            <a:solidFill>
              <a:srgbClr val="1A3A2A"/>
            </a:solidFill>
            <a:prstDash val="solid"/>
          </a:ln>
        </p:spPr>
      </p:sp>
      <p:sp>
        <p:nvSpPr>
          <p:cNvPr id="149" name="Shape 147"/>
          <p:cNvSpPr/>
          <p:nvPr/>
        </p:nvSpPr>
        <p:spPr>
          <a:xfrm>
            <a:off x="4453128" y="3520440"/>
            <a:ext cx="457200" cy="9144"/>
          </a:xfrm>
          <a:prstGeom prst="rect">
            <a:avLst/>
          </a:prstGeom>
          <a:solidFill>
            <a:srgbClr val="1A3A2A"/>
          </a:solidFill>
          <a:ln w="12700">
            <a:solidFill>
              <a:srgbClr val="1A3A2A"/>
            </a:solidFill>
            <a:prstDash val="solid"/>
          </a:ln>
        </p:spPr>
      </p:sp>
      <p:sp>
        <p:nvSpPr>
          <p:cNvPr id="150" name="Shape 148"/>
          <p:cNvSpPr/>
          <p:nvPr/>
        </p:nvSpPr>
        <p:spPr>
          <a:xfrm>
            <a:off x="5047488" y="3520440"/>
            <a:ext cx="457200" cy="9144"/>
          </a:xfrm>
          <a:prstGeom prst="rect">
            <a:avLst/>
          </a:prstGeom>
          <a:solidFill>
            <a:srgbClr val="1A3A2A"/>
          </a:solidFill>
          <a:ln w="12700">
            <a:solidFill>
              <a:srgbClr val="1A3A2A"/>
            </a:solidFill>
            <a:prstDash val="solid"/>
          </a:ln>
        </p:spPr>
      </p:sp>
      <p:sp>
        <p:nvSpPr>
          <p:cNvPr id="151" name="Shape 149"/>
          <p:cNvSpPr/>
          <p:nvPr/>
        </p:nvSpPr>
        <p:spPr>
          <a:xfrm>
            <a:off x="5641848" y="3520440"/>
            <a:ext cx="457200" cy="9144"/>
          </a:xfrm>
          <a:prstGeom prst="rect">
            <a:avLst/>
          </a:prstGeom>
          <a:solidFill>
            <a:srgbClr val="1A3A2A"/>
          </a:solidFill>
          <a:ln w="12700">
            <a:solidFill>
              <a:srgbClr val="1A3A2A"/>
            </a:solidFill>
            <a:prstDash val="solid"/>
          </a:ln>
        </p:spPr>
      </p:sp>
      <p:sp>
        <p:nvSpPr>
          <p:cNvPr id="152" name="Shape 150"/>
          <p:cNvSpPr/>
          <p:nvPr/>
        </p:nvSpPr>
        <p:spPr>
          <a:xfrm>
            <a:off x="6236208" y="3520440"/>
            <a:ext cx="457200" cy="9144"/>
          </a:xfrm>
          <a:prstGeom prst="rect">
            <a:avLst/>
          </a:prstGeom>
          <a:solidFill>
            <a:srgbClr val="1A3A2A"/>
          </a:solidFill>
          <a:ln w="12700">
            <a:solidFill>
              <a:srgbClr val="1A3A2A"/>
            </a:solidFill>
            <a:prstDash val="solid"/>
          </a:ln>
        </p:spPr>
      </p:sp>
      <p:sp>
        <p:nvSpPr>
          <p:cNvPr id="153" name="Shape 151"/>
          <p:cNvSpPr/>
          <p:nvPr/>
        </p:nvSpPr>
        <p:spPr>
          <a:xfrm>
            <a:off x="6830568" y="3520440"/>
            <a:ext cx="457200" cy="9144"/>
          </a:xfrm>
          <a:prstGeom prst="rect">
            <a:avLst/>
          </a:prstGeom>
          <a:solidFill>
            <a:srgbClr val="1A3A2A"/>
          </a:solidFill>
          <a:ln w="12700">
            <a:solidFill>
              <a:srgbClr val="1A3A2A"/>
            </a:solidFill>
            <a:prstDash val="solid"/>
          </a:ln>
        </p:spPr>
      </p:sp>
      <p:sp>
        <p:nvSpPr>
          <p:cNvPr id="154" name="Shape 152"/>
          <p:cNvSpPr/>
          <p:nvPr/>
        </p:nvSpPr>
        <p:spPr>
          <a:xfrm>
            <a:off x="7424928" y="3520440"/>
            <a:ext cx="457200" cy="9144"/>
          </a:xfrm>
          <a:prstGeom prst="rect">
            <a:avLst/>
          </a:prstGeom>
          <a:solidFill>
            <a:srgbClr val="1A3A2A"/>
          </a:solidFill>
          <a:ln w="12700">
            <a:solidFill>
              <a:srgbClr val="1A3A2A"/>
            </a:solidFill>
            <a:prstDash val="solid"/>
          </a:ln>
        </p:spPr>
      </p:sp>
      <p:sp>
        <p:nvSpPr>
          <p:cNvPr id="155" name="Shape 153"/>
          <p:cNvSpPr/>
          <p:nvPr/>
        </p:nvSpPr>
        <p:spPr>
          <a:xfrm>
            <a:off x="8019288" y="3520440"/>
            <a:ext cx="457200" cy="9144"/>
          </a:xfrm>
          <a:prstGeom prst="rect">
            <a:avLst/>
          </a:prstGeom>
          <a:solidFill>
            <a:srgbClr val="1A3A2A"/>
          </a:solidFill>
          <a:ln w="12700">
            <a:solidFill>
              <a:srgbClr val="1A3A2A"/>
            </a:solidFill>
            <a:prstDash val="solid"/>
          </a:ln>
        </p:spPr>
      </p:sp>
      <p:sp>
        <p:nvSpPr>
          <p:cNvPr id="156" name="Shape 154"/>
          <p:cNvSpPr/>
          <p:nvPr/>
        </p:nvSpPr>
        <p:spPr>
          <a:xfrm>
            <a:off x="8613648" y="3520440"/>
            <a:ext cx="457200" cy="9144"/>
          </a:xfrm>
          <a:prstGeom prst="rect">
            <a:avLst/>
          </a:prstGeom>
          <a:solidFill>
            <a:srgbClr val="1A3A2A"/>
          </a:solidFill>
          <a:ln w="12700">
            <a:solidFill>
              <a:srgbClr val="1A3A2A"/>
            </a:solidFill>
            <a:prstDash val="solid"/>
          </a:ln>
        </p:spPr>
      </p:sp>
      <p:sp>
        <p:nvSpPr>
          <p:cNvPr id="157" name="Shape 155"/>
          <p:cNvSpPr/>
          <p:nvPr/>
        </p:nvSpPr>
        <p:spPr>
          <a:xfrm>
            <a:off x="9208008" y="3520440"/>
            <a:ext cx="457200" cy="9144"/>
          </a:xfrm>
          <a:prstGeom prst="rect">
            <a:avLst/>
          </a:prstGeom>
          <a:solidFill>
            <a:srgbClr val="1A3A2A"/>
          </a:solidFill>
          <a:ln w="12700">
            <a:solidFill>
              <a:srgbClr val="1A3A2A"/>
            </a:solidFill>
            <a:prstDash val="solid"/>
          </a:ln>
        </p:spPr>
      </p:sp>
      <p:sp>
        <p:nvSpPr>
          <p:cNvPr id="158" name="Shape 156"/>
          <p:cNvSpPr/>
          <p:nvPr/>
        </p:nvSpPr>
        <p:spPr>
          <a:xfrm>
            <a:off x="9802368" y="3520440"/>
            <a:ext cx="457200" cy="9144"/>
          </a:xfrm>
          <a:prstGeom prst="rect">
            <a:avLst/>
          </a:prstGeom>
          <a:solidFill>
            <a:srgbClr val="1A3A2A"/>
          </a:solidFill>
          <a:ln w="12700">
            <a:solidFill>
              <a:srgbClr val="1A3A2A"/>
            </a:solidFill>
            <a:prstDash val="solid"/>
          </a:ln>
        </p:spPr>
      </p:sp>
      <p:sp>
        <p:nvSpPr>
          <p:cNvPr id="159" name="Shape 157"/>
          <p:cNvSpPr/>
          <p:nvPr/>
        </p:nvSpPr>
        <p:spPr>
          <a:xfrm>
            <a:off x="10396728" y="3520440"/>
            <a:ext cx="457200" cy="9144"/>
          </a:xfrm>
          <a:prstGeom prst="rect">
            <a:avLst/>
          </a:prstGeom>
          <a:solidFill>
            <a:srgbClr val="1A3A2A"/>
          </a:solidFill>
          <a:ln w="12700">
            <a:solidFill>
              <a:srgbClr val="1A3A2A"/>
            </a:solidFill>
            <a:prstDash val="solid"/>
          </a:ln>
        </p:spPr>
      </p:sp>
      <p:sp>
        <p:nvSpPr>
          <p:cNvPr id="160" name="Shape 158"/>
          <p:cNvSpPr/>
          <p:nvPr/>
        </p:nvSpPr>
        <p:spPr>
          <a:xfrm>
            <a:off x="10991088" y="3520440"/>
            <a:ext cx="457200" cy="9144"/>
          </a:xfrm>
          <a:prstGeom prst="rect">
            <a:avLst/>
          </a:prstGeom>
          <a:solidFill>
            <a:srgbClr val="1A3A2A"/>
          </a:solidFill>
          <a:ln w="12700">
            <a:solidFill>
              <a:srgbClr val="1A3A2A"/>
            </a:solidFill>
            <a:prstDash val="solid"/>
          </a:ln>
        </p:spPr>
      </p:sp>
      <p:sp>
        <p:nvSpPr>
          <p:cNvPr id="161" name="Shape 159"/>
          <p:cNvSpPr/>
          <p:nvPr/>
        </p:nvSpPr>
        <p:spPr>
          <a:xfrm>
            <a:off x="11585448" y="3520440"/>
            <a:ext cx="457200" cy="9144"/>
          </a:xfrm>
          <a:prstGeom prst="rect">
            <a:avLst/>
          </a:prstGeom>
          <a:solidFill>
            <a:srgbClr val="1A3A2A"/>
          </a:solidFill>
          <a:ln w="12700">
            <a:solidFill>
              <a:srgbClr val="1A3A2A"/>
            </a:solidFill>
            <a:prstDash val="solid"/>
          </a:ln>
        </p:spPr>
      </p:sp>
      <p:sp>
        <p:nvSpPr>
          <p:cNvPr id="162" name="Shape 160"/>
          <p:cNvSpPr/>
          <p:nvPr/>
        </p:nvSpPr>
        <p:spPr>
          <a:xfrm>
            <a:off x="0" y="0"/>
            <a:ext cx="12188952" cy="18288"/>
          </a:xfrm>
          <a:prstGeom prst="rect">
            <a:avLst/>
          </a:prstGeom>
          <a:solidFill>
            <a:srgbClr val="FF6B35"/>
          </a:solidFill>
          <a:ln/>
        </p:spPr>
      </p:sp>
      <p:sp>
        <p:nvSpPr>
          <p:cNvPr id="163" name="Shape 161"/>
          <p:cNvSpPr/>
          <p:nvPr/>
        </p:nvSpPr>
        <p:spPr>
          <a:xfrm>
            <a:off x="0" y="6839712"/>
            <a:ext cx="12188952" cy="18288"/>
          </a:xfrm>
          <a:prstGeom prst="rect">
            <a:avLst/>
          </a:prstGeom>
          <a:solidFill>
            <a:srgbClr val="FF6B35"/>
          </a:solidFill>
          <a:ln/>
        </p:spPr>
      </p:sp>
      <p:sp>
        <p:nvSpPr>
          <p:cNvPr id="164" name="Shape 162"/>
          <p:cNvSpPr/>
          <p:nvPr/>
        </p:nvSpPr>
        <p:spPr>
          <a:xfrm>
            <a:off x="0" y="0"/>
            <a:ext cx="73152" cy="6858000"/>
          </a:xfrm>
          <a:prstGeom prst="rect">
            <a:avLst/>
          </a:prstGeom>
          <a:solidFill>
            <a:srgbClr val="FF6B35"/>
          </a:solidFill>
          <a:ln/>
          <a:effectLst>
            <a:outerShdw sx="100000" sy="100000" kx="0" ky="0" algn="bl" rotWithShape="0" blurRad="254000" dist="50800" dir="16200000">
              <a:srgbClr val="FF6B35">
                <a:alpha val="50000"/>
              </a:srgbClr>
            </a:outerShdw>
          </a:effectLst>
        </p:spPr>
      </p:sp>
      <p:sp>
        <p:nvSpPr>
          <p:cNvPr id="165" name="Text 163"/>
          <p:cNvSpPr/>
          <p:nvPr/>
        </p:nvSpPr>
        <p:spPr>
          <a:xfrm>
            <a:off x="274320" y="109728"/>
            <a:ext cx="6400800" cy="640080"/>
          </a:xfrm>
          <a:prstGeom prst="rect">
            <a:avLst/>
          </a:prstGeom>
          <a:noFill/>
          <a:ln/>
          <a:effectLst>
            <a:outerShdw sx="100000" sy="100000" kx="0" ky="0" algn="bl" rotWithShape="0" blurRad="254000" dist="50800" dir="16200000">
              <a:srgbClr val="FF6B35">
                <a:alpha val="50000"/>
              </a:srgbClr>
            </a:outerShdw>
          </a:effectLst>
        </p:spPr>
        <p:txBody>
          <a:bodyPr wrap="square" rtlCol="0" anchor="ctr"/>
          <a:lstStyle/>
          <a:p>
            <a:pPr indent="0" marL="0">
              <a:buNone/>
            </a:pPr>
            <a:r>
              <a:rPr lang="en-US" sz="3600" b="1" dirty="0">
                <a:solidFill>
                  <a:srgbClr val="FF6B35"/>
                </a:solidFill>
                <a:latin typeface="Trebuchet MS" pitchFamily="34" charset="0"/>
                <a:ea typeface="Trebuchet MS" pitchFamily="34" charset="-122"/>
                <a:cs typeface="Trebuchet MS" pitchFamily="34" charset="-120"/>
              </a:rPr>
              <a:t>// THE PROBLEM</a:t>
            </a:r>
            <a:endParaRPr lang="en-US" sz="3600" dirty="0"/>
          </a:p>
        </p:txBody>
      </p:sp>
      <p:sp>
        <p:nvSpPr>
          <p:cNvPr id="166" name="Text 164"/>
          <p:cNvSpPr/>
          <p:nvPr/>
        </p:nvSpPr>
        <p:spPr>
          <a:xfrm>
            <a:off x="274320" y="777240"/>
            <a:ext cx="10972800" cy="320040"/>
          </a:xfrm>
          <a:prstGeom prst="rect">
            <a:avLst/>
          </a:prstGeom>
          <a:noFill/>
          <a:ln/>
        </p:spPr>
        <p:txBody>
          <a:bodyPr wrap="square" rtlCol="0" anchor="ctr"/>
          <a:lstStyle/>
          <a:p>
            <a:pPr indent="0" marL="0">
              <a:buNone/>
            </a:pPr>
            <a:r>
              <a:rPr lang="en-US" sz="1300" i="1" dirty="0">
                <a:solidFill>
                  <a:srgbClr val="4A8A6A"/>
                </a:solidFill>
                <a:latin typeface="Calibri" pitchFamily="34" charset="0"/>
                <a:ea typeface="Calibri" pitchFamily="34" charset="-122"/>
                <a:cs typeface="Calibri" pitchFamily="34" charset="-120"/>
              </a:rPr>
              <a:t>CRITICAL SYSTEM FAILURE: Tamil Nadu's 8.2 Million Farmers Are Flying Blind</a:t>
            </a:r>
            <a:endParaRPr lang="en-US" sz="1300" dirty="0"/>
          </a:p>
        </p:txBody>
      </p:sp>
      <p:sp>
        <p:nvSpPr>
          <p:cNvPr id="167" name="Shape 165"/>
          <p:cNvSpPr/>
          <p:nvPr/>
        </p:nvSpPr>
        <p:spPr>
          <a:xfrm>
            <a:off x="274320" y="1188720"/>
            <a:ext cx="11430000" cy="27432"/>
          </a:xfrm>
          <a:prstGeom prst="rect">
            <a:avLst/>
          </a:prstGeom>
          <a:solidFill>
            <a:srgbClr val="FF6B35"/>
          </a:solidFill>
          <a:ln/>
          <a:effectLst>
            <a:outerShdw sx="100000" sy="100000" kx="0" ky="0" algn="bl" rotWithShape="0" blurRad="254000" dist="50800" dir="16200000">
              <a:srgbClr val="FF6B35">
                <a:alpha val="50000"/>
              </a:srgbClr>
            </a:outerShdw>
          </a:effectLst>
        </p:spPr>
      </p:sp>
      <p:sp>
        <p:nvSpPr>
          <p:cNvPr id="168" name="Shape 166"/>
          <p:cNvSpPr/>
          <p:nvPr/>
        </p:nvSpPr>
        <p:spPr>
          <a:xfrm>
            <a:off x="274320" y="1216152"/>
            <a:ext cx="11430000" cy="9144"/>
          </a:xfrm>
          <a:prstGeom prst="rect">
            <a:avLst/>
          </a:prstGeom>
          <a:solidFill>
            <a:srgbClr val="000000"/>
          </a:solidFill>
          <a:ln/>
        </p:spPr>
      </p:sp>
      <p:sp>
        <p:nvSpPr>
          <p:cNvPr id="169" name="Shape 167"/>
          <p:cNvSpPr/>
          <p:nvPr/>
        </p:nvSpPr>
        <p:spPr>
          <a:xfrm>
            <a:off x="274320" y="1417320"/>
            <a:ext cx="2743200" cy="2286000"/>
          </a:xfrm>
          <a:prstGeom prst="rect">
            <a:avLst/>
          </a:prstGeom>
          <a:solidFill>
            <a:srgbClr val="0D2016"/>
          </a:solidFill>
          <a:ln w="19050">
            <a:solidFill>
              <a:srgbClr val="FF6B35"/>
            </a:solidFill>
            <a:prstDash val="solid"/>
          </a:ln>
          <a:effectLst>
            <a:outerShdw sx="100000" sy="100000" kx="0" ky="0" algn="bl" rotWithShape="0" blurRad="254000" dist="50800" dir="16200000">
              <a:srgbClr val="FF6B35">
                <a:alpha val="50000"/>
              </a:srgbClr>
            </a:outerShdw>
          </a:effectLst>
        </p:spPr>
      </p:sp>
      <p:sp>
        <p:nvSpPr>
          <p:cNvPr id="170" name="Shape 168"/>
          <p:cNvSpPr/>
          <p:nvPr/>
        </p:nvSpPr>
        <p:spPr>
          <a:xfrm>
            <a:off x="274320" y="1417320"/>
            <a:ext cx="2743200" cy="73152"/>
          </a:xfrm>
          <a:prstGeom prst="rect">
            <a:avLst/>
          </a:prstGeom>
          <a:solidFill>
            <a:srgbClr val="FF6B35"/>
          </a:solidFill>
          <a:ln/>
        </p:spPr>
      </p:sp>
      <p:sp>
        <p:nvSpPr>
          <p:cNvPr id="171" name="Shape 169"/>
          <p:cNvSpPr/>
          <p:nvPr/>
        </p:nvSpPr>
        <p:spPr>
          <a:xfrm>
            <a:off x="274320" y="3630168"/>
            <a:ext cx="2743200" cy="73152"/>
          </a:xfrm>
          <a:prstGeom prst="rect">
            <a:avLst/>
          </a:prstGeom>
          <a:solidFill>
            <a:srgbClr val="FF6B35"/>
          </a:solidFill>
          <a:ln/>
        </p:spPr>
      </p:sp>
      <p:sp>
        <p:nvSpPr>
          <p:cNvPr id="172" name="Text 170"/>
          <p:cNvSpPr/>
          <p:nvPr/>
        </p:nvSpPr>
        <p:spPr>
          <a:xfrm>
            <a:off x="274320" y="1527048"/>
            <a:ext cx="274320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73" name="Text 171"/>
          <p:cNvSpPr/>
          <p:nvPr/>
        </p:nvSpPr>
        <p:spPr>
          <a:xfrm>
            <a:off x="274320" y="2057400"/>
            <a:ext cx="2743200" cy="685800"/>
          </a:xfrm>
          <a:prstGeom prst="rect">
            <a:avLst/>
          </a:prstGeom>
          <a:noFill/>
          <a:ln/>
          <a:effectLst>
            <a:outerShdw sx="100000" sy="100000" kx="0" ky="0" algn="bl" rotWithShape="0" blurRad="254000" dist="50800" dir="16200000">
              <a:srgbClr val="FF6B35">
                <a:alpha val="50000"/>
              </a:srgbClr>
            </a:outerShdw>
          </a:effectLst>
        </p:spPr>
        <p:txBody>
          <a:bodyPr wrap="square" rtlCol="0" anchor="ctr"/>
          <a:lstStyle/>
          <a:p>
            <a:pPr algn="ctr" indent="0" marL="0">
              <a:buNone/>
            </a:pPr>
            <a:r>
              <a:rPr lang="en-US" sz="2800" b="1" dirty="0">
                <a:solidFill>
                  <a:srgbClr val="FF6B35"/>
                </a:solidFill>
                <a:latin typeface="Trebuchet MS" pitchFamily="34" charset="0"/>
                <a:ea typeface="Trebuchet MS" pitchFamily="34" charset="-122"/>
                <a:cs typeface="Trebuchet MS" pitchFamily="34" charset="-120"/>
              </a:rPr>
              <a:t>₹14,000 Cr</a:t>
            </a:r>
            <a:endParaRPr lang="en-US" sz="2800" dirty="0"/>
          </a:p>
        </p:txBody>
      </p:sp>
      <p:sp>
        <p:nvSpPr>
          <p:cNvPr id="174" name="Text 172"/>
          <p:cNvSpPr/>
          <p:nvPr/>
        </p:nvSpPr>
        <p:spPr>
          <a:xfrm>
            <a:off x="365760" y="2743200"/>
            <a:ext cx="2560320" cy="77724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Annual crop loss to</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market gluts &amp; price crashes</a:t>
            </a:r>
            <a:endParaRPr lang="en-US" sz="950" dirty="0"/>
          </a:p>
        </p:txBody>
      </p:sp>
      <p:sp>
        <p:nvSpPr>
          <p:cNvPr id="175" name="Shape 173"/>
          <p:cNvSpPr/>
          <p:nvPr/>
        </p:nvSpPr>
        <p:spPr>
          <a:xfrm>
            <a:off x="3246120" y="1417320"/>
            <a:ext cx="2743200" cy="2286000"/>
          </a:xfrm>
          <a:prstGeom prst="rect">
            <a:avLst/>
          </a:prstGeom>
          <a:solidFill>
            <a:srgbClr val="0D2016"/>
          </a:solidFill>
          <a:ln w="19050">
            <a:solidFill>
              <a:srgbClr val="FF2D78"/>
            </a:solidFill>
            <a:prstDash val="solid"/>
          </a:ln>
          <a:effectLst>
            <a:outerShdw sx="100000" sy="100000" kx="0" ky="0" algn="bl" rotWithShape="0" blurRad="254000" dist="50800" dir="16200000">
              <a:srgbClr val="FF2D78">
                <a:alpha val="50000"/>
              </a:srgbClr>
            </a:outerShdw>
          </a:effectLst>
        </p:spPr>
      </p:sp>
      <p:sp>
        <p:nvSpPr>
          <p:cNvPr id="176" name="Shape 174"/>
          <p:cNvSpPr/>
          <p:nvPr/>
        </p:nvSpPr>
        <p:spPr>
          <a:xfrm>
            <a:off x="3246120" y="1417320"/>
            <a:ext cx="2743200" cy="73152"/>
          </a:xfrm>
          <a:prstGeom prst="rect">
            <a:avLst/>
          </a:prstGeom>
          <a:solidFill>
            <a:srgbClr val="FF2D78"/>
          </a:solidFill>
          <a:ln/>
        </p:spPr>
      </p:sp>
      <p:sp>
        <p:nvSpPr>
          <p:cNvPr id="177" name="Shape 175"/>
          <p:cNvSpPr/>
          <p:nvPr/>
        </p:nvSpPr>
        <p:spPr>
          <a:xfrm>
            <a:off x="3246120" y="3630168"/>
            <a:ext cx="2743200" cy="73152"/>
          </a:xfrm>
          <a:prstGeom prst="rect">
            <a:avLst/>
          </a:prstGeom>
          <a:solidFill>
            <a:srgbClr val="FF2D78"/>
          </a:solidFill>
          <a:ln/>
        </p:spPr>
      </p:sp>
      <p:sp>
        <p:nvSpPr>
          <p:cNvPr id="178" name="Text 176"/>
          <p:cNvSpPr/>
          <p:nvPr/>
        </p:nvSpPr>
        <p:spPr>
          <a:xfrm>
            <a:off x="3246120" y="1527048"/>
            <a:ext cx="274320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79" name="Text 177"/>
          <p:cNvSpPr/>
          <p:nvPr/>
        </p:nvSpPr>
        <p:spPr>
          <a:xfrm>
            <a:off x="3246120" y="2057400"/>
            <a:ext cx="2743200" cy="685800"/>
          </a:xfrm>
          <a:prstGeom prst="rect">
            <a:avLst/>
          </a:prstGeom>
          <a:noFill/>
          <a:ln/>
          <a:effectLst>
            <a:outerShdw sx="100000" sy="100000" kx="0" ky="0" algn="bl" rotWithShape="0" blurRad="254000" dist="50800" dir="16200000">
              <a:srgbClr val="FF2D78">
                <a:alpha val="50000"/>
              </a:srgbClr>
            </a:outerShdw>
          </a:effectLst>
        </p:spPr>
        <p:txBody>
          <a:bodyPr wrap="square" rtlCol="0" anchor="ctr"/>
          <a:lstStyle/>
          <a:p>
            <a:pPr algn="ctr" indent="0" marL="0">
              <a:buNone/>
            </a:pPr>
            <a:r>
              <a:rPr lang="en-US" sz="2800" b="1" dirty="0">
                <a:solidFill>
                  <a:srgbClr val="FF2D78"/>
                </a:solidFill>
                <a:latin typeface="Trebuchet MS" pitchFamily="34" charset="0"/>
                <a:ea typeface="Trebuchet MS" pitchFamily="34" charset="-122"/>
                <a:cs typeface="Trebuchet MS" pitchFamily="34" charset="-120"/>
              </a:rPr>
              <a:t>42%</a:t>
            </a:r>
            <a:endParaRPr lang="en-US" sz="2800" dirty="0"/>
          </a:p>
        </p:txBody>
      </p:sp>
      <p:sp>
        <p:nvSpPr>
          <p:cNvPr id="180" name="Text 178"/>
          <p:cNvSpPr/>
          <p:nvPr/>
        </p:nvSpPr>
        <p:spPr>
          <a:xfrm>
            <a:off x="3337560" y="2743200"/>
            <a:ext cx="2560320" cy="77724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Farmer income gap vs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national average</a:t>
            </a:r>
            <a:endParaRPr lang="en-US" sz="950" dirty="0"/>
          </a:p>
        </p:txBody>
      </p:sp>
      <p:sp>
        <p:nvSpPr>
          <p:cNvPr id="181" name="Shape 179"/>
          <p:cNvSpPr/>
          <p:nvPr/>
        </p:nvSpPr>
        <p:spPr>
          <a:xfrm>
            <a:off x="6217920" y="1417320"/>
            <a:ext cx="2743200" cy="2286000"/>
          </a:xfrm>
          <a:prstGeom prst="rect">
            <a:avLst/>
          </a:prstGeom>
          <a:solidFill>
            <a:srgbClr val="0D2016"/>
          </a:solidFill>
          <a:ln w="19050">
            <a:solidFill>
              <a:srgbClr val="B44FFF"/>
            </a:solidFill>
            <a:prstDash val="solid"/>
          </a:ln>
          <a:effectLst>
            <a:outerShdw sx="100000" sy="100000" kx="0" ky="0" algn="bl" rotWithShape="0" blurRad="254000" dist="50800" dir="16200000">
              <a:srgbClr val="B44FFF">
                <a:alpha val="50000"/>
              </a:srgbClr>
            </a:outerShdw>
          </a:effectLst>
        </p:spPr>
      </p:sp>
      <p:sp>
        <p:nvSpPr>
          <p:cNvPr id="182" name="Shape 180"/>
          <p:cNvSpPr/>
          <p:nvPr/>
        </p:nvSpPr>
        <p:spPr>
          <a:xfrm>
            <a:off x="6217920" y="1417320"/>
            <a:ext cx="2743200" cy="73152"/>
          </a:xfrm>
          <a:prstGeom prst="rect">
            <a:avLst/>
          </a:prstGeom>
          <a:solidFill>
            <a:srgbClr val="B44FFF"/>
          </a:solidFill>
          <a:ln/>
        </p:spPr>
      </p:sp>
      <p:sp>
        <p:nvSpPr>
          <p:cNvPr id="183" name="Shape 181"/>
          <p:cNvSpPr/>
          <p:nvPr/>
        </p:nvSpPr>
        <p:spPr>
          <a:xfrm>
            <a:off x="6217920" y="3630168"/>
            <a:ext cx="2743200" cy="73152"/>
          </a:xfrm>
          <a:prstGeom prst="rect">
            <a:avLst/>
          </a:prstGeom>
          <a:solidFill>
            <a:srgbClr val="B44FFF"/>
          </a:solidFill>
          <a:ln/>
        </p:spPr>
      </p:sp>
      <p:sp>
        <p:nvSpPr>
          <p:cNvPr id="184" name="Text 182"/>
          <p:cNvSpPr/>
          <p:nvPr/>
        </p:nvSpPr>
        <p:spPr>
          <a:xfrm>
            <a:off x="6217920" y="1527048"/>
            <a:ext cx="274320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85" name="Text 183"/>
          <p:cNvSpPr/>
          <p:nvPr/>
        </p:nvSpPr>
        <p:spPr>
          <a:xfrm>
            <a:off x="6217920" y="2057400"/>
            <a:ext cx="2743200" cy="685800"/>
          </a:xfrm>
          <a:prstGeom prst="rect">
            <a:avLst/>
          </a:prstGeom>
          <a:noFill/>
          <a:ln/>
          <a:effectLst>
            <a:outerShdw sx="100000" sy="100000" kx="0" ky="0" algn="bl" rotWithShape="0" blurRad="254000" dist="50800" dir="16200000">
              <a:srgbClr val="B44FFF">
                <a:alpha val="50000"/>
              </a:srgbClr>
            </a:outerShdw>
          </a:effectLst>
        </p:spPr>
        <p:txBody>
          <a:bodyPr wrap="square" rtlCol="0" anchor="ctr"/>
          <a:lstStyle/>
          <a:p>
            <a:pPr algn="ctr" indent="0" marL="0">
              <a:buNone/>
            </a:pPr>
            <a:r>
              <a:rPr lang="en-US" sz="2800" b="1" dirty="0">
                <a:solidFill>
                  <a:srgbClr val="B44FFF"/>
                </a:solidFill>
                <a:latin typeface="Trebuchet MS" pitchFamily="34" charset="0"/>
                <a:ea typeface="Trebuchet MS" pitchFamily="34" charset="-122"/>
                <a:cs typeface="Trebuchet MS" pitchFamily="34" charset="-120"/>
              </a:rPr>
              <a:t>8.2M</a:t>
            </a:r>
            <a:endParaRPr lang="en-US" sz="2800" dirty="0"/>
          </a:p>
        </p:txBody>
      </p:sp>
      <p:sp>
        <p:nvSpPr>
          <p:cNvPr id="186" name="Text 184"/>
          <p:cNvSpPr/>
          <p:nvPr/>
        </p:nvSpPr>
        <p:spPr>
          <a:xfrm>
            <a:off x="6309360" y="2743200"/>
            <a:ext cx="2560320" cy="77724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Farmers with ZERO real-time</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soil/market intelligence</a:t>
            </a:r>
            <a:endParaRPr lang="en-US" sz="950" dirty="0"/>
          </a:p>
        </p:txBody>
      </p:sp>
      <p:sp>
        <p:nvSpPr>
          <p:cNvPr id="187" name="Shape 185"/>
          <p:cNvSpPr/>
          <p:nvPr/>
        </p:nvSpPr>
        <p:spPr>
          <a:xfrm>
            <a:off x="9189720" y="1417320"/>
            <a:ext cx="2743200" cy="2286000"/>
          </a:xfrm>
          <a:prstGeom prst="rect">
            <a:avLst/>
          </a:prstGeom>
          <a:solidFill>
            <a:srgbClr val="0D2016"/>
          </a:solidFill>
          <a:ln w="19050">
            <a:solidFill>
              <a:srgbClr val="00D4FF"/>
            </a:solidFill>
            <a:prstDash val="solid"/>
          </a:ln>
          <a:effectLst>
            <a:outerShdw sx="100000" sy="100000" kx="0" ky="0" algn="bl" rotWithShape="0" blurRad="254000" dist="50800" dir="16200000">
              <a:srgbClr val="00D4FF">
                <a:alpha val="50000"/>
              </a:srgbClr>
            </a:outerShdw>
          </a:effectLst>
        </p:spPr>
      </p:sp>
      <p:sp>
        <p:nvSpPr>
          <p:cNvPr id="188" name="Shape 186"/>
          <p:cNvSpPr/>
          <p:nvPr/>
        </p:nvSpPr>
        <p:spPr>
          <a:xfrm>
            <a:off x="9189720" y="1417320"/>
            <a:ext cx="2743200" cy="73152"/>
          </a:xfrm>
          <a:prstGeom prst="rect">
            <a:avLst/>
          </a:prstGeom>
          <a:solidFill>
            <a:srgbClr val="00D4FF"/>
          </a:solidFill>
          <a:ln/>
        </p:spPr>
      </p:sp>
      <p:sp>
        <p:nvSpPr>
          <p:cNvPr id="189" name="Shape 187"/>
          <p:cNvSpPr/>
          <p:nvPr/>
        </p:nvSpPr>
        <p:spPr>
          <a:xfrm>
            <a:off x="9189720" y="3630168"/>
            <a:ext cx="2743200" cy="73152"/>
          </a:xfrm>
          <a:prstGeom prst="rect">
            <a:avLst/>
          </a:prstGeom>
          <a:solidFill>
            <a:srgbClr val="00D4FF"/>
          </a:solidFill>
          <a:ln/>
        </p:spPr>
      </p:sp>
      <p:sp>
        <p:nvSpPr>
          <p:cNvPr id="190" name="Text 188"/>
          <p:cNvSpPr/>
          <p:nvPr/>
        </p:nvSpPr>
        <p:spPr>
          <a:xfrm>
            <a:off x="9189720" y="1527048"/>
            <a:ext cx="274320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91" name="Text 189"/>
          <p:cNvSpPr/>
          <p:nvPr/>
        </p:nvSpPr>
        <p:spPr>
          <a:xfrm>
            <a:off x="9189720" y="2057400"/>
            <a:ext cx="2743200" cy="685800"/>
          </a:xfrm>
          <a:prstGeom prst="rect">
            <a:avLst/>
          </a:prstGeom>
          <a:noFill/>
          <a:ln/>
          <a:effectLst>
            <a:outerShdw sx="100000" sy="100000" kx="0" ky="0" algn="bl" rotWithShape="0" blurRad="254000" dist="50800" dir="16200000">
              <a:srgbClr val="00D4FF">
                <a:alpha val="50000"/>
              </a:srgbClr>
            </a:outerShdw>
          </a:effectLst>
        </p:spPr>
        <p:txBody>
          <a:bodyPr wrap="square" rtlCol="0" anchor="ctr"/>
          <a:lstStyle/>
          <a:p>
            <a:pPr algn="ctr" indent="0" marL="0">
              <a:buNone/>
            </a:pPr>
            <a:r>
              <a:rPr lang="en-US" sz="2800" b="1" dirty="0">
                <a:solidFill>
                  <a:srgbClr val="00D4FF"/>
                </a:solidFill>
                <a:latin typeface="Trebuchet MS" pitchFamily="34" charset="0"/>
                <a:ea typeface="Trebuchet MS" pitchFamily="34" charset="-122"/>
                <a:cs typeface="Trebuchet MS" pitchFamily="34" charset="-120"/>
              </a:rPr>
              <a:t>38</a:t>
            </a:r>
            <a:endParaRPr lang="en-US" sz="2800" dirty="0"/>
          </a:p>
        </p:txBody>
      </p:sp>
      <p:sp>
        <p:nvSpPr>
          <p:cNvPr id="192" name="Text 190"/>
          <p:cNvSpPr/>
          <p:nvPr/>
        </p:nvSpPr>
        <p:spPr>
          <a:xfrm>
            <a:off x="9281160" y="2743200"/>
            <a:ext cx="2560320" cy="77724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Districts — no connected</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digital advisory system</a:t>
            </a:r>
            <a:endParaRPr lang="en-US" sz="950" dirty="0"/>
          </a:p>
        </p:txBody>
      </p:sp>
      <p:sp>
        <p:nvSpPr>
          <p:cNvPr id="193" name="Shape 191"/>
          <p:cNvSpPr/>
          <p:nvPr/>
        </p:nvSpPr>
        <p:spPr>
          <a:xfrm>
            <a:off x="274320" y="3886200"/>
            <a:ext cx="11612880" cy="1691640"/>
          </a:xfrm>
          <a:prstGeom prst="rect">
            <a:avLst/>
          </a:prstGeom>
          <a:solidFill>
            <a:srgbClr val="1A0505"/>
          </a:solidFill>
          <a:ln w="19050">
            <a:solidFill>
              <a:srgbClr val="FF6B35"/>
            </a:solidFill>
            <a:prstDash val="solid"/>
          </a:ln>
          <a:effectLst>
            <a:outerShdw sx="100000" sy="100000" kx="0" ky="0" algn="bl" rotWithShape="0" blurRad="152400" dist="50800" dir="2700000">
              <a:srgbClr val="000000">
                <a:alpha val="60000"/>
              </a:srgbClr>
            </a:outerShdw>
          </a:effectLst>
        </p:spPr>
      </p:sp>
      <p:sp>
        <p:nvSpPr>
          <p:cNvPr id="194" name="Shape 192"/>
          <p:cNvSpPr/>
          <p:nvPr/>
        </p:nvSpPr>
        <p:spPr>
          <a:xfrm>
            <a:off x="274320" y="3886200"/>
            <a:ext cx="91440" cy="1691640"/>
          </a:xfrm>
          <a:prstGeom prst="rect">
            <a:avLst/>
          </a:prstGeom>
          <a:solidFill>
            <a:srgbClr val="FF6B35"/>
          </a:solidFill>
          <a:ln/>
        </p:spPr>
      </p:sp>
      <p:sp>
        <p:nvSpPr>
          <p:cNvPr id="195" name="Shape 193"/>
          <p:cNvSpPr/>
          <p:nvPr/>
        </p:nvSpPr>
        <p:spPr>
          <a:xfrm>
            <a:off x="274320" y="3886200"/>
            <a:ext cx="11612880" cy="365760"/>
          </a:xfrm>
          <a:prstGeom prst="rect">
            <a:avLst/>
          </a:prstGeom>
          <a:solidFill>
            <a:srgbClr val="2A0808"/>
          </a:solidFill>
          <a:ln/>
        </p:spPr>
      </p:sp>
      <p:sp>
        <p:nvSpPr>
          <p:cNvPr id="196" name="Text 194"/>
          <p:cNvSpPr/>
          <p:nvPr/>
        </p:nvSpPr>
        <p:spPr>
          <a:xfrm>
            <a:off x="502920" y="3904488"/>
            <a:ext cx="5486400" cy="347472"/>
          </a:xfrm>
          <a:prstGeom prst="rect">
            <a:avLst/>
          </a:prstGeom>
          <a:noFill/>
          <a:ln/>
          <a:effectLst>
            <a:outerShdw sx="100000" sy="100000" kx="0" ky="0" algn="bl" rotWithShape="0" blurRad="254000" dist="50800" dir="16200000">
              <a:srgbClr val="FF6B35">
                <a:alpha val="50000"/>
              </a:srgbClr>
            </a:outerShdw>
          </a:effectLst>
        </p:spPr>
        <p:txBody>
          <a:bodyPr wrap="square" rtlCol="0" anchor="ctr"/>
          <a:lstStyle/>
          <a:p>
            <a:pPr indent="0" marL="0">
              <a:buNone/>
            </a:pPr>
            <a:r>
              <a:rPr lang="en-US" sz="1300" b="1" dirty="0">
                <a:solidFill>
                  <a:srgbClr val="FF6B35"/>
                </a:solidFill>
                <a:latin typeface="Trebuchet MS" pitchFamily="34" charset="0"/>
                <a:ea typeface="Trebuchet MS" pitchFamily="34" charset="-122"/>
                <a:cs typeface="Trebuchet MS" pitchFamily="34" charset="-120"/>
              </a:rPr>
              <a:t>⚠  ROOT CAUSE ANALYSIS</a:t>
            </a:r>
            <a:endParaRPr lang="en-US" sz="1300" dirty="0"/>
          </a:p>
        </p:txBody>
      </p:sp>
      <p:sp>
        <p:nvSpPr>
          <p:cNvPr id="197" name="Text 195"/>
          <p:cNvSpPr/>
          <p:nvPr/>
        </p:nvSpPr>
        <p:spPr>
          <a:xfrm>
            <a:off x="502920" y="4297680"/>
            <a:ext cx="11155680" cy="11430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Farmers make life-altering crop decisions using word-of-mouth and seasonal instinct. No district-level soil NPK analytics, no market saturation early-warning, no AI advisory — a ₹500 smartphone has zero access to the intelligence that determines ₹50,000+ of annual harvest revenue. The gap between data and the field is costing Tamil Nadu billions every year.</a:t>
            </a:r>
            <a:endParaRPr lang="en-US" sz="1100" dirty="0"/>
          </a:p>
        </p:txBody>
      </p:sp>
      <p:sp>
        <p:nvSpPr>
          <p:cNvPr id="198" name="Shape 196"/>
          <p:cNvSpPr/>
          <p:nvPr/>
        </p:nvSpPr>
        <p:spPr>
          <a:xfrm>
            <a:off x="0" y="5623560"/>
            <a:ext cx="12188952" cy="27432"/>
          </a:xfrm>
          <a:prstGeom prst="rect">
            <a:avLst/>
          </a:prstGeom>
          <a:solidFill>
            <a:srgbClr val="FF6B35"/>
          </a:solidFill>
          <a:ln/>
          <a:effectLst>
            <a:outerShdw sx="100000" sy="100000" kx="0" ky="0" algn="bl" rotWithShape="0" blurRad="254000" dist="50800" dir="16200000">
              <a:srgbClr val="FF6B35">
                <a:alpha val="50000"/>
              </a:srgbClr>
            </a:outerShdw>
          </a:effectLst>
        </p:spPr>
      </p:sp>
      <p:sp>
        <p:nvSpPr>
          <p:cNvPr id="199" name="Shape 197"/>
          <p:cNvSpPr/>
          <p:nvPr/>
        </p:nvSpPr>
        <p:spPr>
          <a:xfrm>
            <a:off x="0" y="5650992"/>
            <a:ext cx="12188952" cy="9144"/>
          </a:xfrm>
          <a:prstGeom prst="rect">
            <a:avLst/>
          </a:prstGeom>
          <a:solidFill>
            <a:srgbClr val="000000"/>
          </a:solidFill>
          <a:ln/>
        </p:spPr>
      </p:sp>
      <p:sp>
        <p:nvSpPr>
          <p:cNvPr id="200" name="Text 198"/>
          <p:cNvSpPr/>
          <p:nvPr/>
        </p:nvSpPr>
        <p:spPr>
          <a:xfrm>
            <a:off x="0" y="5669280"/>
            <a:ext cx="12188952" cy="411480"/>
          </a:xfrm>
          <a:prstGeom prst="rect">
            <a:avLst/>
          </a:prstGeom>
          <a:noFill/>
          <a:ln/>
        </p:spPr>
        <p:txBody>
          <a:bodyPr wrap="square" rtlCol="0" anchor="ctr"/>
          <a:lstStyle/>
          <a:p>
            <a:pPr algn="ctr" indent="0" marL="0">
              <a:buNone/>
            </a:pPr>
            <a:r>
              <a:rPr lang="en-US" sz="1100" b="1" dirty="0">
                <a:solidFill>
                  <a:srgbClr val="FF6B35"/>
                </a:solidFill>
                <a:latin typeface="Calibri" pitchFamily="34" charset="0"/>
                <a:ea typeface="Calibri" pitchFamily="34" charset="-122"/>
                <a:cs typeface="Calibri" pitchFamily="34" charset="-120"/>
              </a:rPr>
              <a:t>IMPACT: Food security risk  ·  Farmer suicides  ·  Market volatility  ·  Resource waste  ·  Policy blindspot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D0A"/>
        </a:solidFill>
      </p:bgPr>
    </p:bg>
    <p:spTree>
      <p:nvGrpSpPr>
        <p:cNvPr id="1" name=""/>
        <p:cNvGrpSpPr/>
        <p:nvPr/>
      </p:nvGrpSpPr>
      <p:grpSpPr>
        <a:xfrm>
          <a:off x="0" y="0"/>
          <a:ext cx="0" cy="0"/>
          <a:chOff x="0" y="0"/>
          <a:chExt cx="0" cy="0"/>
        </a:xfrm>
      </p:grpSpPr>
      <p:sp>
        <p:nvSpPr>
          <p:cNvPr id="2" name="Shape 0"/>
          <p:cNvSpPr/>
          <p:nvPr/>
        </p:nvSpPr>
        <p:spPr>
          <a:xfrm>
            <a:off x="0" y="0"/>
            <a:ext cx="457200" cy="9144"/>
          </a:xfrm>
          <a:prstGeom prst="rect">
            <a:avLst/>
          </a:prstGeom>
          <a:solidFill>
            <a:srgbClr val="1A3A2A"/>
          </a:solidFill>
          <a:ln w="12700">
            <a:solidFill>
              <a:srgbClr val="1A3A2A"/>
            </a:solidFill>
            <a:prstDash val="solid"/>
          </a:ln>
        </p:spPr>
      </p:sp>
      <p:sp>
        <p:nvSpPr>
          <p:cNvPr id="3" name="Shape 1"/>
          <p:cNvSpPr/>
          <p:nvPr/>
        </p:nvSpPr>
        <p:spPr>
          <a:xfrm>
            <a:off x="594360" y="0"/>
            <a:ext cx="457200" cy="9144"/>
          </a:xfrm>
          <a:prstGeom prst="rect">
            <a:avLst/>
          </a:prstGeom>
          <a:solidFill>
            <a:srgbClr val="1A3A2A"/>
          </a:solidFill>
          <a:ln w="12700">
            <a:solidFill>
              <a:srgbClr val="1A3A2A"/>
            </a:solidFill>
            <a:prstDash val="solid"/>
          </a:ln>
        </p:spPr>
      </p:sp>
      <p:sp>
        <p:nvSpPr>
          <p:cNvPr id="4" name="Shape 2"/>
          <p:cNvSpPr/>
          <p:nvPr/>
        </p:nvSpPr>
        <p:spPr>
          <a:xfrm>
            <a:off x="1188720" y="0"/>
            <a:ext cx="457200" cy="9144"/>
          </a:xfrm>
          <a:prstGeom prst="rect">
            <a:avLst/>
          </a:prstGeom>
          <a:solidFill>
            <a:srgbClr val="1A3A2A"/>
          </a:solidFill>
          <a:ln w="12700">
            <a:solidFill>
              <a:srgbClr val="1A3A2A"/>
            </a:solidFill>
            <a:prstDash val="solid"/>
          </a:ln>
        </p:spPr>
      </p:sp>
      <p:sp>
        <p:nvSpPr>
          <p:cNvPr id="5" name="Shape 3"/>
          <p:cNvSpPr/>
          <p:nvPr/>
        </p:nvSpPr>
        <p:spPr>
          <a:xfrm>
            <a:off x="1783080" y="0"/>
            <a:ext cx="457200" cy="9144"/>
          </a:xfrm>
          <a:prstGeom prst="rect">
            <a:avLst/>
          </a:prstGeom>
          <a:solidFill>
            <a:srgbClr val="1A3A2A"/>
          </a:solidFill>
          <a:ln w="12700">
            <a:solidFill>
              <a:srgbClr val="1A3A2A"/>
            </a:solidFill>
            <a:prstDash val="solid"/>
          </a:ln>
        </p:spPr>
      </p:sp>
      <p:sp>
        <p:nvSpPr>
          <p:cNvPr id="6" name="Shape 4"/>
          <p:cNvSpPr/>
          <p:nvPr/>
        </p:nvSpPr>
        <p:spPr>
          <a:xfrm>
            <a:off x="2377440" y="0"/>
            <a:ext cx="457200" cy="9144"/>
          </a:xfrm>
          <a:prstGeom prst="rect">
            <a:avLst/>
          </a:prstGeom>
          <a:solidFill>
            <a:srgbClr val="1A3A2A"/>
          </a:solidFill>
          <a:ln w="12700">
            <a:solidFill>
              <a:srgbClr val="1A3A2A"/>
            </a:solidFill>
            <a:prstDash val="solid"/>
          </a:ln>
        </p:spPr>
      </p:sp>
      <p:sp>
        <p:nvSpPr>
          <p:cNvPr id="7" name="Shape 5"/>
          <p:cNvSpPr/>
          <p:nvPr/>
        </p:nvSpPr>
        <p:spPr>
          <a:xfrm>
            <a:off x="2971800" y="0"/>
            <a:ext cx="457200" cy="9144"/>
          </a:xfrm>
          <a:prstGeom prst="rect">
            <a:avLst/>
          </a:prstGeom>
          <a:solidFill>
            <a:srgbClr val="1A3A2A"/>
          </a:solidFill>
          <a:ln w="12700">
            <a:solidFill>
              <a:srgbClr val="1A3A2A"/>
            </a:solidFill>
            <a:prstDash val="solid"/>
          </a:ln>
        </p:spPr>
      </p:sp>
      <p:sp>
        <p:nvSpPr>
          <p:cNvPr id="8" name="Shape 6"/>
          <p:cNvSpPr/>
          <p:nvPr/>
        </p:nvSpPr>
        <p:spPr>
          <a:xfrm>
            <a:off x="3566160" y="0"/>
            <a:ext cx="457200" cy="9144"/>
          </a:xfrm>
          <a:prstGeom prst="rect">
            <a:avLst/>
          </a:prstGeom>
          <a:solidFill>
            <a:srgbClr val="1A3A2A"/>
          </a:solidFill>
          <a:ln w="12700">
            <a:solidFill>
              <a:srgbClr val="1A3A2A"/>
            </a:solidFill>
            <a:prstDash val="solid"/>
          </a:ln>
        </p:spPr>
      </p:sp>
      <p:sp>
        <p:nvSpPr>
          <p:cNvPr id="9" name="Shape 7"/>
          <p:cNvSpPr/>
          <p:nvPr/>
        </p:nvSpPr>
        <p:spPr>
          <a:xfrm>
            <a:off x="4160520" y="0"/>
            <a:ext cx="457200" cy="9144"/>
          </a:xfrm>
          <a:prstGeom prst="rect">
            <a:avLst/>
          </a:prstGeom>
          <a:solidFill>
            <a:srgbClr val="1A3A2A"/>
          </a:solidFill>
          <a:ln w="12700">
            <a:solidFill>
              <a:srgbClr val="1A3A2A"/>
            </a:solidFill>
            <a:prstDash val="solid"/>
          </a:ln>
        </p:spPr>
      </p:sp>
      <p:sp>
        <p:nvSpPr>
          <p:cNvPr id="10" name="Shape 8"/>
          <p:cNvSpPr/>
          <p:nvPr/>
        </p:nvSpPr>
        <p:spPr>
          <a:xfrm>
            <a:off x="4754880" y="0"/>
            <a:ext cx="457200" cy="9144"/>
          </a:xfrm>
          <a:prstGeom prst="rect">
            <a:avLst/>
          </a:prstGeom>
          <a:solidFill>
            <a:srgbClr val="1A3A2A"/>
          </a:solidFill>
          <a:ln w="12700">
            <a:solidFill>
              <a:srgbClr val="1A3A2A"/>
            </a:solidFill>
            <a:prstDash val="solid"/>
          </a:ln>
        </p:spPr>
      </p:sp>
      <p:sp>
        <p:nvSpPr>
          <p:cNvPr id="11" name="Shape 9"/>
          <p:cNvSpPr/>
          <p:nvPr/>
        </p:nvSpPr>
        <p:spPr>
          <a:xfrm>
            <a:off x="5349240" y="0"/>
            <a:ext cx="457200" cy="9144"/>
          </a:xfrm>
          <a:prstGeom prst="rect">
            <a:avLst/>
          </a:prstGeom>
          <a:solidFill>
            <a:srgbClr val="1A3A2A"/>
          </a:solidFill>
          <a:ln w="12700">
            <a:solidFill>
              <a:srgbClr val="1A3A2A"/>
            </a:solidFill>
            <a:prstDash val="solid"/>
          </a:ln>
        </p:spPr>
      </p:sp>
      <p:sp>
        <p:nvSpPr>
          <p:cNvPr id="12" name="Shape 10"/>
          <p:cNvSpPr/>
          <p:nvPr/>
        </p:nvSpPr>
        <p:spPr>
          <a:xfrm>
            <a:off x="5943600" y="0"/>
            <a:ext cx="457200" cy="9144"/>
          </a:xfrm>
          <a:prstGeom prst="rect">
            <a:avLst/>
          </a:prstGeom>
          <a:solidFill>
            <a:srgbClr val="1A3A2A"/>
          </a:solidFill>
          <a:ln w="12700">
            <a:solidFill>
              <a:srgbClr val="1A3A2A"/>
            </a:solidFill>
            <a:prstDash val="solid"/>
          </a:ln>
        </p:spPr>
      </p:sp>
      <p:sp>
        <p:nvSpPr>
          <p:cNvPr id="13" name="Shape 11"/>
          <p:cNvSpPr/>
          <p:nvPr/>
        </p:nvSpPr>
        <p:spPr>
          <a:xfrm>
            <a:off x="6537960" y="0"/>
            <a:ext cx="457200" cy="9144"/>
          </a:xfrm>
          <a:prstGeom prst="rect">
            <a:avLst/>
          </a:prstGeom>
          <a:solidFill>
            <a:srgbClr val="1A3A2A"/>
          </a:solidFill>
          <a:ln w="12700">
            <a:solidFill>
              <a:srgbClr val="1A3A2A"/>
            </a:solidFill>
            <a:prstDash val="solid"/>
          </a:ln>
        </p:spPr>
      </p:sp>
      <p:sp>
        <p:nvSpPr>
          <p:cNvPr id="14" name="Shape 12"/>
          <p:cNvSpPr/>
          <p:nvPr/>
        </p:nvSpPr>
        <p:spPr>
          <a:xfrm>
            <a:off x="7132320" y="0"/>
            <a:ext cx="457200" cy="9144"/>
          </a:xfrm>
          <a:prstGeom prst="rect">
            <a:avLst/>
          </a:prstGeom>
          <a:solidFill>
            <a:srgbClr val="1A3A2A"/>
          </a:solidFill>
          <a:ln w="12700">
            <a:solidFill>
              <a:srgbClr val="1A3A2A"/>
            </a:solidFill>
            <a:prstDash val="solid"/>
          </a:ln>
        </p:spPr>
      </p:sp>
      <p:sp>
        <p:nvSpPr>
          <p:cNvPr id="15" name="Shape 13"/>
          <p:cNvSpPr/>
          <p:nvPr/>
        </p:nvSpPr>
        <p:spPr>
          <a:xfrm>
            <a:off x="7726680" y="0"/>
            <a:ext cx="457200" cy="9144"/>
          </a:xfrm>
          <a:prstGeom prst="rect">
            <a:avLst/>
          </a:prstGeom>
          <a:solidFill>
            <a:srgbClr val="1A3A2A"/>
          </a:solidFill>
          <a:ln w="12700">
            <a:solidFill>
              <a:srgbClr val="1A3A2A"/>
            </a:solidFill>
            <a:prstDash val="solid"/>
          </a:ln>
        </p:spPr>
      </p:sp>
      <p:sp>
        <p:nvSpPr>
          <p:cNvPr id="16" name="Shape 14"/>
          <p:cNvSpPr/>
          <p:nvPr/>
        </p:nvSpPr>
        <p:spPr>
          <a:xfrm>
            <a:off x="8321040" y="0"/>
            <a:ext cx="457200" cy="9144"/>
          </a:xfrm>
          <a:prstGeom prst="rect">
            <a:avLst/>
          </a:prstGeom>
          <a:solidFill>
            <a:srgbClr val="1A3A2A"/>
          </a:solidFill>
          <a:ln w="12700">
            <a:solidFill>
              <a:srgbClr val="1A3A2A"/>
            </a:solidFill>
            <a:prstDash val="solid"/>
          </a:ln>
        </p:spPr>
      </p:sp>
      <p:sp>
        <p:nvSpPr>
          <p:cNvPr id="17" name="Shape 15"/>
          <p:cNvSpPr/>
          <p:nvPr/>
        </p:nvSpPr>
        <p:spPr>
          <a:xfrm>
            <a:off x="8915400" y="0"/>
            <a:ext cx="457200" cy="9144"/>
          </a:xfrm>
          <a:prstGeom prst="rect">
            <a:avLst/>
          </a:prstGeom>
          <a:solidFill>
            <a:srgbClr val="1A3A2A"/>
          </a:solidFill>
          <a:ln w="12700">
            <a:solidFill>
              <a:srgbClr val="1A3A2A"/>
            </a:solidFill>
            <a:prstDash val="solid"/>
          </a:ln>
        </p:spPr>
      </p:sp>
      <p:sp>
        <p:nvSpPr>
          <p:cNvPr id="18" name="Shape 16"/>
          <p:cNvSpPr/>
          <p:nvPr/>
        </p:nvSpPr>
        <p:spPr>
          <a:xfrm>
            <a:off x="9509760" y="0"/>
            <a:ext cx="457200" cy="9144"/>
          </a:xfrm>
          <a:prstGeom prst="rect">
            <a:avLst/>
          </a:prstGeom>
          <a:solidFill>
            <a:srgbClr val="1A3A2A"/>
          </a:solidFill>
          <a:ln w="12700">
            <a:solidFill>
              <a:srgbClr val="1A3A2A"/>
            </a:solidFill>
            <a:prstDash val="solid"/>
          </a:ln>
        </p:spPr>
      </p:sp>
      <p:sp>
        <p:nvSpPr>
          <p:cNvPr id="19" name="Shape 17"/>
          <p:cNvSpPr/>
          <p:nvPr/>
        </p:nvSpPr>
        <p:spPr>
          <a:xfrm>
            <a:off x="10104120" y="0"/>
            <a:ext cx="457200" cy="9144"/>
          </a:xfrm>
          <a:prstGeom prst="rect">
            <a:avLst/>
          </a:prstGeom>
          <a:solidFill>
            <a:srgbClr val="1A3A2A"/>
          </a:solidFill>
          <a:ln w="12700">
            <a:solidFill>
              <a:srgbClr val="1A3A2A"/>
            </a:solidFill>
            <a:prstDash val="solid"/>
          </a:ln>
        </p:spPr>
      </p:sp>
      <p:sp>
        <p:nvSpPr>
          <p:cNvPr id="20" name="Shape 18"/>
          <p:cNvSpPr/>
          <p:nvPr/>
        </p:nvSpPr>
        <p:spPr>
          <a:xfrm>
            <a:off x="10698480" y="0"/>
            <a:ext cx="457200" cy="9144"/>
          </a:xfrm>
          <a:prstGeom prst="rect">
            <a:avLst/>
          </a:prstGeom>
          <a:solidFill>
            <a:srgbClr val="1A3A2A"/>
          </a:solidFill>
          <a:ln w="12700">
            <a:solidFill>
              <a:srgbClr val="1A3A2A"/>
            </a:solidFill>
            <a:prstDash val="solid"/>
          </a:ln>
        </p:spPr>
      </p:sp>
      <p:sp>
        <p:nvSpPr>
          <p:cNvPr id="21" name="Shape 19"/>
          <p:cNvSpPr/>
          <p:nvPr/>
        </p:nvSpPr>
        <p:spPr>
          <a:xfrm>
            <a:off x="11292840" y="0"/>
            <a:ext cx="457200" cy="9144"/>
          </a:xfrm>
          <a:prstGeom prst="rect">
            <a:avLst/>
          </a:prstGeom>
          <a:solidFill>
            <a:srgbClr val="1A3A2A"/>
          </a:solidFill>
          <a:ln w="12700">
            <a:solidFill>
              <a:srgbClr val="1A3A2A"/>
            </a:solidFill>
            <a:prstDash val="solid"/>
          </a:ln>
        </p:spPr>
      </p:sp>
      <p:sp>
        <p:nvSpPr>
          <p:cNvPr id="22" name="Shape 20"/>
          <p:cNvSpPr/>
          <p:nvPr/>
        </p:nvSpPr>
        <p:spPr>
          <a:xfrm>
            <a:off x="292608" y="502920"/>
            <a:ext cx="457200" cy="9144"/>
          </a:xfrm>
          <a:prstGeom prst="rect">
            <a:avLst/>
          </a:prstGeom>
          <a:solidFill>
            <a:srgbClr val="1A3A2A"/>
          </a:solidFill>
          <a:ln w="12700">
            <a:solidFill>
              <a:srgbClr val="1A3A2A"/>
            </a:solidFill>
            <a:prstDash val="solid"/>
          </a:ln>
        </p:spPr>
      </p:sp>
      <p:sp>
        <p:nvSpPr>
          <p:cNvPr id="23" name="Shape 21"/>
          <p:cNvSpPr/>
          <p:nvPr/>
        </p:nvSpPr>
        <p:spPr>
          <a:xfrm>
            <a:off x="886968" y="502920"/>
            <a:ext cx="457200" cy="9144"/>
          </a:xfrm>
          <a:prstGeom prst="rect">
            <a:avLst/>
          </a:prstGeom>
          <a:solidFill>
            <a:srgbClr val="1A3A2A"/>
          </a:solidFill>
          <a:ln w="12700">
            <a:solidFill>
              <a:srgbClr val="1A3A2A"/>
            </a:solidFill>
            <a:prstDash val="solid"/>
          </a:ln>
        </p:spPr>
      </p:sp>
      <p:sp>
        <p:nvSpPr>
          <p:cNvPr id="24" name="Shape 22"/>
          <p:cNvSpPr/>
          <p:nvPr/>
        </p:nvSpPr>
        <p:spPr>
          <a:xfrm>
            <a:off x="1481328" y="502920"/>
            <a:ext cx="457200" cy="9144"/>
          </a:xfrm>
          <a:prstGeom prst="rect">
            <a:avLst/>
          </a:prstGeom>
          <a:solidFill>
            <a:srgbClr val="1A3A2A"/>
          </a:solidFill>
          <a:ln w="12700">
            <a:solidFill>
              <a:srgbClr val="1A3A2A"/>
            </a:solidFill>
            <a:prstDash val="solid"/>
          </a:ln>
        </p:spPr>
      </p:sp>
      <p:sp>
        <p:nvSpPr>
          <p:cNvPr id="25" name="Shape 23"/>
          <p:cNvSpPr/>
          <p:nvPr/>
        </p:nvSpPr>
        <p:spPr>
          <a:xfrm>
            <a:off x="2075688" y="502920"/>
            <a:ext cx="457200" cy="9144"/>
          </a:xfrm>
          <a:prstGeom prst="rect">
            <a:avLst/>
          </a:prstGeom>
          <a:solidFill>
            <a:srgbClr val="1A3A2A"/>
          </a:solidFill>
          <a:ln w="12700">
            <a:solidFill>
              <a:srgbClr val="1A3A2A"/>
            </a:solidFill>
            <a:prstDash val="solid"/>
          </a:ln>
        </p:spPr>
      </p:sp>
      <p:sp>
        <p:nvSpPr>
          <p:cNvPr id="26" name="Shape 24"/>
          <p:cNvSpPr/>
          <p:nvPr/>
        </p:nvSpPr>
        <p:spPr>
          <a:xfrm>
            <a:off x="2670048" y="502920"/>
            <a:ext cx="457200" cy="9144"/>
          </a:xfrm>
          <a:prstGeom prst="rect">
            <a:avLst/>
          </a:prstGeom>
          <a:solidFill>
            <a:srgbClr val="1A3A2A"/>
          </a:solidFill>
          <a:ln w="12700">
            <a:solidFill>
              <a:srgbClr val="1A3A2A"/>
            </a:solidFill>
            <a:prstDash val="solid"/>
          </a:ln>
        </p:spPr>
      </p:sp>
      <p:sp>
        <p:nvSpPr>
          <p:cNvPr id="27" name="Shape 25"/>
          <p:cNvSpPr/>
          <p:nvPr/>
        </p:nvSpPr>
        <p:spPr>
          <a:xfrm>
            <a:off x="3264408" y="502920"/>
            <a:ext cx="457200" cy="9144"/>
          </a:xfrm>
          <a:prstGeom prst="rect">
            <a:avLst/>
          </a:prstGeom>
          <a:solidFill>
            <a:srgbClr val="1A3A2A"/>
          </a:solidFill>
          <a:ln w="12700">
            <a:solidFill>
              <a:srgbClr val="1A3A2A"/>
            </a:solidFill>
            <a:prstDash val="solid"/>
          </a:ln>
        </p:spPr>
      </p:sp>
      <p:sp>
        <p:nvSpPr>
          <p:cNvPr id="28" name="Shape 26"/>
          <p:cNvSpPr/>
          <p:nvPr/>
        </p:nvSpPr>
        <p:spPr>
          <a:xfrm>
            <a:off x="3858768" y="502920"/>
            <a:ext cx="457200" cy="9144"/>
          </a:xfrm>
          <a:prstGeom prst="rect">
            <a:avLst/>
          </a:prstGeom>
          <a:solidFill>
            <a:srgbClr val="1A3A2A"/>
          </a:solidFill>
          <a:ln w="12700">
            <a:solidFill>
              <a:srgbClr val="1A3A2A"/>
            </a:solidFill>
            <a:prstDash val="solid"/>
          </a:ln>
        </p:spPr>
      </p:sp>
      <p:sp>
        <p:nvSpPr>
          <p:cNvPr id="29" name="Shape 27"/>
          <p:cNvSpPr/>
          <p:nvPr/>
        </p:nvSpPr>
        <p:spPr>
          <a:xfrm>
            <a:off x="4453128" y="502920"/>
            <a:ext cx="457200" cy="9144"/>
          </a:xfrm>
          <a:prstGeom prst="rect">
            <a:avLst/>
          </a:prstGeom>
          <a:solidFill>
            <a:srgbClr val="1A3A2A"/>
          </a:solidFill>
          <a:ln w="12700">
            <a:solidFill>
              <a:srgbClr val="1A3A2A"/>
            </a:solidFill>
            <a:prstDash val="solid"/>
          </a:ln>
        </p:spPr>
      </p:sp>
      <p:sp>
        <p:nvSpPr>
          <p:cNvPr id="30" name="Shape 28"/>
          <p:cNvSpPr/>
          <p:nvPr/>
        </p:nvSpPr>
        <p:spPr>
          <a:xfrm>
            <a:off x="5047488" y="502920"/>
            <a:ext cx="457200" cy="9144"/>
          </a:xfrm>
          <a:prstGeom prst="rect">
            <a:avLst/>
          </a:prstGeom>
          <a:solidFill>
            <a:srgbClr val="1A3A2A"/>
          </a:solidFill>
          <a:ln w="12700">
            <a:solidFill>
              <a:srgbClr val="1A3A2A"/>
            </a:solidFill>
            <a:prstDash val="solid"/>
          </a:ln>
        </p:spPr>
      </p:sp>
      <p:sp>
        <p:nvSpPr>
          <p:cNvPr id="31" name="Shape 29"/>
          <p:cNvSpPr/>
          <p:nvPr/>
        </p:nvSpPr>
        <p:spPr>
          <a:xfrm>
            <a:off x="5641848" y="502920"/>
            <a:ext cx="457200" cy="9144"/>
          </a:xfrm>
          <a:prstGeom prst="rect">
            <a:avLst/>
          </a:prstGeom>
          <a:solidFill>
            <a:srgbClr val="1A3A2A"/>
          </a:solidFill>
          <a:ln w="12700">
            <a:solidFill>
              <a:srgbClr val="1A3A2A"/>
            </a:solidFill>
            <a:prstDash val="solid"/>
          </a:ln>
        </p:spPr>
      </p:sp>
      <p:sp>
        <p:nvSpPr>
          <p:cNvPr id="32" name="Shape 30"/>
          <p:cNvSpPr/>
          <p:nvPr/>
        </p:nvSpPr>
        <p:spPr>
          <a:xfrm>
            <a:off x="6236208" y="502920"/>
            <a:ext cx="457200" cy="9144"/>
          </a:xfrm>
          <a:prstGeom prst="rect">
            <a:avLst/>
          </a:prstGeom>
          <a:solidFill>
            <a:srgbClr val="1A3A2A"/>
          </a:solidFill>
          <a:ln w="12700">
            <a:solidFill>
              <a:srgbClr val="1A3A2A"/>
            </a:solidFill>
            <a:prstDash val="solid"/>
          </a:ln>
        </p:spPr>
      </p:sp>
      <p:sp>
        <p:nvSpPr>
          <p:cNvPr id="33" name="Shape 31"/>
          <p:cNvSpPr/>
          <p:nvPr/>
        </p:nvSpPr>
        <p:spPr>
          <a:xfrm>
            <a:off x="6830568" y="502920"/>
            <a:ext cx="457200" cy="9144"/>
          </a:xfrm>
          <a:prstGeom prst="rect">
            <a:avLst/>
          </a:prstGeom>
          <a:solidFill>
            <a:srgbClr val="1A3A2A"/>
          </a:solidFill>
          <a:ln w="12700">
            <a:solidFill>
              <a:srgbClr val="1A3A2A"/>
            </a:solidFill>
            <a:prstDash val="solid"/>
          </a:ln>
        </p:spPr>
      </p:sp>
      <p:sp>
        <p:nvSpPr>
          <p:cNvPr id="34" name="Shape 32"/>
          <p:cNvSpPr/>
          <p:nvPr/>
        </p:nvSpPr>
        <p:spPr>
          <a:xfrm>
            <a:off x="7424928" y="502920"/>
            <a:ext cx="457200" cy="9144"/>
          </a:xfrm>
          <a:prstGeom prst="rect">
            <a:avLst/>
          </a:prstGeom>
          <a:solidFill>
            <a:srgbClr val="1A3A2A"/>
          </a:solidFill>
          <a:ln w="12700">
            <a:solidFill>
              <a:srgbClr val="1A3A2A"/>
            </a:solidFill>
            <a:prstDash val="solid"/>
          </a:ln>
        </p:spPr>
      </p:sp>
      <p:sp>
        <p:nvSpPr>
          <p:cNvPr id="35" name="Shape 33"/>
          <p:cNvSpPr/>
          <p:nvPr/>
        </p:nvSpPr>
        <p:spPr>
          <a:xfrm>
            <a:off x="8019288" y="502920"/>
            <a:ext cx="457200" cy="9144"/>
          </a:xfrm>
          <a:prstGeom prst="rect">
            <a:avLst/>
          </a:prstGeom>
          <a:solidFill>
            <a:srgbClr val="1A3A2A"/>
          </a:solidFill>
          <a:ln w="12700">
            <a:solidFill>
              <a:srgbClr val="1A3A2A"/>
            </a:solidFill>
            <a:prstDash val="solid"/>
          </a:ln>
        </p:spPr>
      </p:sp>
      <p:sp>
        <p:nvSpPr>
          <p:cNvPr id="36" name="Shape 34"/>
          <p:cNvSpPr/>
          <p:nvPr/>
        </p:nvSpPr>
        <p:spPr>
          <a:xfrm>
            <a:off x="8613648" y="502920"/>
            <a:ext cx="457200" cy="9144"/>
          </a:xfrm>
          <a:prstGeom prst="rect">
            <a:avLst/>
          </a:prstGeom>
          <a:solidFill>
            <a:srgbClr val="1A3A2A"/>
          </a:solidFill>
          <a:ln w="12700">
            <a:solidFill>
              <a:srgbClr val="1A3A2A"/>
            </a:solidFill>
            <a:prstDash val="solid"/>
          </a:ln>
        </p:spPr>
      </p:sp>
      <p:sp>
        <p:nvSpPr>
          <p:cNvPr id="37" name="Shape 35"/>
          <p:cNvSpPr/>
          <p:nvPr/>
        </p:nvSpPr>
        <p:spPr>
          <a:xfrm>
            <a:off x="9208008" y="502920"/>
            <a:ext cx="457200" cy="9144"/>
          </a:xfrm>
          <a:prstGeom prst="rect">
            <a:avLst/>
          </a:prstGeom>
          <a:solidFill>
            <a:srgbClr val="1A3A2A"/>
          </a:solidFill>
          <a:ln w="12700">
            <a:solidFill>
              <a:srgbClr val="1A3A2A"/>
            </a:solidFill>
            <a:prstDash val="solid"/>
          </a:ln>
        </p:spPr>
      </p:sp>
      <p:sp>
        <p:nvSpPr>
          <p:cNvPr id="38" name="Shape 36"/>
          <p:cNvSpPr/>
          <p:nvPr/>
        </p:nvSpPr>
        <p:spPr>
          <a:xfrm>
            <a:off x="9802368" y="502920"/>
            <a:ext cx="457200" cy="9144"/>
          </a:xfrm>
          <a:prstGeom prst="rect">
            <a:avLst/>
          </a:prstGeom>
          <a:solidFill>
            <a:srgbClr val="1A3A2A"/>
          </a:solidFill>
          <a:ln w="12700">
            <a:solidFill>
              <a:srgbClr val="1A3A2A"/>
            </a:solidFill>
            <a:prstDash val="solid"/>
          </a:ln>
        </p:spPr>
      </p:sp>
      <p:sp>
        <p:nvSpPr>
          <p:cNvPr id="39" name="Shape 37"/>
          <p:cNvSpPr/>
          <p:nvPr/>
        </p:nvSpPr>
        <p:spPr>
          <a:xfrm>
            <a:off x="10396728" y="502920"/>
            <a:ext cx="457200" cy="9144"/>
          </a:xfrm>
          <a:prstGeom prst="rect">
            <a:avLst/>
          </a:prstGeom>
          <a:solidFill>
            <a:srgbClr val="1A3A2A"/>
          </a:solidFill>
          <a:ln w="12700">
            <a:solidFill>
              <a:srgbClr val="1A3A2A"/>
            </a:solidFill>
            <a:prstDash val="solid"/>
          </a:ln>
        </p:spPr>
      </p:sp>
      <p:sp>
        <p:nvSpPr>
          <p:cNvPr id="40" name="Shape 38"/>
          <p:cNvSpPr/>
          <p:nvPr/>
        </p:nvSpPr>
        <p:spPr>
          <a:xfrm>
            <a:off x="10991088" y="502920"/>
            <a:ext cx="457200" cy="9144"/>
          </a:xfrm>
          <a:prstGeom prst="rect">
            <a:avLst/>
          </a:prstGeom>
          <a:solidFill>
            <a:srgbClr val="1A3A2A"/>
          </a:solidFill>
          <a:ln w="12700">
            <a:solidFill>
              <a:srgbClr val="1A3A2A"/>
            </a:solidFill>
            <a:prstDash val="solid"/>
          </a:ln>
        </p:spPr>
      </p:sp>
      <p:sp>
        <p:nvSpPr>
          <p:cNvPr id="41" name="Shape 39"/>
          <p:cNvSpPr/>
          <p:nvPr/>
        </p:nvSpPr>
        <p:spPr>
          <a:xfrm>
            <a:off x="11585448" y="502920"/>
            <a:ext cx="457200" cy="9144"/>
          </a:xfrm>
          <a:prstGeom prst="rect">
            <a:avLst/>
          </a:prstGeom>
          <a:solidFill>
            <a:srgbClr val="1A3A2A"/>
          </a:solidFill>
          <a:ln w="12700">
            <a:solidFill>
              <a:srgbClr val="1A3A2A"/>
            </a:solidFill>
            <a:prstDash val="solid"/>
          </a:ln>
        </p:spPr>
      </p:sp>
      <p:sp>
        <p:nvSpPr>
          <p:cNvPr id="42" name="Shape 40"/>
          <p:cNvSpPr/>
          <p:nvPr/>
        </p:nvSpPr>
        <p:spPr>
          <a:xfrm>
            <a:off x="0" y="1005840"/>
            <a:ext cx="457200" cy="9144"/>
          </a:xfrm>
          <a:prstGeom prst="rect">
            <a:avLst/>
          </a:prstGeom>
          <a:solidFill>
            <a:srgbClr val="1A3A2A"/>
          </a:solidFill>
          <a:ln w="12700">
            <a:solidFill>
              <a:srgbClr val="1A3A2A"/>
            </a:solidFill>
            <a:prstDash val="solid"/>
          </a:ln>
        </p:spPr>
      </p:sp>
      <p:sp>
        <p:nvSpPr>
          <p:cNvPr id="43" name="Shape 41"/>
          <p:cNvSpPr/>
          <p:nvPr/>
        </p:nvSpPr>
        <p:spPr>
          <a:xfrm>
            <a:off x="594360" y="1005840"/>
            <a:ext cx="457200" cy="9144"/>
          </a:xfrm>
          <a:prstGeom prst="rect">
            <a:avLst/>
          </a:prstGeom>
          <a:solidFill>
            <a:srgbClr val="1A3A2A"/>
          </a:solidFill>
          <a:ln w="12700">
            <a:solidFill>
              <a:srgbClr val="1A3A2A"/>
            </a:solidFill>
            <a:prstDash val="solid"/>
          </a:ln>
        </p:spPr>
      </p:sp>
      <p:sp>
        <p:nvSpPr>
          <p:cNvPr id="44" name="Shape 42"/>
          <p:cNvSpPr/>
          <p:nvPr/>
        </p:nvSpPr>
        <p:spPr>
          <a:xfrm>
            <a:off x="1188720" y="1005840"/>
            <a:ext cx="457200" cy="9144"/>
          </a:xfrm>
          <a:prstGeom prst="rect">
            <a:avLst/>
          </a:prstGeom>
          <a:solidFill>
            <a:srgbClr val="1A3A2A"/>
          </a:solidFill>
          <a:ln w="12700">
            <a:solidFill>
              <a:srgbClr val="1A3A2A"/>
            </a:solidFill>
            <a:prstDash val="solid"/>
          </a:ln>
        </p:spPr>
      </p:sp>
      <p:sp>
        <p:nvSpPr>
          <p:cNvPr id="45" name="Shape 43"/>
          <p:cNvSpPr/>
          <p:nvPr/>
        </p:nvSpPr>
        <p:spPr>
          <a:xfrm>
            <a:off x="1783080" y="1005840"/>
            <a:ext cx="457200" cy="9144"/>
          </a:xfrm>
          <a:prstGeom prst="rect">
            <a:avLst/>
          </a:prstGeom>
          <a:solidFill>
            <a:srgbClr val="1A3A2A"/>
          </a:solidFill>
          <a:ln w="12700">
            <a:solidFill>
              <a:srgbClr val="1A3A2A"/>
            </a:solidFill>
            <a:prstDash val="solid"/>
          </a:ln>
        </p:spPr>
      </p:sp>
      <p:sp>
        <p:nvSpPr>
          <p:cNvPr id="46" name="Shape 44"/>
          <p:cNvSpPr/>
          <p:nvPr/>
        </p:nvSpPr>
        <p:spPr>
          <a:xfrm>
            <a:off x="2377440" y="1005840"/>
            <a:ext cx="457200" cy="9144"/>
          </a:xfrm>
          <a:prstGeom prst="rect">
            <a:avLst/>
          </a:prstGeom>
          <a:solidFill>
            <a:srgbClr val="1A3A2A"/>
          </a:solidFill>
          <a:ln w="12700">
            <a:solidFill>
              <a:srgbClr val="1A3A2A"/>
            </a:solidFill>
            <a:prstDash val="solid"/>
          </a:ln>
        </p:spPr>
      </p:sp>
      <p:sp>
        <p:nvSpPr>
          <p:cNvPr id="47" name="Shape 45"/>
          <p:cNvSpPr/>
          <p:nvPr/>
        </p:nvSpPr>
        <p:spPr>
          <a:xfrm>
            <a:off x="2971800" y="1005840"/>
            <a:ext cx="457200" cy="9144"/>
          </a:xfrm>
          <a:prstGeom prst="rect">
            <a:avLst/>
          </a:prstGeom>
          <a:solidFill>
            <a:srgbClr val="1A3A2A"/>
          </a:solidFill>
          <a:ln w="12700">
            <a:solidFill>
              <a:srgbClr val="1A3A2A"/>
            </a:solidFill>
            <a:prstDash val="solid"/>
          </a:ln>
        </p:spPr>
      </p:sp>
      <p:sp>
        <p:nvSpPr>
          <p:cNvPr id="48" name="Shape 46"/>
          <p:cNvSpPr/>
          <p:nvPr/>
        </p:nvSpPr>
        <p:spPr>
          <a:xfrm>
            <a:off x="3566160" y="1005840"/>
            <a:ext cx="457200" cy="9144"/>
          </a:xfrm>
          <a:prstGeom prst="rect">
            <a:avLst/>
          </a:prstGeom>
          <a:solidFill>
            <a:srgbClr val="1A3A2A"/>
          </a:solidFill>
          <a:ln w="12700">
            <a:solidFill>
              <a:srgbClr val="1A3A2A"/>
            </a:solidFill>
            <a:prstDash val="solid"/>
          </a:ln>
        </p:spPr>
      </p:sp>
      <p:sp>
        <p:nvSpPr>
          <p:cNvPr id="49" name="Shape 47"/>
          <p:cNvSpPr/>
          <p:nvPr/>
        </p:nvSpPr>
        <p:spPr>
          <a:xfrm>
            <a:off x="4160520" y="1005840"/>
            <a:ext cx="457200" cy="9144"/>
          </a:xfrm>
          <a:prstGeom prst="rect">
            <a:avLst/>
          </a:prstGeom>
          <a:solidFill>
            <a:srgbClr val="1A3A2A"/>
          </a:solidFill>
          <a:ln w="12700">
            <a:solidFill>
              <a:srgbClr val="1A3A2A"/>
            </a:solidFill>
            <a:prstDash val="solid"/>
          </a:ln>
        </p:spPr>
      </p:sp>
      <p:sp>
        <p:nvSpPr>
          <p:cNvPr id="50" name="Shape 48"/>
          <p:cNvSpPr/>
          <p:nvPr/>
        </p:nvSpPr>
        <p:spPr>
          <a:xfrm>
            <a:off x="4754880" y="1005840"/>
            <a:ext cx="457200" cy="9144"/>
          </a:xfrm>
          <a:prstGeom prst="rect">
            <a:avLst/>
          </a:prstGeom>
          <a:solidFill>
            <a:srgbClr val="1A3A2A"/>
          </a:solidFill>
          <a:ln w="12700">
            <a:solidFill>
              <a:srgbClr val="1A3A2A"/>
            </a:solidFill>
            <a:prstDash val="solid"/>
          </a:ln>
        </p:spPr>
      </p:sp>
      <p:sp>
        <p:nvSpPr>
          <p:cNvPr id="51" name="Shape 49"/>
          <p:cNvSpPr/>
          <p:nvPr/>
        </p:nvSpPr>
        <p:spPr>
          <a:xfrm>
            <a:off x="5349240" y="1005840"/>
            <a:ext cx="457200" cy="9144"/>
          </a:xfrm>
          <a:prstGeom prst="rect">
            <a:avLst/>
          </a:prstGeom>
          <a:solidFill>
            <a:srgbClr val="1A3A2A"/>
          </a:solidFill>
          <a:ln w="12700">
            <a:solidFill>
              <a:srgbClr val="1A3A2A"/>
            </a:solidFill>
            <a:prstDash val="solid"/>
          </a:ln>
        </p:spPr>
      </p:sp>
      <p:sp>
        <p:nvSpPr>
          <p:cNvPr id="52" name="Shape 50"/>
          <p:cNvSpPr/>
          <p:nvPr/>
        </p:nvSpPr>
        <p:spPr>
          <a:xfrm>
            <a:off x="5943600" y="1005840"/>
            <a:ext cx="457200" cy="9144"/>
          </a:xfrm>
          <a:prstGeom prst="rect">
            <a:avLst/>
          </a:prstGeom>
          <a:solidFill>
            <a:srgbClr val="1A3A2A"/>
          </a:solidFill>
          <a:ln w="12700">
            <a:solidFill>
              <a:srgbClr val="1A3A2A"/>
            </a:solidFill>
            <a:prstDash val="solid"/>
          </a:ln>
        </p:spPr>
      </p:sp>
      <p:sp>
        <p:nvSpPr>
          <p:cNvPr id="53" name="Shape 51"/>
          <p:cNvSpPr/>
          <p:nvPr/>
        </p:nvSpPr>
        <p:spPr>
          <a:xfrm>
            <a:off x="6537960" y="1005840"/>
            <a:ext cx="457200" cy="9144"/>
          </a:xfrm>
          <a:prstGeom prst="rect">
            <a:avLst/>
          </a:prstGeom>
          <a:solidFill>
            <a:srgbClr val="1A3A2A"/>
          </a:solidFill>
          <a:ln w="12700">
            <a:solidFill>
              <a:srgbClr val="1A3A2A"/>
            </a:solidFill>
            <a:prstDash val="solid"/>
          </a:ln>
        </p:spPr>
      </p:sp>
      <p:sp>
        <p:nvSpPr>
          <p:cNvPr id="54" name="Shape 52"/>
          <p:cNvSpPr/>
          <p:nvPr/>
        </p:nvSpPr>
        <p:spPr>
          <a:xfrm>
            <a:off x="7132320" y="1005840"/>
            <a:ext cx="457200" cy="9144"/>
          </a:xfrm>
          <a:prstGeom prst="rect">
            <a:avLst/>
          </a:prstGeom>
          <a:solidFill>
            <a:srgbClr val="1A3A2A"/>
          </a:solidFill>
          <a:ln w="12700">
            <a:solidFill>
              <a:srgbClr val="1A3A2A"/>
            </a:solidFill>
            <a:prstDash val="solid"/>
          </a:ln>
        </p:spPr>
      </p:sp>
      <p:sp>
        <p:nvSpPr>
          <p:cNvPr id="55" name="Shape 53"/>
          <p:cNvSpPr/>
          <p:nvPr/>
        </p:nvSpPr>
        <p:spPr>
          <a:xfrm>
            <a:off x="7726680" y="1005840"/>
            <a:ext cx="457200" cy="9144"/>
          </a:xfrm>
          <a:prstGeom prst="rect">
            <a:avLst/>
          </a:prstGeom>
          <a:solidFill>
            <a:srgbClr val="1A3A2A"/>
          </a:solidFill>
          <a:ln w="12700">
            <a:solidFill>
              <a:srgbClr val="1A3A2A"/>
            </a:solidFill>
            <a:prstDash val="solid"/>
          </a:ln>
        </p:spPr>
      </p:sp>
      <p:sp>
        <p:nvSpPr>
          <p:cNvPr id="56" name="Shape 54"/>
          <p:cNvSpPr/>
          <p:nvPr/>
        </p:nvSpPr>
        <p:spPr>
          <a:xfrm>
            <a:off x="8321040" y="1005840"/>
            <a:ext cx="457200" cy="9144"/>
          </a:xfrm>
          <a:prstGeom prst="rect">
            <a:avLst/>
          </a:prstGeom>
          <a:solidFill>
            <a:srgbClr val="1A3A2A"/>
          </a:solidFill>
          <a:ln w="12700">
            <a:solidFill>
              <a:srgbClr val="1A3A2A"/>
            </a:solidFill>
            <a:prstDash val="solid"/>
          </a:ln>
        </p:spPr>
      </p:sp>
      <p:sp>
        <p:nvSpPr>
          <p:cNvPr id="57" name="Shape 55"/>
          <p:cNvSpPr/>
          <p:nvPr/>
        </p:nvSpPr>
        <p:spPr>
          <a:xfrm>
            <a:off x="8915400" y="1005840"/>
            <a:ext cx="457200" cy="9144"/>
          </a:xfrm>
          <a:prstGeom prst="rect">
            <a:avLst/>
          </a:prstGeom>
          <a:solidFill>
            <a:srgbClr val="1A3A2A"/>
          </a:solidFill>
          <a:ln w="12700">
            <a:solidFill>
              <a:srgbClr val="1A3A2A"/>
            </a:solidFill>
            <a:prstDash val="solid"/>
          </a:ln>
        </p:spPr>
      </p:sp>
      <p:sp>
        <p:nvSpPr>
          <p:cNvPr id="58" name="Shape 56"/>
          <p:cNvSpPr/>
          <p:nvPr/>
        </p:nvSpPr>
        <p:spPr>
          <a:xfrm>
            <a:off x="9509760" y="1005840"/>
            <a:ext cx="457200" cy="9144"/>
          </a:xfrm>
          <a:prstGeom prst="rect">
            <a:avLst/>
          </a:prstGeom>
          <a:solidFill>
            <a:srgbClr val="1A3A2A"/>
          </a:solidFill>
          <a:ln w="12700">
            <a:solidFill>
              <a:srgbClr val="1A3A2A"/>
            </a:solidFill>
            <a:prstDash val="solid"/>
          </a:ln>
        </p:spPr>
      </p:sp>
      <p:sp>
        <p:nvSpPr>
          <p:cNvPr id="59" name="Shape 57"/>
          <p:cNvSpPr/>
          <p:nvPr/>
        </p:nvSpPr>
        <p:spPr>
          <a:xfrm>
            <a:off x="10104120" y="1005840"/>
            <a:ext cx="457200" cy="9144"/>
          </a:xfrm>
          <a:prstGeom prst="rect">
            <a:avLst/>
          </a:prstGeom>
          <a:solidFill>
            <a:srgbClr val="1A3A2A"/>
          </a:solidFill>
          <a:ln w="12700">
            <a:solidFill>
              <a:srgbClr val="1A3A2A"/>
            </a:solidFill>
            <a:prstDash val="solid"/>
          </a:ln>
        </p:spPr>
      </p:sp>
      <p:sp>
        <p:nvSpPr>
          <p:cNvPr id="60" name="Shape 58"/>
          <p:cNvSpPr/>
          <p:nvPr/>
        </p:nvSpPr>
        <p:spPr>
          <a:xfrm>
            <a:off x="10698480" y="1005840"/>
            <a:ext cx="457200" cy="9144"/>
          </a:xfrm>
          <a:prstGeom prst="rect">
            <a:avLst/>
          </a:prstGeom>
          <a:solidFill>
            <a:srgbClr val="1A3A2A"/>
          </a:solidFill>
          <a:ln w="12700">
            <a:solidFill>
              <a:srgbClr val="1A3A2A"/>
            </a:solidFill>
            <a:prstDash val="solid"/>
          </a:ln>
        </p:spPr>
      </p:sp>
      <p:sp>
        <p:nvSpPr>
          <p:cNvPr id="61" name="Shape 59"/>
          <p:cNvSpPr/>
          <p:nvPr/>
        </p:nvSpPr>
        <p:spPr>
          <a:xfrm>
            <a:off x="11292840" y="1005840"/>
            <a:ext cx="457200" cy="9144"/>
          </a:xfrm>
          <a:prstGeom prst="rect">
            <a:avLst/>
          </a:prstGeom>
          <a:solidFill>
            <a:srgbClr val="1A3A2A"/>
          </a:solidFill>
          <a:ln w="12700">
            <a:solidFill>
              <a:srgbClr val="1A3A2A"/>
            </a:solidFill>
            <a:prstDash val="solid"/>
          </a:ln>
        </p:spPr>
      </p:sp>
      <p:sp>
        <p:nvSpPr>
          <p:cNvPr id="62" name="Shape 60"/>
          <p:cNvSpPr/>
          <p:nvPr/>
        </p:nvSpPr>
        <p:spPr>
          <a:xfrm>
            <a:off x="292608" y="1508760"/>
            <a:ext cx="457200" cy="9144"/>
          </a:xfrm>
          <a:prstGeom prst="rect">
            <a:avLst/>
          </a:prstGeom>
          <a:solidFill>
            <a:srgbClr val="1A3A2A"/>
          </a:solidFill>
          <a:ln w="12700">
            <a:solidFill>
              <a:srgbClr val="1A3A2A"/>
            </a:solidFill>
            <a:prstDash val="solid"/>
          </a:ln>
        </p:spPr>
      </p:sp>
      <p:sp>
        <p:nvSpPr>
          <p:cNvPr id="63" name="Shape 61"/>
          <p:cNvSpPr/>
          <p:nvPr/>
        </p:nvSpPr>
        <p:spPr>
          <a:xfrm>
            <a:off x="886968" y="1508760"/>
            <a:ext cx="457200" cy="9144"/>
          </a:xfrm>
          <a:prstGeom prst="rect">
            <a:avLst/>
          </a:prstGeom>
          <a:solidFill>
            <a:srgbClr val="1A3A2A"/>
          </a:solidFill>
          <a:ln w="12700">
            <a:solidFill>
              <a:srgbClr val="1A3A2A"/>
            </a:solidFill>
            <a:prstDash val="solid"/>
          </a:ln>
        </p:spPr>
      </p:sp>
      <p:sp>
        <p:nvSpPr>
          <p:cNvPr id="64" name="Shape 62"/>
          <p:cNvSpPr/>
          <p:nvPr/>
        </p:nvSpPr>
        <p:spPr>
          <a:xfrm>
            <a:off x="1481328" y="1508760"/>
            <a:ext cx="457200" cy="9144"/>
          </a:xfrm>
          <a:prstGeom prst="rect">
            <a:avLst/>
          </a:prstGeom>
          <a:solidFill>
            <a:srgbClr val="1A3A2A"/>
          </a:solidFill>
          <a:ln w="12700">
            <a:solidFill>
              <a:srgbClr val="1A3A2A"/>
            </a:solidFill>
            <a:prstDash val="solid"/>
          </a:ln>
        </p:spPr>
      </p:sp>
      <p:sp>
        <p:nvSpPr>
          <p:cNvPr id="65" name="Shape 63"/>
          <p:cNvSpPr/>
          <p:nvPr/>
        </p:nvSpPr>
        <p:spPr>
          <a:xfrm>
            <a:off x="2075688" y="1508760"/>
            <a:ext cx="457200" cy="9144"/>
          </a:xfrm>
          <a:prstGeom prst="rect">
            <a:avLst/>
          </a:prstGeom>
          <a:solidFill>
            <a:srgbClr val="1A3A2A"/>
          </a:solidFill>
          <a:ln w="12700">
            <a:solidFill>
              <a:srgbClr val="1A3A2A"/>
            </a:solidFill>
            <a:prstDash val="solid"/>
          </a:ln>
        </p:spPr>
      </p:sp>
      <p:sp>
        <p:nvSpPr>
          <p:cNvPr id="66" name="Shape 64"/>
          <p:cNvSpPr/>
          <p:nvPr/>
        </p:nvSpPr>
        <p:spPr>
          <a:xfrm>
            <a:off x="2670048" y="1508760"/>
            <a:ext cx="457200" cy="9144"/>
          </a:xfrm>
          <a:prstGeom prst="rect">
            <a:avLst/>
          </a:prstGeom>
          <a:solidFill>
            <a:srgbClr val="1A3A2A"/>
          </a:solidFill>
          <a:ln w="12700">
            <a:solidFill>
              <a:srgbClr val="1A3A2A"/>
            </a:solidFill>
            <a:prstDash val="solid"/>
          </a:ln>
        </p:spPr>
      </p:sp>
      <p:sp>
        <p:nvSpPr>
          <p:cNvPr id="67" name="Shape 65"/>
          <p:cNvSpPr/>
          <p:nvPr/>
        </p:nvSpPr>
        <p:spPr>
          <a:xfrm>
            <a:off x="3264408" y="1508760"/>
            <a:ext cx="457200" cy="9144"/>
          </a:xfrm>
          <a:prstGeom prst="rect">
            <a:avLst/>
          </a:prstGeom>
          <a:solidFill>
            <a:srgbClr val="1A3A2A"/>
          </a:solidFill>
          <a:ln w="12700">
            <a:solidFill>
              <a:srgbClr val="1A3A2A"/>
            </a:solidFill>
            <a:prstDash val="solid"/>
          </a:ln>
        </p:spPr>
      </p:sp>
      <p:sp>
        <p:nvSpPr>
          <p:cNvPr id="68" name="Shape 66"/>
          <p:cNvSpPr/>
          <p:nvPr/>
        </p:nvSpPr>
        <p:spPr>
          <a:xfrm>
            <a:off x="3858768" y="1508760"/>
            <a:ext cx="457200" cy="9144"/>
          </a:xfrm>
          <a:prstGeom prst="rect">
            <a:avLst/>
          </a:prstGeom>
          <a:solidFill>
            <a:srgbClr val="1A3A2A"/>
          </a:solidFill>
          <a:ln w="12700">
            <a:solidFill>
              <a:srgbClr val="1A3A2A"/>
            </a:solidFill>
            <a:prstDash val="solid"/>
          </a:ln>
        </p:spPr>
      </p:sp>
      <p:sp>
        <p:nvSpPr>
          <p:cNvPr id="69" name="Shape 67"/>
          <p:cNvSpPr/>
          <p:nvPr/>
        </p:nvSpPr>
        <p:spPr>
          <a:xfrm>
            <a:off x="4453128" y="1508760"/>
            <a:ext cx="457200" cy="9144"/>
          </a:xfrm>
          <a:prstGeom prst="rect">
            <a:avLst/>
          </a:prstGeom>
          <a:solidFill>
            <a:srgbClr val="1A3A2A"/>
          </a:solidFill>
          <a:ln w="12700">
            <a:solidFill>
              <a:srgbClr val="1A3A2A"/>
            </a:solidFill>
            <a:prstDash val="solid"/>
          </a:ln>
        </p:spPr>
      </p:sp>
      <p:sp>
        <p:nvSpPr>
          <p:cNvPr id="70" name="Shape 68"/>
          <p:cNvSpPr/>
          <p:nvPr/>
        </p:nvSpPr>
        <p:spPr>
          <a:xfrm>
            <a:off x="5047488" y="1508760"/>
            <a:ext cx="457200" cy="9144"/>
          </a:xfrm>
          <a:prstGeom prst="rect">
            <a:avLst/>
          </a:prstGeom>
          <a:solidFill>
            <a:srgbClr val="1A3A2A"/>
          </a:solidFill>
          <a:ln w="12700">
            <a:solidFill>
              <a:srgbClr val="1A3A2A"/>
            </a:solidFill>
            <a:prstDash val="solid"/>
          </a:ln>
        </p:spPr>
      </p:sp>
      <p:sp>
        <p:nvSpPr>
          <p:cNvPr id="71" name="Shape 69"/>
          <p:cNvSpPr/>
          <p:nvPr/>
        </p:nvSpPr>
        <p:spPr>
          <a:xfrm>
            <a:off x="5641848" y="1508760"/>
            <a:ext cx="457200" cy="9144"/>
          </a:xfrm>
          <a:prstGeom prst="rect">
            <a:avLst/>
          </a:prstGeom>
          <a:solidFill>
            <a:srgbClr val="1A3A2A"/>
          </a:solidFill>
          <a:ln w="12700">
            <a:solidFill>
              <a:srgbClr val="1A3A2A"/>
            </a:solidFill>
            <a:prstDash val="solid"/>
          </a:ln>
        </p:spPr>
      </p:sp>
      <p:sp>
        <p:nvSpPr>
          <p:cNvPr id="72" name="Shape 70"/>
          <p:cNvSpPr/>
          <p:nvPr/>
        </p:nvSpPr>
        <p:spPr>
          <a:xfrm>
            <a:off x="6236208" y="1508760"/>
            <a:ext cx="457200" cy="9144"/>
          </a:xfrm>
          <a:prstGeom prst="rect">
            <a:avLst/>
          </a:prstGeom>
          <a:solidFill>
            <a:srgbClr val="1A3A2A"/>
          </a:solidFill>
          <a:ln w="12700">
            <a:solidFill>
              <a:srgbClr val="1A3A2A"/>
            </a:solidFill>
            <a:prstDash val="solid"/>
          </a:ln>
        </p:spPr>
      </p:sp>
      <p:sp>
        <p:nvSpPr>
          <p:cNvPr id="73" name="Shape 71"/>
          <p:cNvSpPr/>
          <p:nvPr/>
        </p:nvSpPr>
        <p:spPr>
          <a:xfrm>
            <a:off x="6830568" y="1508760"/>
            <a:ext cx="457200" cy="9144"/>
          </a:xfrm>
          <a:prstGeom prst="rect">
            <a:avLst/>
          </a:prstGeom>
          <a:solidFill>
            <a:srgbClr val="1A3A2A"/>
          </a:solidFill>
          <a:ln w="12700">
            <a:solidFill>
              <a:srgbClr val="1A3A2A"/>
            </a:solidFill>
            <a:prstDash val="solid"/>
          </a:ln>
        </p:spPr>
      </p:sp>
      <p:sp>
        <p:nvSpPr>
          <p:cNvPr id="74" name="Shape 72"/>
          <p:cNvSpPr/>
          <p:nvPr/>
        </p:nvSpPr>
        <p:spPr>
          <a:xfrm>
            <a:off x="7424928" y="1508760"/>
            <a:ext cx="457200" cy="9144"/>
          </a:xfrm>
          <a:prstGeom prst="rect">
            <a:avLst/>
          </a:prstGeom>
          <a:solidFill>
            <a:srgbClr val="1A3A2A"/>
          </a:solidFill>
          <a:ln w="12700">
            <a:solidFill>
              <a:srgbClr val="1A3A2A"/>
            </a:solidFill>
            <a:prstDash val="solid"/>
          </a:ln>
        </p:spPr>
      </p:sp>
      <p:sp>
        <p:nvSpPr>
          <p:cNvPr id="75" name="Shape 73"/>
          <p:cNvSpPr/>
          <p:nvPr/>
        </p:nvSpPr>
        <p:spPr>
          <a:xfrm>
            <a:off x="8019288" y="1508760"/>
            <a:ext cx="457200" cy="9144"/>
          </a:xfrm>
          <a:prstGeom prst="rect">
            <a:avLst/>
          </a:prstGeom>
          <a:solidFill>
            <a:srgbClr val="1A3A2A"/>
          </a:solidFill>
          <a:ln w="12700">
            <a:solidFill>
              <a:srgbClr val="1A3A2A"/>
            </a:solidFill>
            <a:prstDash val="solid"/>
          </a:ln>
        </p:spPr>
      </p:sp>
      <p:sp>
        <p:nvSpPr>
          <p:cNvPr id="76" name="Shape 74"/>
          <p:cNvSpPr/>
          <p:nvPr/>
        </p:nvSpPr>
        <p:spPr>
          <a:xfrm>
            <a:off x="8613648" y="1508760"/>
            <a:ext cx="457200" cy="9144"/>
          </a:xfrm>
          <a:prstGeom prst="rect">
            <a:avLst/>
          </a:prstGeom>
          <a:solidFill>
            <a:srgbClr val="1A3A2A"/>
          </a:solidFill>
          <a:ln w="12700">
            <a:solidFill>
              <a:srgbClr val="1A3A2A"/>
            </a:solidFill>
            <a:prstDash val="solid"/>
          </a:ln>
        </p:spPr>
      </p:sp>
      <p:sp>
        <p:nvSpPr>
          <p:cNvPr id="77" name="Shape 75"/>
          <p:cNvSpPr/>
          <p:nvPr/>
        </p:nvSpPr>
        <p:spPr>
          <a:xfrm>
            <a:off x="9208008" y="1508760"/>
            <a:ext cx="457200" cy="9144"/>
          </a:xfrm>
          <a:prstGeom prst="rect">
            <a:avLst/>
          </a:prstGeom>
          <a:solidFill>
            <a:srgbClr val="1A3A2A"/>
          </a:solidFill>
          <a:ln w="12700">
            <a:solidFill>
              <a:srgbClr val="1A3A2A"/>
            </a:solidFill>
            <a:prstDash val="solid"/>
          </a:ln>
        </p:spPr>
      </p:sp>
      <p:sp>
        <p:nvSpPr>
          <p:cNvPr id="78" name="Shape 76"/>
          <p:cNvSpPr/>
          <p:nvPr/>
        </p:nvSpPr>
        <p:spPr>
          <a:xfrm>
            <a:off x="9802368" y="1508760"/>
            <a:ext cx="457200" cy="9144"/>
          </a:xfrm>
          <a:prstGeom prst="rect">
            <a:avLst/>
          </a:prstGeom>
          <a:solidFill>
            <a:srgbClr val="1A3A2A"/>
          </a:solidFill>
          <a:ln w="12700">
            <a:solidFill>
              <a:srgbClr val="1A3A2A"/>
            </a:solidFill>
            <a:prstDash val="solid"/>
          </a:ln>
        </p:spPr>
      </p:sp>
      <p:sp>
        <p:nvSpPr>
          <p:cNvPr id="79" name="Shape 77"/>
          <p:cNvSpPr/>
          <p:nvPr/>
        </p:nvSpPr>
        <p:spPr>
          <a:xfrm>
            <a:off x="10396728" y="1508760"/>
            <a:ext cx="457200" cy="9144"/>
          </a:xfrm>
          <a:prstGeom prst="rect">
            <a:avLst/>
          </a:prstGeom>
          <a:solidFill>
            <a:srgbClr val="1A3A2A"/>
          </a:solidFill>
          <a:ln w="12700">
            <a:solidFill>
              <a:srgbClr val="1A3A2A"/>
            </a:solidFill>
            <a:prstDash val="solid"/>
          </a:ln>
        </p:spPr>
      </p:sp>
      <p:sp>
        <p:nvSpPr>
          <p:cNvPr id="80" name="Shape 78"/>
          <p:cNvSpPr/>
          <p:nvPr/>
        </p:nvSpPr>
        <p:spPr>
          <a:xfrm>
            <a:off x="10991088" y="1508760"/>
            <a:ext cx="457200" cy="9144"/>
          </a:xfrm>
          <a:prstGeom prst="rect">
            <a:avLst/>
          </a:prstGeom>
          <a:solidFill>
            <a:srgbClr val="1A3A2A"/>
          </a:solidFill>
          <a:ln w="12700">
            <a:solidFill>
              <a:srgbClr val="1A3A2A"/>
            </a:solidFill>
            <a:prstDash val="solid"/>
          </a:ln>
        </p:spPr>
      </p:sp>
      <p:sp>
        <p:nvSpPr>
          <p:cNvPr id="81" name="Shape 79"/>
          <p:cNvSpPr/>
          <p:nvPr/>
        </p:nvSpPr>
        <p:spPr>
          <a:xfrm>
            <a:off x="11585448" y="1508760"/>
            <a:ext cx="457200" cy="9144"/>
          </a:xfrm>
          <a:prstGeom prst="rect">
            <a:avLst/>
          </a:prstGeom>
          <a:solidFill>
            <a:srgbClr val="1A3A2A"/>
          </a:solidFill>
          <a:ln w="12700">
            <a:solidFill>
              <a:srgbClr val="1A3A2A"/>
            </a:solidFill>
            <a:prstDash val="solid"/>
          </a:ln>
        </p:spPr>
      </p:sp>
      <p:sp>
        <p:nvSpPr>
          <p:cNvPr id="82" name="Shape 80"/>
          <p:cNvSpPr/>
          <p:nvPr/>
        </p:nvSpPr>
        <p:spPr>
          <a:xfrm>
            <a:off x="0" y="2011680"/>
            <a:ext cx="457200" cy="9144"/>
          </a:xfrm>
          <a:prstGeom prst="rect">
            <a:avLst/>
          </a:prstGeom>
          <a:solidFill>
            <a:srgbClr val="1A3A2A"/>
          </a:solidFill>
          <a:ln w="12700">
            <a:solidFill>
              <a:srgbClr val="1A3A2A"/>
            </a:solidFill>
            <a:prstDash val="solid"/>
          </a:ln>
        </p:spPr>
      </p:sp>
      <p:sp>
        <p:nvSpPr>
          <p:cNvPr id="83" name="Shape 81"/>
          <p:cNvSpPr/>
          <p:nvPr/>
        </p:nvSpPr>
        <p:spPr>
          <a:xfrm>
            <a:off x="594360" y="2011680"/>
            <a:ext cx="457200" cy="9144"/>
          </a:xfrm>
          <a:prstGeom prst="rect">
            <a:avLst/>
          </a:prstGeom>
          <a:solidFill>
            <a:srgbClr val="1A3A2A"/>
          </a:solidFill>
          <a:ln w="12700">
            <a:solidFill>
              <a:srgbClr val="1A3A2A"/>
            </a:solidFill>
            <a:prstDash val="solid"/>
          </a:ln>
        </p:spPr>
      </p:sp>
      <p:sp>
        <p:nvSpPr>
          <p:cNvPr id="84" name="Shape 82"/>
          <p:cNvSpPr/>
          <p:nvPr/>
        </p:nvSpPr>
        <p:spPr>
          <a:xfrm>
            <a:off x="1188720" y="2011680"/>
            <a:ext cx="457200" cy="9144"/>
          </a:xfrm>
          <a:prstGeom prst="rect">
            <a:avLst/>
          </a:prstGeom>
          <a:solidFill>
            <a:srgbClr val="1A3A2A"/>
          </a:solidFill>
          <a:ln w="12700">
            <a:solidFill>
              <a:srgbClr val="1A3A2A"/>
            </a:solidFill>
            <a:prstDash val="solid"/>
          </a:ln>
        </p:spPr>
      </p:sp>
      <p:sp>
        <p:nvSpPr>
          <p:cNvPr id="85" name="Shape 83"/>
          <p:cNvSpPr/>
          <p:nvPr/>
        </p:nvSpPr>
        <p:spPr>
          <a:xfrm>
            <a:off x="1783080" y="2011680"/>
            <a:ext cx="457200" cy="9144"/>
          </a:xfrm>
          <a:prstGeom prst="rect">
            <a:avLst/>
          </a:prstGeom>
          <a:solidFill>
            <a:srgbClr val="1A3A2A"/>
          </a:solidFill>
          <a:ln w="12700">
            <a:solidFill>
              <a:srgbClr val="1A3A2A"/>
            </a:solidFill>
            <a:prstDash val="solid"/>
          </a:ln>
        </p:spPr>
      </p:sp>
      <p:sp>
        <p:nvSpPr>
          <p:cNvPr id="86" name="Shape 84"/>
          <p:cNvSpPr/>
          <p:nvPr/>
        </p:nvSpPr>
        <p:spPr>
          <a:xfrm>
            <a:off x="2377440" y="2011680"/>
            <a:ext cx="457200" cy="9144"/>
          </a:xfrm>
          <a:prstGeom prst="rect">
            <a:avLst/>
          </a:prstGeom>
          <a:solidFill>
            <a:srgbClr val="1A3A2A"/>
          </a:solidFill>
          <a:ln w="12700">
            <a:solidFill>
              <a:srgbClr val="1A3A2A"/>
            </a:solidFill>
            <a:prstDash val="solid"/>
          </a:ln>
        </p:spPr>
      </p:sp>
      <p:sp>
        <p:nvSpPr>
          <p:cNvPr id="87" name="Shape 85"/>
          <p:cNvSpPr/>
          <p:nvPr/>
        </p:nvSpPr>
        <p:spPr>
          <a:xfrm>
            <a:off x="2971800" y="2011680"/>
            <a:ext cx="457200" cy="9144"/>
          </a:xfrm>
          <a:prstGeom prst="rect">
            <a:avLst/>
          </a:prstGeom>
          <a:solidFill>
            <a:srgbClr val="1A3A2A"/>
          </a:solidFill>
          <a:ln w="12700">
            <a:solidFill>
              <a:srgbClr val="1A3A2A"/>
            </a:solidFill>
            <a:prstDash val="solid"/>
          </a:ln>
        </p:spPr>
      </p:sp>
      <p:sp>
        <p:nvSpPr>
          <p:cNvPr id="88" name="Shape 86"/>
          <p:cNvSpPr/>
          <p:nvPr/>
        </p:nvSpPr>
        <p:spPr>
          <a:xfrm>
            <a:off x="3566160" y="2011680"/>
            <a:ext cx="457200" cy="9144"/>
          </a:xfrm>
          <a:prstGeom prst="rect">
            <a:avLst/>
          </a:prstGeom>
          <a:solidFill>
            <a:srgbClr val="1A3A2A"/>
          </a:solidFill>
          <a:ln w="12700">
            <a:solidFill>
              <a:srgbClr val="1A3A2A"/>
            </a:solidFill>
            <a:prstDash val="solid"/>
          </a:ln>
        </p:spPr>
      </p:sp>
      <p:sp>
        <p:nvSpPr>
          <p:cNvPr id="89" name="Shape 87"/>
          <p:cNvSpPr/>
          <p:nvPr/>
        </p:nvSpPr>
        <p:spPr>
          <a:xfrm>
            <a:off x="4160520" y="2011680"/>
            <a:ext cx="457200" cy="9144"/>
          </a:xfrm>
          <a:prstGeom prst="rect">
            <a:avLst/>
          </a:prstGeom>
          <a:solidFill>
            <a:srgbClr val="1A3A2A"/>
          </a:solidFill>
          <a:ln w="12700">
            <a:solidFill>
              <a:srgbClr val="1A3A2A"/>
            </a:solidFill>
            <a:prstDash val="solid"/>
          </a:ln>
        </p:spPr>
      </p:sp>
      <p:sp>
        <p:nvSpPr>
          <p:cNvPr id="90" name="Shape 88"/>
          <p:cNvSpPr/>
          <p:nvPr/>
        </p:nvSpPr>
        <p:spPr>
          <a:xfrm>
            <a:off x="4754880" y="2011680"/>
            <a:ext cx="457200" cy="9144"/>
          </a:xfrm>
          <a:prstGeom prst="rect">
            <a:avLst/>
          </a:prstGeom>
          <a:solidFill>
            <a:srgbClr val="1A3A2A"/>
          </a:solidFill>
          <a:ln w="12700">
            <a:solidFill>
              <a:srgbClr val="1A3A2A"/>
            </a:solidFill>
            <a:prstDash val="solid"/>
          </a:ln>
        </p:spPr>
      </p:sp>
      <p:sp>
        <p:nvSpPr>
          <p:cNvPr id="91" name="Shape 89"/>
          <p:cNvSpPr/>
          <p:nvPr/>
        </p:nvSpPr>
        <p:spPr>
          <a:xfrm>
            <a:off x="5349240" y="2011680"/>
            <a:ext cx="457200" cy="9144"/>
          </a:xfrm>
          <a:prstGeom prst="rect">
            <a:avLst/>
          </a:prstGeom>
          <a:solidFill>
            <a:srgbClr val="1A3A2A"/>
          </a:solidFill>
          <a:ln w="12700">
            <a:solidFill>
              <a:srgbClr val="1A3A2A"/>
            </a:solidFill>
            <a:prstDash val="solid"/>
          </a:ln>
        </p:spPr>
      </p:sp>
      <p:sp>
        <p:nvSpPr>
          <p:cNvPr id="92" name="Shape 90"/>
          <p:cNvSpPr/>
          <p:nvPr/>
        </p:nvSpPr>
        <p:spPr>
          <a:xfrm>
            <a:off x="5943600" y="2011680"/>
            <a:ext cx="457200" cy="9144"/>
          </a:xfrm>
          <a:prstGeom prst="rect">
            <a:avLst/>
          </a:prstGeom>
          <a:solidFill>
            <a:srgbClr val="1A3A2A"/>
          </a:solidFill>
          <a:ln w="12700">
            <a:solidFill>
              <a:srgbClr val="1A3A2A"/>
            </a:solidFill>
            <a:prstDash val="solid"/>
          </a:ln>
        </p:spPr>
      </p:sp>
      <p:sp>
        <p:nvSpPr>
          <p:cNvPr id="93" name="Shape 91"/>
          <p:cNvSpPr/>
          <p:nvPr/>
        </p:nvSpPr>
        <p:spPr>
          <a:xfrm>
            <a:off x="6537960" y="2011680"/>
            <a:ext cx="457200" cy="9144"/>
          </a:xfrm>
          <a:prstGeom prst="rect">
            <a:avLst/>
          </a:prstGeom>
          <a:solidFill>
            <a:srgbClr val="1A3A2A"/>
          </a:solidFill>
          <a:ln w="12700">
            <a:solidFill>
              <a:srgbClr val="1A3A2A"/>
            </a:solidFill>
            <a:prstDash val="solid"/>
          </a:ln>
        </p:spPr>
      </p:sp>
      <p:sp>
        <p:nvSpPr>
          <p:cNvPr id="94" name="Shape 92"/>
          <p:cNvSpPr/>
          <p:nvPr/>
        </p:nvSpPr>
        <p:spPr>
          <a:xfrm>
            <a:off x="7132320" y="2011680"/>
            <a:ext cx="457200" cy="9144"/>
          </a:xfrm>
          <a:prstGeom prst="rect">
            <a:avLst/>
          </a:prstGeom>
          <a:solidFill>
            <a:srgbClr val="1A3A2A"/>
          </a:solidFill>
          <a:ln w="12700">
            <a:solidFill>
              <a:srgbClr val="1A3A2A"/>
            </a:solidFill>
            <a:prstDash val="solid"/>
          </a:ln>
        </p:spPr>
      </p:sp>
      <p:sp>
        <p:nvSpPr>
          <p:cNvPr id="95" name="Shape 93"/>
          <p:cNvSpPr/>
          <p:nvPr/>
        </p:nvSpPr>
        <p:spPr>
          <a:xfrm>
            <a:off x="7726680" y="2011680"/>
            <a:ext cx="457200" cy="9144"/>
          </a:xfrm>
          <a:prstGeom prst="rect">
            <a:avLst/>
          </a:prstGeom>
          <a:solidFill>
            <a:srgbClr val="1A3A2A"/>
          </a:solidFill>
          <a:ln w="12700">
            <a:solidFill>
              <a:srgbClr val="1A3A2A"/>
            </a:solidFill>
            <a:prstDash val="solid"/>
          </a:ln>
        </p:spPr>
      </p:sp>
      <p:sp>
        <p:nvSpPr>
          <p:cNvPr id="96" name="Shape 94"/>
          <p:cNvSpPr/>
          <p:nvPr/>
        </p:nvSpPr>
        <p:spPr>
          <a:xfrm>
            <a:off x="8321040" y="2011680"/>
            <a:ext cx="457200" cy="9144"/>
          </a:xfrm>
          <a:prstGeom prst="rect">
            <a:avLst/>
          </a:prstGeom>
          <a:solidFill>
            <a:srgbClr val="1A3A2A"/>
          </a:solidFill>
          <a:ln w="12700">
            <a:solidFill>
              <a:srgbClr val="1A3A2A"/>
            </a:solidFill>
            <a:prstDash val="solid"/>
          </a:ln>
        </p:spPr>
      </p:sp>
      <p:sp>
        <p:nvSpPr>
          <p:cNvPr id="97" name="Shape 95"/>
          <p:cNvSpPr/>
          <p:nvPr/>
        </p:nvSpPr>
        <p:spPr>
          <a:xfrm>
            <a:off x="8915400" y="2011680"/>
            <a:ext cx="457200" cy="9144"/>
          </a:xfrm>
          <a:prstGeom prst="rect">
            <a:avLst/>
          </a:prstGeom>
          <a:solidFill>
            <a:srgbClr val="1A3A2A"/>
          </a:solidFill>
          <a:ln w="12700">
            <a:solidFill>
              <a:srgbClr val="1A3A2A"/>
            </a:solidFill>
            <a:prstDash val="solid"/>
          </a:ln>
        </p:spPr>
      </p:sp>
      <p:sp>
        <p:nvSpPr>
          <p:cNvPr id="98" name="Shape 96"/>
          <p:cNvSpPr/>
          <p:nvPr/>
        </p:nvSpPr>
        <p:spPr>
          <a:xfrm>
            <a:off x="9509760" y="2011680"/>
            <a:ext cx="457200" cy="9144"/>
          </a:xfrm>
          <a:prstGeom prst="rect">
            <a:avLst/>
          </a:prstGeom>
          <a:solidFill>
            <a:srgbClr val="1A3A2A"/>
          </a:solidFill>
          <a:ln w="12700">
            <a:solidFill>
              <a:srgbClr val="1A3A2A"/>
            </a:solidFill>
            <a:prstDash val="solid"/>
          </a:ln>
        </p:spPr>
      </p:sp>
      <p:sp>
        <p:nvSpPr>
          <p:cNvPr id="99" name="Shape 97"/>
          <p:cNvSpPr/>
          <p:nvPr/>
        </p:nvSpPr>
        <p:spPr>
          <a:xfrm>
            <a:off x="10104120" y="2011680"/>
            <a:ext cx="457200" cy="9144"/>
          </a:xfrm>
          <a:prstGeom prst="rect">
            <a:avLst/>
          </a:prstGeom>
          <a:solidFill>
            <a:srgbClr val="1A3A2A"/>
          </a:solidFill>
          <a:ln w="12700">
            <a:solidFill>
              <a:srgbClr val="1A3A2A"/>
            </a:solidFill>
            <a:prstDash val="solid"/>
          </a:ln>
        </p:spPr>
      </p:sp>
      <p:sp>
        <p:nvSpPr>
          <p:cNvPr id="100" name="Shape 98"/>
          <p:cNvSpPr/>
          <p:nvPr/>
        </p:nvSpPr>
        <p:spPr>
          <a:xfrm>
            <a:off x="10698480" y="2011680"/>
            <a:ext cx="457200" cy="9144"/>
          </a:xfrm>
          <a:prstGeom prst="rect">
            <a:avLst/>
          </a:prstGeom>
          <a:solidFill>
            <a:srgbClr val="1A3A2A"/>
          </a:solidFill>
          <a:ln w="12700">
            <a:solidFill>
              <a:srgbClr val="1A3A2A"/>
            </a:solidFill>
            <a:prstDash val="solid"/>
          </a:ln>
        </p:spPr>
      </p:sp>
      <p:sp>
        <p:nvSpPr>
          <p:cNvPr id="101" name="Shape 99"/>
          <p:cNvSpPr/>
          <p:nvPr/>
        </p:nvSpPr>
        <p:spPr>
          <a:xfrm>
            <a:off x="11292840" y="2011680"/>
            <a:ext cx="457200" cy="9144"/>
          </a:xfrm>
          <a:prstGeom prst="rect">
            <a:avLst/>
          </a:prstGeom>
          <a:solidFill>
            <a:srgbClr val="1A3A2A"/>
          </a:solidFill>
          <a:ln w="12700">
            <a:solidFill>
              <a:srgbClr val="1A3A2A"/>
            </a:solidFill>
            <a:prstDash val="solid"/>
          </a:ln>
        </p:spPr>
      </p:sp>
      <p:sp>
        <p:nvSpPr>
          <p:cNvPr id="102" name="Shape 100"/>
          <p:cNvSpPr/>
          <p:nvPr/>
        </p:nvSpPr>
        <p:spPr>
          <a:xfrm>
            <a:off x="292608" y="2514600"/>
            <a:ext cx="457200" cy="9144"/>
          </a:xfrm>
          <a:prstGeom prst="rect">
            <a:avLst/>
          </a:prstGeom>
          <a:solidFill>
            <a:srgbClr val="1A3A2A"/>
          </a:solidFill>
          <a:ln w="12700">
            <a:solidFill>
              <a:srgbClr val="1A3A2A"/>
            </a:solidFill>
            <a:prstDash val="solid"/>
          </a:ln>
        </p:spPr>
      </p:sp>
      <p:sp>
        <p:nvSpPr>
          <p:cNvPr id="103" name="Shape 101"/>
          <p:cNvSpPr/>
          <p:nvPr/>
        </p:nvSpPr>
        <p:spPr>
          <a:xfrm>
            <a:off x="886968" y="2514600"/>
            <a:ext cx="457200" cy="9144"/>
          </a:xfrm>
          <a:prstGeom prst="rect">
            <a:avLst/>
          </a:prstGeom>
          <a:solidFill>
            <a:srgbClr val="1A3A2A"/>
          </a:solidFill>
          <a:ln w="12700">
            <a:solidFill>
              <a:srgbClr val="1A3A2A"/>
            </a:solidFill>
            <a:prstDash val="solid"/>
          </a:ln>
        </p:spPr>
      </p:sp>
      <p:sp>
        <p:nvSpPr>
          <p:cNvPr id="104" name="Shape 102"/>
          <p:cNvSpPr/>
          <p:nvPr/>
        </p:nvSpPr>
        <p:spPr>
          <a:xfrm>
            <a:off x="1481328" y="2514600"/>
            <a:ext cx="457200" cy="9144"/>
          </a:xfrm>
          <a:prstGeom prst="rect">
            <a:avLst/>
          </a:prstGeom>
          <a:solidFill>
            <a:srgbClr val="1A3A2A"/>
          </a:solidFill>
          <a:ln w="12700">
            <a:solidFill>
              <a:srgbClr val="1A3A2A"/>
            </a:solidFill>
            <a:prstDash val="solid"/>
          </a:ln>
        </p:spPr>
      </p:sp>
      <p:sp>
        <p:nvSpPr>
          <p:cNvPr id="105" name="Shape 103"/>
          <p:cNvSpPr/>
          <p:nvPr/>
        </p:nvSpPr>
        <p:spPr>
          <a:xfrm>
            <a:off x="2075688" y="2514600"/>
            <a:ext cx="457200" cy="9144"/>
          </a:xfrm>
          <a:prstGeom prst="rect">
            <a:avLst/>
          </a:prstGeom>
          <a:solidFill>
            <a:srgbClr val="1A3A2A"/>
          </a:solidFill>
          <a:ln w="12700">
            <a:solidFill>
              <a:srgbClr val="1A3A2A"/>
            </a:solidFill>
            <a:prstDash val="solid"/>
          </a:ln>
        </p:spPr>
      </p:sp>
      <p:sp>
        <p:nvSpPr>
          <p:cNvPr id="106" name="Shape 104"/>
          <p:cNvSpPr/>
          <p:nvPr/>
        </p:nvSpPr>
        <p:spPr>
          <a:xfrm>
            <a:off x="2670048" y="2514600"/>
            <a:ext cx="457200" cy="9144"/>
          </a:xfrm>
          <a:prstGeom prst="rect">
            <a:avLst/>
          </a:prstGeom>
          <a:solidFill>
            <a:srgbClr val="1A3A2A"/>
          </a:solidFill>
          <a:ln w="12700">
            <a:solidFill>
              <a:srgbClr val="1A3A2A"/>
            </a:solidFill>
            <a:prstDash val="solid"/>
          </a:ln>
        </p:spPr>
      </p:sp>
      <p:sp>
        <p:nvSpPr>
          <p:cNvPr id="107" name="Shape 105"/>
          <p:cNvSpPr/>
          <p:nvPr/>
        </p:nvSpPr>
        <p:spPr>
          <a:xfrm>
            <a:off x="3264408" y="2514600"/>
            <a:ext cx="457200" cy="9144"/>
          </a:xfrm>
          <a:prstGeom prst="rect">
            <a:avLst/>
          </a:prstGeom>
          <a:solidFill>
            <a:srgbClr val="1A3A2A"/>
          </a:solidFill>
          <a:ln w="12700">
            <a:solidFill>
              <a:srgbClr val="1A3A2A"/>
            </a:solidFill>
            <a:prstDash val="solid"/>
          </a:ln>
        </p:spPr>
      </p:sp>
      <p:sp>
        <p:nvSpPr>
          <p:cNvPr id="108" name="Shape 106"/>
          <p:cNvSpPr/>
          <p:nvPr/>
        </p:nvSpPr>
        <p:spPr>
          <a:xfrm>
            <a:off x="3858768" y="2514600"/>
            <a:ext cx="457200" cy="9144"/>
          </a:xfrm>
          <a:prstGeom prst="rect">
            <a:avLst/>
          </a:prstGeom>
          <a:solidFill>
            <a:srgbClr val="1A3A2A"/>
          </a:solidFill>
          <a:ln w="12700">
            <a:solidFill>
              <a:srgbClr val="1A3A2A"/>
            </a:solidFill>
            <a:prstDash val="solid"/>
          </a:ln>
        </p:spPr>
      </p:sp>
      <p:sp>
        <p:nvSpPr>
          <p:cNvPr id="109" name="Shape 107"/>
          <p:cNvSpPr/>
          <p:nvPr/>
        </p:nvSpPr>
        <p:spPr>
          <a:xfrm>
            <a:off x="4453128" y="2514600"/>
            <a:ext cx="457200" cy="9144"/>
          </a:xfrm>
          <a:prstGeom prst="rect">
            <a:avLst/>
          </a:prstGeom>
          <a:solidFill>
            <a:srgbClr val="1A3A2A"/>
          </a:solidFill>
          <a:ln w="12700">
            <a:solidFill>
              <a:srgbClr val="1A3A2A"/>
            </a:solidFill>
            <a:prstDash val="solid"/>
          </a:ln>
        </p:spPr>
      </p:sp>
      <p:sp>
        <p:nvSpPr>
          <p:cNvPr id="110" name="Shape 108"/>
          <p:cNvSpPr/>
          <p:nvPr/>
        </p:nvSpPr>
        <p:spPr>
          <a:xfrm>
            <a:off x="5047488" y="2514600"/>
            <a:ext cx="457200" cy="9144"/>
          </a:xfrm>
          <a:prstGeom prst="rect">
            <a:avLst/>
          </a:prstGeom>
          <a:solidFill>
            <a:srgbClr val="1A3A2A"/>
          </a:solidFill>
          <a:ln w="12700">
            <a:solidFill>
              <a:srgbClr val="1A3A2A"/>
            </a:solidFill>
            <a:prstDash val="solid"/>
          </a:ln>
        </p:spPr>
      </p:sp>
      <p:sp>
        <p:nvSpPr>
          <p:cNvPr id="111" name="Shape 109"/>
          <p:cNvSpPr/>
          <p:nvPr/>
        </p:nvSpPr>
        <p:spPr>
          <a:xfrm>
            <a:off x="5641848" y="2514600"/>
            <a:ext cx="457200" cy="9144"/>
          </a:xfrm>
          <a:prstGeom prst="rect">
            <a:avLst/>
          </a:prstGeom>
          <a:solidFill>
            <a:srgbClr val="1A3A2A"/>
          </a:solidFill>
          <a:ln w="12700">
            <a:solidFill>
              <a:srgbClr val="1A3A2A"/>
            </a:solidFill>
            <a:prstDash val="solid"/>
          </a:ln>
        </p:spPr>
      </p:sp>
      <p:sp>
        <p:nvSpPr>
          <p:cNvPr id="112" name="Shape 110"/>
          <p:cNvSpPr/>
          <p:nvPr/>
        </p:nvSpPr>
        <p:spPr>
          <a:xfrm>
            <a:off x="6236208" y="2514600"/>
            <a:ext cx="457200" cy="9144"/>
          </a:xfrm>
          <a:prstGeom prst="rect">
            <a:avLst/>
          </a:prstGeom>
          <a:solidFill>
            <a:srgbClr val="1A3A2A"/>
          </a:solidFill>
          <a:ln w="12700">
            <a:solidFill>
              <a:srgbClr val="1A3A2A"/>
            </a:solidFill>
            <a:prstDash val="solid"/>
          </a:ln>
        </p:spPr>
      </p:sp>
      <p:sp>
        <p:nvSpPr>
          <p:cNvPr id="113" name="Shape 111"/>
          <p:cNvSpPr/>
          <p:nvPr/>
        </p:nvSpPr>
        <p:spPr>
          <a:xfrm>
            <a:off x="6830568" y="2514600"/>
            <a:ext cx="457200" cy="9144"/>
          </a:xfrm>
          <a:prstGeom prst="rect">
            <a:avLst/>
          </a:prstGeom>
          <a:solidFill>
            <a:srgbClr val="1A3A2A"/>
          </a:solidFill>
          <a:ln w="12700">
            <a:solidFill>
              <a:srgbClr val="1A3A2A"/>
            </a:solidFill>
            <a:prstDash val="solid"/>
          </a:ln>
        </p:spPr>
      </p:sp>
      <p:sp>
        <p:nvSpPr>
          <p:cNvPr id="114" name="Shape 112"/>
          <p:cNvSpPr/>
          <p:nvPr/>
        </p:nvSpPr>
        <p:spPr>
          <a:xfrm>
            <a:off x="7424928" y="2514600"/>
            <a:ext cx="457200" cy="9144"/>
          </a:xfrm>
          <a:prstGeom prst="rect">
            <a:avLst/>
          </a:prstGeom>
          <a:solidFill>
            <a:srgbClr val="1A3A2A"/>
          </a:solidFill>
          <a:ln w="12700">
            <a:solidFill>
              <a:srgbClr val="1A3A2A"/>
            </a:solidFill>
            <a:prstDash val="solid"/>
          </a:ln>
        </p:spPr>
      </p:sp>
      <p:sp>
        <p:nvSpPr>
          <p:cNvPr id="115" name="Shape 113"/>
          <p:cNvSpPr/>
          <p:nvPr/>
        </p:nvSpPr>
        <p:spPr>
          <a:xfrm>
            <a:off x="8019288" y="2514600"/>
            <a:ext cx="457200" cy="9144"/>
          </a:xfrm>
          <a:prstGeom prst="rect">
            <a:avLst/>
          </a:prstGeom>
          <a:solidFill>
            <a:srgbClr val="1A3A2A"/>
          </a:solidFill>
          <a:ln w="12700">
            <a:solidFill>
              <a:srgbClr val="1A3A2A"/>
            </a:solidFill>
            <a:prstDash val="solid"/>
          </a:ln>
        </p:spPr>
      </p:sp>
      <p:sp>
        <p:nvSpPr>
          <p:cNvPr id="116" name="Shape 114"/>
          <p:cNvSpPr/>
          <p:nvPr/>
        </p:nvSpPr>
        <p:spPr>
          <a:xfrm>
            <a:off x="8613648" y="2514600"/>
            <a:ext cx="457200" cy="9144"/>
          </a:xfrm>
          <a:prstGeom prst="rect">
            <a:avLst/>
          </a:prstGeom>
          <a:solidFill>
            <a:srgbClr val="1A3A2A"/>
          </a:solidFill>
          <a:ln w="12700">
            <a:solidFill>
              <a:srgbClr val="1A3A2A"/>
            </a:solidFill>
            <a:prstDash val="solid"/>
          </a:ln>
        </p:spPr>
      </p:sp>
      <p:sp>
        <p:nvSpPr>
          <p:cNvPr id="117" name="Shape 115"/>
          <p:cNvSpPr/>
          <p:nvPr/>
        </p:nvSpPr>
        <p:spPr>
          <a:xfrm>
            <a:off x="9208008" y="2514600"/>
            <a:ext cx="457200" cy="9144"/>
          </a:xfrm>
          <a:prstGeom prst="rect">
            <a:avLst/>
          </a:prstGeom>
          <a:solidFill>
            <a:srgbClr val="1A3A2A"/>
          </a:solidFill>
          <a:ln w="12700">
            <a:solidFill>
              <a:srgbClr val="1A3A2A"/>
            </a:solidFill>
            <a:prstDash val="solid"/>
          </a:ln>
        </p:spPr>
      </p:sp>
      <p:sp>
        <p:nvSpPr>
          <p:cNvPr id="118" name="Shape 116"/>
          <p:cNvSpPr/>
          <p:nvPr/>
        </p:nvSpPr>
        <p:spPr>
          <a:xfrm>
            <a:off x="9802368" y="2514600"/>
            <a:ext cx="457200" cy="9144"/>
          </a:xfrm>
          <a:prstGeom prst="rect">
            <a:avLst/>
          </a:prstGeom>
          <a:solidFill>
            <a:srgbClr val="1A3A2A"/>
          </a:solidFill>
          <a:ln w="12700">
            <a:solidFill>
              <a:srgbClr val="1A3A2A"/>
            </a:solidFill>
            <a:prstDash val="solid"/>
          </a:ln>
        </p:spPr>
      </p:sp>
      <p:sp>
        <p:nvSpPr>
          <p:cNvPr id="119" name="Shape 117"/>
          <p:cNvSpPr/>
          <p:nvPr/>
        </p:nvSpPr>
        <p:spPr>
          <a:xfrm>
            <a:off x="10396728" y="2514600"/>
            <a:ext cx="457200" cy="9144"/>
          </a:xfrm>
          <a:prstGeom prst="rect">
            <a:avLst/>
          </a:prstGeom>
          <a:solidFill>
            <a:srgbClr val="1A3A2A"/>
          </a:solidFill>
          <a:ln w="12700">
            <a:solidFill>
              <a:srgbClr val="1A3A2A"/>
            </a:solidFill>
            <a:prstDash val="solid"/>
          </a:ln>
        </p:spPr>
      </p:sp>
      <p:sp>
        <p:nvSpPr>
          <p:cNvPr id="120" name="Shape 118"/>
          <p:cNvSpPr/>
          <p:nvPr/>
        </p:nvSpPr>
        <p:spPr>
          <a:xfrm>
            <a:off x="10991088" y="2514600"/>
            <a:ext cx="457200" cy="9144"/>
          </a:xfrm>
          <a:prstGeom prst="rect">
            <a:avLst/>
          </a:prstGeom>
          <a:solidFill>
            <a:srgbClr val="1A3A2A"/>
          </a:solidFill>
          <a:ln w="12700">
            <a:solidFill>
              <a:srgbClr val="1A3A2A"/>
            </a:solidFill>
            <a:prstDash val="solid"/>
          </a:ln>
        </p:spPr>
      </p:sp>
      <p:sp>
        <p:nvSpPr>
          <p:cNvPr id="121" name="Shape 119"/>
          <p:cNvSpPr/>
          <p:nvPr/>
        </p:nvSpPr>
        <p:spPr>
          <a:xfrm>
            <a:off x="11585448" y="2514600"/>
            <a:ext cx="457200" cy="9144"/>
          </a:xfrm>
          <a:prstGeom prst="rect">
            <a:avLst/>
          </a:prstGeom>
          <a:solidFill>
            <a:srgbClr val="1A3A2A"/>
          </a:solidFill>
          <a:ln w="12700">
            <a:solidFill>
              <a:srgbClr val="1A3A2A"/>
            </a:solidFill>
            <a:prstDash val="solid"/>
          </a:ln>
        </p:spPr>
      </p:sp>
      <p:sp>
        <p:nvSpPr>
          <p:cNvPr id="122" name="Shape 120"/>
          <p:cNvSpPr/>
          <p:nvPr/>
        </p:nvSpPr>
        <p:spPr>
          <a:xfrm>
            <a:off x="0" y="3017520"/>
            <a:ext cx="457200" cy="9144"/>
          </a:xfrm>
          <a:prstGeom prst="rect">
            <a:avLst/>
          </a:prstGeom>
          <a:solidFill>
            <a:srgbClr val="1A3A2A"/>
          </a:solidFill>
          <a:ln w="12700">
            <a:solidFill>
              <a:srgbClr val="1A3A2A"/>
            </a:solidFill>
            <a:prstDash val="solid"/>
          </a:ln>
        </p:spPr>
      </p:sp>
      <p:sp>
        <p:nvSpPr>
          <p:cNvPr id="123" name="Shape 121"/>
          <p:cNvSpPr/>
          <p:nvPr/>
        </p:nvSpPr>
        <p:spPr>
          <a:xfrm>
            <a:off x="594360" y="3017520"/>
            <a:ext cx="457200" cy="9144"/>
          </a:xfrm>
          <a:prstGeom prst="rect">
            <a:avLst/>
          </a:prstGeom>
          <a:solidFill>
            <a:srgbClr val="1A3A2A"/>
          </a:solidFill>
          <a:ln w="12700">
            <a:solidFill>
              <a:srgbClr val="1A3A2A"/>
            </a:solidFill>
            <a:prstDash val="solid"/>
          </a:ln>
        </p:spPr>
      </p:sp>
      <p:sp>
        <p:nvSpPr>
          <p:cNvPr id="124" name="Shape 122"/>
          <p:cNvSpPr/>
          <p:nvPr/>
        </p:nvSpPr>
        <p:spPr>
          <a:xfrm>
            <a:off x="1188720" y="3017520"/>
            <a:ext cx="457200" cy="9144"/>
          </a:xfrm>
          <a:prstGeom prst="rect">
            <a:avLst/>
          </a:prstGeom>
          <a:solidFill>
            <a:srgbClr val="1A3A2A"/>
          </a:solidFill>
          <a:ln w="12700">
            <a:solidFill>
              <a:srgbClr val="1A3A2A"/>
            </a:solidFill>
            <a:prstDash val="solid"/>
          </a:ln>
        </p:spPr>
      </p:sp>
      <p:sp>
        <p:nvSpPr>
          <p:cNvPr id="125" name="Shape 123"/>
          <p:cNvSpPr/>
          <p:nvPr/>
        </p:nvSpPr>
        <p:spPr>
          <a:xfrm>
            <a:off x="1783080" y="3017520"/>
            <a:ext cx="457200" cy="9144"/>
          </a:xfrm>
          <a:prstGeom prst="rect">
            <a:avLst/>
          </a:prstGeom>
          <a:solidFill>
            <a:srgbClr val="1A3A2A"/>
          </a:solidFill>
          <a:ln w="12700">
            <a:solidFill>
              <a:srgbClr val="1A3A2A"/>
            </a:solidFill>
            <a:prstDash val="solid"/>
          </a:ln>
        </p:spPr>
      </p:sp>
      <p:sp>
        <p:nvSpPr>
          <p:cNvPr id="126" name="Shape 124"/>
          <p:cNvSpPr/>
          <p:nvPr/>
        </p:nvSpPr>
        <p:spPr>
          <a:xfrm>
            <a:off x="2377440" y="3017520"/>
            <a:ext cx="457200" cy="9144"/>
          </a:xfrm>
          <a:prstGeom prst="rect">
            <a:avLst/>
          </a:prstGeom>
          <a:solidFill>
            <a:srgbClr val="1A3A2A"/>
          </a:solidFill>
          <a:ln w="12700">
            <a:solidFill>
              <a:srgbClr val="1A3A2A"/>
            </a:solidFill>
            <a:prstDash val="solid"/>
          </a:ln>
        </p:spPr>
      </p:sp>
      <p:sp>
        <p:nvSpPr>
          <p:cNvPr id="127" name="Shape 125"/>
          <p:cNvSpPr/>
          <p:nvPr/>
        </p:nvSpPr>
        <p:spPr>
          <a:xfrm>
            <a:off x="2971800" y="3017520"/>
            <a:ext cx="457200" cy="9144"/>
          </a:xfrm>
          <a:prstGeom prst="rect">
            <a:avLst/>
          </a:prstGeom>
          <a:solidFill>
            <a:srgbClr val="1A3A2A"/>
          </a:solidFill>
          <a:ln w="12700">
            <a:solidFill>
              <a:srgbClr val="1A3A2A"/>
            </a:solidFill>
            <a:prstDash val="solid"/>
          </a:ln>
        </p:spPr>
      </p:sp>
      <p:sp>
        <p:nvSpPr>
          <p:cNvPr id="128" name="Shape 126"/>
          <p:cNvSpPr/>
          <p:nvPr/>
        </p:nvSpPr>
        <p:spPr>
          <a:xfrm>
            <a:off x="3566160" y="3017520"/>
            <a:ext cx="457200" cy="9144"/>
          </a:xfrm>
          <a:prstGeom prst="rect">
            <a:avLst/>
          </a:prstGeom>
          <a:solidFill>
            <a:srgbClr val="1A3A2A"/>
          </a:solidFill>
          <a:ln w="12700">
            <a:solidFill>
              <a:srgbClr val="1A3A2A"/>
            </a:solidFill>
            <a:prstDash val="solid"/>
          </a:ln>
        </p:spPr>
      </p:sp>
      <p:sp>
        <p:nvSpPr>
          <p:cNvPr id="129" name="Shape 127"/>
          <p:cNvSpPr/>
          <p:nvPr/>
        </p:nvSpPr>
        <p:spPr>
          <a:xfrm>
            <a:off x="4160520" y="3017520"/>
            <a:ext cx="457200" cy="9144"/>
          </a:xfrm>
          <a:prstGeom prst="rect">
            <a:avLst/>
          </a:prstGeom>
          <a:solidFill>
            <a:srgbClr val="1A3A2A"/>
          </a:solidFill>
          <a:ln w="12700">
            <a:solidFill>
              <a:srgbClr val="1A3A2A"/>
            </a:solidFill>
            <a:prstDash val="solid"/>
          </a:ln>
        </p:spPr>
      </p:sp>
      <p:sp>
        <p:nvSpPr>
          <p:cNvPr id="130" name="Shape 128"/>
          <p:cNvSpPr/>
          <p:nvPr/>
        </p:nvSpPr>
        <p:spPr>
          <a:xfrm>
            <a:off x="4754880" y="3017520"/>
            <a:ext cx="457200" cy="9144"/>
          </a:xfrm>
          <a:prstGeom prst="rect">
            <a:avLst/>
          </a:prstGeom>
          <a:solidFill>
            <a:srgbClr val="1A3A2A"/>
          </a:solidFill>
          <a:ln w="12700">
            <a:solidFill>
              <a:srgbClr val="1A3A2A"/>
            </a:solidFill>
            <a:prstDash val="solid"/>
          </a:ln>
        </p:spPr>
      </p:sp>
      <p:sp>
        <p:nvSpPr>
          <p:cNvPr id="131" name="Shape 129"/>
          <p:cNvSpPr/>
          <p:nvPr/>
        </p:nvSpPr>
        <p:spPr>
          <a:xfrm>
            <a:off x="5349240" y="3017520"/>
            <a:ext cx="457200" cy="9144"/>
          </a:xfrm>
          <a:prstGeom prst="rect">
            <a:avLst/>
          </a:prstGeom>
          <a:solidFill>
            <a:srgbClr val="1A3A2A"/>
          </a:solidFill>
          <a:ln w="12700">
            <a:solidFill>
              <a:srgbClr val="1A3A2A"/>
            </a:solidFill>
            <a:prstDash val="solid"/>
          </a:ln>
        </p:spPr>
      </p:sp>
      <p:sp>
        <p:nvSpPr>
          <p:cNvPr id="132" name="Shape 130"/>
          <p:cNvSpPr/>
          <p:nvPr/>
        </p:nvSpPr>
        <p:spPr>
          <a:xfrm>
            <a:off x="5943600" y="3017520"/>
            <a:ext cx="457200" cy="9144"/>
          </a:xfrm>
          <a:prstGeom prst="rect">
            <a:avLst/>
          </a:prstGeom>
          <a:solidFill>
            <a:srgbClr val="1A3A2A"/>
          </a:solidFill>
          <a:ln w="12700">
            <a:solidFill>
              <a:srgbClr val="1A3A2A"/>
            </a:solidFill>
            <a:prstDash val="solid"/>
          </a:ln>
        </p:spPr>
      </p:sp>
      <p:sp>
        <p:nvSpPr>
          <p:cNvPr id="133" name="Shape 131"/>
          <p:cNvSpPr/>
          <p:nvPr/>
        </p:nvSpPr>
        <p:spPr>
          <a:xfrm>
            <a:off x="6537960" y="3017520"/>
            <a:ext cx="457200" cy="9144"/>
          </a:xfrm>
          <a:prstGeom prst="rect">
            <a:avLst/>
          </a:prstGeom>
          <a:solidFill>
            <a:srgbClr val="1A3A2A"/>
          </a:solidFill>
          <a:ln w="12700">
            <a:solidFill>
              <a:srgbClr val="1A3A2A"/>
            </a:solidFill>
            <a:prstDash val="solid"/>
          </a:ln>
        </p:spPr>
      </p:sp>
      <p:sp>
        <p:nvSpPr>
          <p:cNvPr id="134" name="Shape 132"/>
          <p:cNvSpPr/>
          <p:nvPr/>
        </p:nvSpPr>
        <p:spPr>
          <a:xfrm>
            <a:off x="7132320" y="3017520"/>
            <a:ext cx="457200" cy="9144"/>
          </a:xfrm>
          <a:prstGeom prst="rect">
            <a:avLst/>
          </a:prstGeom>
          <a:solidFill>
            <a:srgbClr val="1A3A2A"/>
          </a:solidFill>
          <a:ln w="12700">
            <a:solidFill>
              <a:srgbClr val="1A3A2A"/>
            </a:solidFill>
            <a:prstDash val="solid"/>
          </a:ln>
        </p:spPr>
      </p:sp>
      <p:sp>
        <p:nvSpPr>
          <p:cNvPr id="135" name="Shape 133"/>
          <p:cNvSpPr/>
          <p:nvPr/>
        </p:nvSpPr>
        <p:spPr>
          <a:xfrm>
            <a:off x="7726680" y="3017520"/>
            <a:ext cx="457200" cy="9144"/>
          </a:xfrm>
          <a:prstGeom prst="rect">
            <a:avLst/>
          </a:prstGeom>
          <a:solidFill>
            <a:srgbClr val="1A3A2A"/>
          </a:solidFill>
          <a:ln w="12700">
            <a:solidFill>
              <a:srgbClr val="1A3A2A"/>
            </a:solidFill>
            <a:prstDash val="solid"/>
          </a:ln>
        </p:spPr>
      </p:sp>
      <p:sp>
        <p:nvSpPr>
          <p:cNvPr id="136" name="Shape 134"/>
          <p:cNvSpPr/>
          <p:nvPr/>
        </p:nvSpPr>
        <p:spPr>
          <a:xfrm>
            <a:off x="8321040" y="3017520"/>
            <a:ext cx="457200" cy="9144"/>
          </a:xfrm>
          <a:prstGeom prst="rect">
            <a:avLst/>
          </a:prstGeom>
          <a:solidFill>
            <a:srgbClr val="1A3A2A"/>
          </a:solidFill>
          <a:ln w="12700">
            <a:solidFill>
              <a:srgbClr val="1A3A2A"/>
            </a:solidFill>
            <a:prstDash val="solid"/>
          </a:ln>
        </p:spPr>
      </p:sp>
      <p:sp>
        <p:nvSpPr>
          <p:cNvPr id="137" name="Shape 135"/>
          <p:cNvSpPr/>
          <p:nvPr/>
        </p:nvSpPr>
        <p:spPr>
          <a:xfrm>
            <a:off x="8915400" y="3017520"/>
            <a:ext cx="457200" cy="9144"/>
          </a:xfrm>
          <a:prstGeom prst="rect">
            <a:avLst/>
          </a:prstGeom>
          <a:solidFill>
            <a:srgbClr val="1A3A2A"/>
          </a:solidFill>
          <a:ln w="12700">
            <a:solidFill>
              <a:srgbClr val="1A3A2A"/>
            </a:solidFill>
            <a:prstDash val="solid"/>
          </a:ln>
        </p:spPr>
      </p:sp>
      <p:sp>
        <p:nvSpPr>
          <p:cNvPr id="138" name="Shape 136"/>
          <p:cNvSpPr/>
          <p:nvPr/>
        </p:nvSpPr>
        <p:spPr>
          <a:xfrm>
            <a:off x="9509760" y="3017520"/>
            <a:ext cx="457200" cy="9144"/>
          </a:xfrm>
          <a:prstGeom prst="rect">
            <a:avLst/>
          </a:prstGeom>
          <a:solidFill>
            <a:srgbClr val="1A3A2A"/>
          </a:solidFill>
          <a:ln w="12700">
            <a:solidFill>
              <a:srgbClr val="1A3A2A"/>
            </a:solidFill>
            <a:prstDash val="solid"/>
          </a:ln>
        </p:spPr>
      </p:sp>
      <p:sp>
        <p:nvSpPr>
          <p:cNvPr id="139" name="Shape 137"/>
          <p:cNvSpPr/>
          <p:nvPr/>
        </p:nvSpPr>
        <p:spPr>
          <a:xfrm>
            <a:off x="10104120" y="3017520"/>
            <a:ext cx="457200" cy="9144"/>
          </a:xfrm>
          <a:prstGeom prst="rect">
            <a:avLst/>
          </a:prstGeom>
          <a:solidFill>
            <a:srgbClr val="1A3A2A"/>
          </a:solidFill>
          <a:ln w="12700">
            <a:solidFill>
              <a:srgbClr val="1A3A2A"/>
            </a:solidFill>
            <a:prstDash val="solid"/>
          </a:ln>
        </p:spPr>
      </p:sp>
      <p:sp>
        <p:nvSpPr>
          <p:cNvPr id="140" name="Shape 138"/>
          <p:cNvSpPr/>
          <p:nvPr/>
        </p:nvSpPr>
        <p:spPr>
          <a:xfrm>
            <a:off x="10698480" y="3017520"/>
            <a:ext cx="457200" cy="9144"/>
          </a:xfrm>
          <a:prstGeom prst="rect">
            <a:avLst/>
          </a:prstGeom>
          <a:solidFill>
            <a:srgbClr val="1A3A2A"/>
          </a:solidFill>
          <a:ln w="12700">
            <a:solidFill>
              <a:srgbClr val="1A3A2A"/>
            </a:solidFill>
            <a:prstDash val="solid"/>
          </a:ln>
        </p:spPr>
      </p:sp>
      <p:sp>
        <p:nvSpPr>
          <p:cNvPr id="141" name="Shape 139"/>
          <p:cNvSpPr/>
          <p:nvPr/>
        </p:nvSpPr>
        <p:spPr>
          <a:xfrm>
            <a:off x="11292840" y="3017520"/>
            <a:ext cx="457200" cy="9144"/>
          </a:xfrm>
          <a:prstGeom prst="rect">
            <a:avLst/>
          </a:prstGeom>
          <a:solidFill>
            <a:srgbClr val="1A3A2A"/>
          </a:solidFill>
          <a:ln w="12700">
            <a:solidFill>
              <a:srgbClr val="1A3A2A"/>
            </a:solidFill>
            <a:prstDash val="solid"/>
          </a:ln>
        </p:spPr>
      </p:sp>
      <p:sp>
        <p:nvSpPr>
          <p:cNvPr id="142" name="Shape 140"/>
          <p:cNvSpPr/>
          <p:nvPr/>
        </p:nvSpPr>
        <p:spPr>
          <a:xfrm>
            <a:off x="292608" y="3520440"/>
            <a:ext cx="457200" cy="9144"/>
          </a:xfrm>
          <a:prstGeom prst="rect">
            <a:avLst/>
          </a:prstGeom>
          <a:solidFill>
            <a:srgbClr val="1A3A2A"/>
          </a:solidFill>
          <a:ln w="12700">
            <a:solidFill>
              <a:srgbClr val="1A3A2A"/>
            </a:solidFill>
            <a:prstDash val="solid"/>
          </a:ln>
        </p:spPr>
      </p:sp>
      <p:sp>
        <p:nvSpPr>
          <p:cNvPr id="143" name="Shape 141"/>
          <p:cNvSpPr/>
          <p:nvPr/>
        </p:nvSpPr>
        <p:spPr>
          <a:xfrm>
            <a:off x="886968" y="3520440"/>
            <a:ext cx="457200" cy="9144"/>
          </a:xfrm>
          <a:prstGeom prst="rect">
            <a:avLst/>
          </a:prstGeom>
          <a:solidFill>
            <a:srgbClr val="1A3A2A"/>
          </a:solidFill>
          <a:ln w="12700">
            <a:solidFill>
              <a:srgbClr val="1A3A2A"/>
            </a:solidFill>
            <a:prstDash val="solid"/>
          </a:ln>
        </p:spPr>
      </p:sp>
      <p:sp>
        <p:nvSpPr>
          <p:cNvPr id="144" name="Shape 142"/>
          <p:cNvSpPr/>
          <p:nvPr/>
        </p:nvSpPr>
        <p:spPr>
          <a:xfrm>
            <a:off x="1481328" y="3520440"/>
            <a:ext cx="457200" cy="9144"/>
          </a:xfrm>
          <a:prstGeom prst="rect">
            <a:avLst/>
          </a:prstGeom>
          <a:solidFill>
            <a:srgbClr val="1A3A2A"/>
          </a:solidFill>
          <a:ln w="12700">
            <a:solidFill>
              <a:srgbClr val="1A3A2A"/>
            </a:solidFill>
            <a:prstDash val="solid"/>
          </a:ln>
        </p:spPr>
      </p:sp>
      <p:sp>
        <p:nvSpPr>
          <p:cNvPr id="145" name="Shape 143"/>
          <p:cNvSpPr/>
          <p:nvPr/>
        </p:nvSpPr>
        <p:spPr>
          <a:xfrm>
            <a:off x="2075688" y="3520440"/>
            <a:ext cx="457200" cy="9144"/>
          </a:xfrm>
          <a:prstGeom prst="rect">
            <a:avLst/>
          </a:prstGeom>
          <a:solidFill>
            <a:srgbClr val="1A3A2A"/>
          </a:solidFill>
          <a:ln w="12700">
            <a:solidFill>
              <a:srgbClr val="1A3A2A"/>
            </a:solidFill>
            <a:prstDash val="solid"/>
          </a:ln>
        </p:spPr>
      </p:sp>
      <p:sp>
        <p:nvSpPr>
          <p:cNvPr id="146" name="Shape 144"/>
          <p:cNvSpPr/>
          <p:nvPr/>
        </p:nvSpPr>
        <p:spPr>
          <a:xfrm>
            <a:off x="2670048" y="3520440"/>
            <a:ext cx="457200" cy="9144"/>
          </a:xfrm>
          <a:prstGeom prst="rect">
            <a:avLst/>
          </a:prstGeom>
          <a:solidFill>
            <a:srgbClr val="1A3A2A"/>
          </a:solidFill>
          <a:ln w="12700">
            <a:solidFill>
              <a:srgbClr val="1A3A2A"/>
            </a:solidFill>
            <a:prstDash val="solid"/>
          </a:ln>
        </p:spPr>
      </p:sp>
      <p:sp>
        <p:nvSpPr>
          <p:cNvPr id="147" name="Shape 145"/>
          <p:cNvSpPr/>
          <p:nvPr/>
        </p:nvSpPr>
        <p:spPr>
          <a:xfrm>
            <a:off x="3264408" y="3520440"/>
            <a:ext cx="457200" cy="9144"/>
          </a:xfrm>
          <a:prstGeom prst="rect">
            <a:avLst/>
          </a:prstGeom>
          <a:solidFill>
            <a:srgbClr val="1A3A2A"/>
          </a:solidFill>
          <a:ln w="12700">
            <a:solidFill>
              <a:srgbClr val="1A3A2A"/>
            </a:solidFill>
            <a:prstDash val="solid"/>
          </a:ln>
        </p:spPr>
      </p:sp>
      <p:sp>
        <p:nvSpPr>
          <p:cNvPr id="148" name="Shape 146"/>
          <p:cNvSpPr/>
          <p:nvPr/>
        </p:nvSpPr>
        <p:spPr>
          <a:xfrm>
            <a:off x="3858768" y="3520440"/>
            <a:ext cx="457200" cy="9144"/>
          </a:xfrm>
          <a:prstGeom prst="rect">
            <a:avLst/>
          </a:prstGeom>
          <a:solidFill>
            <a:srgbClr val="1A3A2A"/>
          </a:solidFill>
          <a:ln w="12700">
            <a:solidFill>
              <a:srgbClr val="1A3A2A"/>
            </a:solidFill>
            <a:prstDash val="solid"/>
          </a:ln>
        </p:spPr>
      </p:sp>
      <p:sp>
        <p:nvSpPr>
          <p:cNvPr id="149" name="Shape 147"/>
          <p:cNvSpPr/>
          <p:nvPr/>
        </p:nvSpPr>
        <p:spPr>
          <a:xfrm>
            <a:off x="4453128" y="3520440"/>
            <a:ext cx="457200" cy="9144"/>
          </a:xfrm>
          <a:prstGeom prst="rect">
            <a:avLst/>
          </a:prstGeom>
          <a:solidFill>
            <a:srgbClr val="1A3A2A"/>
          </a:solidFill>
          <a:ln w="12700">
            <a:solidFill>
              <a:srgbClr val="1A3A2A"/>
            </a:solidFill>
            <a:prstDash val="solid"/>
          </a:ln>
        </p:spPr>
      </p:sp>
      <p:sp>
        <p:nvSpPr>
          <p:cNvPr id="150" name="Shape 148"/>
          <p:cNvSpPr/>
          <p:nvPr/>
        </p:nvSpPr>
        <p:spPr>
          <a:xfrm>
            <a:off x="5047488" y="3520440"/>
            <a:ext cx="457200" cy="9144"/>
          </a:xfrm>
          <a:prstGeom prst="rect">
            <a:avLst/>
          </a:prstGeom>
          <a:solidFill>
            <a:srgbClr val="1A3A2A"/>
          </a:solidFill>
          <a:ln w="12700">
            <a:solidFill>
              <a:srgbClr val="1A3A2A"/>
            </a:solidFill>
            <a:prstDash val="solid"/>
          </a:ln>
        </p:spPr>
      </p:sp>
      <p:sp>
        <p:nvSpPr>
          <p:cNvPr id="151" name="Shape 149"/>
          <p:cNvSpPr/>
          <p:nvPr/>
        </p:nvSpPr>
        <p:spPr>
          <a:xfrm>
            <a:off x="5641848" y="3520440"/>
            <a:ext cx="457200" cy="9144"/>
          </a:xfrm>
          <a:prstGeom prst="rect">
            <a:avLst/>
          </a:prstGeom>
          <a:solidFill>
            <a:srgbClr val="1A3A2A"/>
          </a:solidFill>
          <a:ln w="12700">
            <a:solidFill>
              <a:srgbClr val="1A3A2A"/>
            </a:solidFill>
            <a:prstDash val="solid"/>
          </a:ln>
        </p:spPr>
      </p:sp>
      <p:sp>
        <p:nvSpPr>
          <p:cNvPr id="152" name="Shape 150"/>
          <p:cNvSpPr/>
          <p:nvPr/>
        </p:nvSpPr>
        <p:spPr>
          <a:xfrm>
            <a:off x="6236208" y="3520440"/>
            <a:ext cx="457200" cy="9144"/>
          </a:xfrm>
          <a:prstGeom prst="rect">
            <a:avLst/>
          </a:prstGeom>
          <a:solidFill>
            <a:srgbClr val="1A3A2A"/>
          </a:solidFill>
          <a:ln w="12700">
            <a:solidFill>
              <a:srgbClr val="1A3A2A"/>
            </a:solidFill>
            <a:prstDash val="solid"/>
          </a:ln>
        </p:spPr>
      </p:sp>
      <p:sp>
        <p:nvSpPr>
          <p:cNvPr id="153" name="Shape 151"/>
          <p:cNvSpPr/>
          <p:nvPr/>
        </p:nvSpPr>
        <p:spPr>
          <a:xfrm>
            <a:off x="6830568" y="3520440"/>
            <a:ext cx="457200" cy="9144"/>
          </a:xfrm>
          <a:prstGeom prst="rect">
            <a:avLst/>
          </a:prstGeom>
          <a:solidFill>
            <a:srgbClr val="1A3A2A"/>
          </a:solidFill>
          <a:ln w="12700">
            <a:solidFill>
              <a:srgbClr val="1A3A2A"/>
            </a:solidFill>
            <a:prstDash val="solid"/>
          </a:ln>
        </p:spPr>
      </p:sp>
      <p:sp>
        <p:nvSpPr>
          <p:cNvPr id="154" name="Shape 152"/>
          <p:cNvSpPr/>
          <p:nvPr/>
        </p:nvSpPr>
        <p:spPr>
          <a:xfrm>
            <a:off x="7424928" y="3520440"/>
            <a:ext cx="457200" cy="9144"/>
          </a:xfrm>
          <a:prstGeom prst="rect">
            <a:avLst/>
          </a:prstGeom>
          <a:solidFill>
            <a:srgbClr val="1A3A2A"/>
          </a:solidFill>
          <a:ln w="12700">
            <a:solidFill>
              <a:srgbClr val="1A3A2A"/>
            </a:solidFill>
            <a:prstDash val="solid"/>
          </a:ln>
        </p:spPr>
      </p:sp>
      <p:sp>
        <p:nvSpPr>
          <p:cNvPr id="155" name="Shape 153"/>
          <p:cNvSpPr/>
          <p:nvPr/>
        </p:nvSpPr>
        <p:spPr>
          <a:xfrm>
            <a:off x="8019288" y="3520440"/>
            <a:ext cx="457200" cy="9144"/>
          </a:xfrm>
          <a:prstGeom prst="rect">
            <a:avLst/>
          </a:prstGeom>
          <a:solidFill>
            <a:srgbClr val="1A3A2A"/>
          </a:solidFill>
          <a:ln w="12700">
            <a:solidFill>
              <a:srgbClr val="1A3A2A"/>
            </a:solidFill>
            <a:prstDash val="solid"/>
          </a:ln>
        </p:spPr>
      </p:sp>
      <p:sp>
        <p:nvSpPr>
          <p:cNvPr id="156" name="Shape 154"/>
          <p:cNvSpPr/>
          <p:nvPr/>
        </p:nvSpPr>
        <p:spPr>
          <a:xfrm>
            <a:off x="8613648" y="3520440"/>
            <a:ext cx="457200" cy="9144"/>
          </a:xfrm>
          <a:prstGeom prst="rect">
            <a:avLst/>
          </a:prstGeom>
          <a:solidFill>
            <a:srgbClr val="1A3A2A"/>
          </a:solidFill>
          <a:ln w="12700">
            <a:solidFill>
              <a:srgbClr val="1A3A2A"/>
            </a:solidFill>
            <a:prstDash val="solid"/>
          </a:ln>
        </p:spPr>
      </p:sp>
      <p:sp>
        <p:nvSpPr>
          <p:cNvPr id="157" name="Shape 155"/>
          <p:cNvSpPr/>
          <p:nvPr/>
        </p:nvSpPr>
        <p:spPr>
          <a:xfrm>
            <a:off x="9208008" y="3520440"/>
            <a:ext cx="457200" cy="9144"/>
          </a:xfrm>
          <a:prstGeom prst="rect">
            <a:avLst/>
          </a:prstGeom>
          <a:solidFill>
            <a:srgbClr val="1A3A2A"/>
          </a:solidFill>
          <a:ln w="12700">
            <a:solidFill>
              <a:srgbClr val="1A3A2A"/>
            </a:solidFill>
            <a:prstDash val="solid"/>
          </a:ln>
        </p:spPr>
      </p:sp>
      <p:sp>
        <p:nvSpPr>
          <p:cNvPr id="158" name="Shape 156"/>
          <p:cNvSpPr/>
          <p:nvPr/>
        </p:nvSpPr>
        <p:spPr>
          <a:xfrm>
            <a:off x="9802368" y="3520440"/>
            <a:ext cx="457200" cy="9144"/>
          </a:xfrm>
          <a:prstGeom prst="rect">
            <a:avLst/>
          </a:prstGeom>
          <a:solidFill>
            <a:srgbClr val="1A3A2A"/>
          </a:solidFill>
          <a:ln w="12700">
            <a:solidFill>
              <a:srgbClr val="1A3A2A"/>
            </a:solidFill>
            <a:prstDash val="solid"/>
          </a:ln>
        </p:spPr>
      </p:sp>
      <p:sp>
        <p:nvSpPr>
          <p:cNvPr id="159" name="Shape 157"/>
          <p:cNvSpPr/>
          <p:nvPr/>
        </p:nvSpPr>
        <p:spPr>
          <a:xfrm>
            <a:off x="10396728" y="3520440"/>
            <a:ext cx="457200" cy="9144"/>
          </a:xfrm>
          <a:prstGeom prst="rect">
            <a:avLst/>
          </a:prstGeom>
          <a:solidFill>
            <a:srgbClr val="1A3A2A"/>
          </a:solidFill>
          <a:ln w="12700">
            <a:solidFill>
              <a:srgbClr val="1A3A2A"/>
            </a:solidFill>
            <a:prstDash val="solid"/>
          </a:ln>
        </p:spPr>
      </p:sp>
      <p:sp>
        <p:nvSpPr>
          <p:cNvPr id="160" name="Shape 158"/>
          <p:cNvSpPr/>
          <p:nvPr/>
        </p:nvSpPr>
        <p:spPr>
          <a:xfrm>
            <a:off x="10991088" y="3520440"/>
            <a:ext cx="457200" cy="9144"/>
          </a:xfrm>
          <a:prstGeom prst="rect">
            <a:avLst/>
          </a:prstGeom>
          <a:solidFill>
            <a:srgbClr val="1A3A2A"/>
          </a:solidFill>
          <a:ln w="12700">
            <a:solidFill>
              <a:srgbClr val="1A3A2A"/>
            </a:solidFill>
            <a:prstDash val="solid"/>
          </a:ln>
        </p:spPr>
      </p:sp>
      <p:sp>
        <p:nvSpPr>
          <p:cNvPr id="161" name="Shape 159"/>
          <p:cNvSpPr/>
          <p:nvPr/>
        </p:nvSpPr>
        <p:spPr>
          <a:xfrm>
            <a:off x="11585448" y="3520440"/>
            <a:ext cx="457200" cy="9144"/>
          </a:xfrm>
          <a:prstGeom prst="rect">
            <a:avLst/>
          </a:prstGeom>
          <a:solidFill>
            <a:srgbClr val="1A3A2A"/>
          </a:solidFill>
          <a:ln w="12700">
            <a:solidFill>
              <a:srgbClr val="1A3A2A"/>
            </a:solidFill>
            <a:prstDash val="solid"/>
          </a:ln>
        </p:spPr>
      </p:sp>
      <p:sp>
        <p:nvSpPr>
          <p:cNvPr id="162" name="Shape 160"/>
          <p:cNvSpPr/>
          <p:nvPr/>
        </p:nvSpPr>
        <p:spPr>
          <a:xfrm>
            <a:off x="0" y="0"/>
            <a:ext cx="12188952" cy="18288"/>
          </a:xfrm>
          <a:prstGeom prst="rect">
            <a:avLst/>
          </a:prstGeom>
          <a:solidFill>
            <a:srgbClr val="00FF88"/>
          </a:solidFill>
          <a:ln/>
        </p:spPr>
      </p:sp>
      <p:sp>
        <p:nvSpPr>
          <p:cNvPr id="163" name="Shape 161"/>
          <p:cNvSpPr/>
          <p:nvPr/>
        </p:nvSpPr>
        <p:spPr>
          <a:xfrm>
            <a:off x="0" y="6839712"/>
            <a:ext cx="12188952" cy="18288"/>
          </a:xfrm>
          <a:prstGeom prst="rect">
            <a:avLst/>
          </a:prstGeom>
          <a:solidFill>
            <a:srgbClr val="00FF88"/>
          </a:solidFill>
          <a:ln/>
        </p:spPr>
      </p:sp>
      <p:sp>
        <p:nvSpPr>
          <p:cNvPr id="164" name="Shape 162"/>
          <p:cNvSpPr/>
          <p:nvPr/>
        </p:nvSpPr>
        <p:spPr>
          <a:xfrm>
            <a:off x="0" y="0"/>
            <a:ext cx="73152" cy="6858000"/>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65" name="Text 163"/>
          <p:cNvSpPr/>
          <p:nvPr/>
        </p:nvSpPr>
        <p:spPr>
          <a:xfrm>
            <a:off x="274320" y="91440"/>
            <a:ext cx="8229600" cy="640080"/>
          </a:xfrm>
          <a:prstGeom prst="rect">
            <a:avLst/>
          </a:prstGeom>
          <a:noFill/>
          <a:ln/>
          <a:effectLst>
            <a:outerShdw sx="100000" sy="100000" kx="0" ky="0" algn="bl" rotWithShape="0" blurRad="254000" dist="50800" dir="16200000">
              <a:srgbClr val="00FF88">
                <a:alpha val="50000"/>
              </a:srgbClr>
            </a:outerShdw>
          </a:effectLst>
        </p:spPr>
        <p:txBody>
          <a:bodyPr wrap="square" rtlCol="0" anchor="ctr"/>
          <a:lstStyle/>
          <a:p>
            <a:pPr indent="0" marL="0">
              <a:buNone/>
            </a:pPr>
            <a:r>
              <a:rPr lang="en-US" sz="3400" b="1" dirty="0">
                <a:solidFill>
                  <a:srgbClr val="00FF88"/>
                </a:solidFill>
                <a:latin typeface="Trebuchet MS" pitchFamily="34" charset="0"/>
                <a:ea typeface="Trebuchet MS" pitchFamily="34" charset="-122"/>
                <a:cs typeface="Trebuchet MS" pitchFamily="34" charset="-120"/>
              </a:rPr>
              <a:t>// SOLUTION ARCHITECTURE</a:t>
            </a:r>
            <a:endParaRPr lang="en-US" sz="3400" dirty="0"/>
          </a:p>
        </p:txBody>
      </p:sp>
      <p:sp>
        <p:nvSpPr>
          <p:cNvPr id="166" name="Text 164"/>
          <p:cNvSpPr/>
          <p:nvPr/>
        </p:nvSpPr>
        <p:spPr>
          <a:xfrm>
            <a:off x="274320" y="749808"/>
            <a:ext cx="9144000" cy="320040"/>
          </a:xfrm>
          <a:prstGeom prst="rect">
            <a:avLst/>
          </a:prstGeom>
          <a:noFill/>
          <a:ln/>
        </p:spPr>
        <p:txBody>
          <a:bodyPr wrap="square" rtlCol="0" anchor="ctr"/>
          <a:lstStyle/>
          <a:p>
            <a:pPr indent="0" marL="0">
              <a:buNone/>
            </a:pPr>
            <a:r>
              <a:rPr lang="en-US" sz="1300" i="1" dirty="0">
                <a:solidFill>
                  <a:srgbClr val="4A8A6A"/>
                </a:solidFill>
                <a:latin typeface="Calibri" pitchFamily="34" charset="0"/>
                <a:ea typeface="Calibri" pitchFamily="34" charset="-122"/>
                <a:cs typeface="Calibri" pitchFamily="34" charset="-120"/>
              </a:rPr>
              <a:t>A Real-Time Digital Twin Platform for Tamil Nadu Agriculture</a:t>
            </a:r>
            <a:endParaRPr lang="en-US" sz="1300" dirty="0"/>
          </a:p>
        </p:txBody>
      </p:sp>
      <p:sp>
        <p:nvSpPr>
          <p:cNvPr id="167" name="Shape 165"/>
          <p:cNvSpPr/>
          <p:nvPr/>
        </p:nvSpPr>
        <p:spPr>
          <a:xfrm>
            <a:off x="274320" y="1143000"/>
            <a:ext cx="11430000" cy="27432"/>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68" name="Shape 166"/>
          <p:cNvSpPr/>
          <p:nvPr/>
        </p:nvSpPr>
        <p:spPr>
          <a:xfrm>
            <a:off x="274320" y="1170432"/>
            <a:ext cx="11430000" cy="9144"/>
          </a:xfrm>
          <a:prstGeom prst="rect">
            <a:avLst/>
          </a:prstGeom>
          <a:solidFill>
            <a:srgbClr val="000000"/>
          </a:solidFill>
          <a:ln/>
        </p:spPr>
      </p:sp>
      <p:sp>
        <p:nvSpPr>
          <p:cNvPr id="169" name="Shape 167"/>
          <p:cNvSpPr/>
          <p:nvPr/>
        </p:nvSpPr>
        <p:spPr>
          <a:xfrm>
            <a:off x="274320" y="1280160"/>
            <a:ext cx="11612880" cy="1463040"/>
          </a:xfrm>
          <a:prstGeom prst="rect">
            <a:avLst/>
          </a:prstGeom>
          <a:solidFill>
            <a:srgbClr val="080F1A"/>
          </a:solidFill>
          <a:ln w="19050">
            <a:solidFill>
              <a:srgbClr val="00D4FF"/>
            </a:solidFill>
            <a:prstDash val="solid"/>
          </a:ln>
          <a:effectLst>
            <a:outerShdw sx="100000" sy="100000" kx="0" ky="0" algn="bl" rotWithShape="0" blurRad="254000" dist="50800" dir="16200000">
              <a:srgbClr val="00D4FF">
                <a:alpha val="50000"/>
              </a:srgbClr>
            </a:outerShdw>
          </a:effectLst>
        </p:spPr>
      </p:sp>
      <p:sp>
        <p:nvSpPr>
          <p:cNvPr id="170" name="Shape 168"/>
          <p:cNvSpPr/>
          <p:nvPr/>
        </p:nvSpPr>
        <p:spPr>
          <a:xfrm>
            <a:off x="274320" y="1280160"/>
            <a:ext cx="91440" cy="1463040"/>
          </a:xfrm>
          <a:prstGeom prst="rect">
            <a:avLst/>
          </a:prstGeom>
          <a:solidFill>
            <a:srgbClr val="00D4FF"/>
          </a:solidFill>
          <a:ln/>
        </p:spPr>
      </p:sp>
      <p:sp>
        <p:nvSpPr>
          <p:cNvPr id="171" name="Shape 169"/>
          <p:cNvSpPr/>
          <p:nvPr/>
        </p:nvSpPr>
        <p:spPr>
          <a:xfrm>
            <a:off x="274320" y="1280160"/>
            <a:ext cx="11612880" cy="384048"/>
          </a:xfrm>
          <a:prstGeom prst="rect">
            <a:avLst/>
          </a:prstGeom>
          <a:solidFill>
            <a:srgbClr val="000000"/>
          </a:solidFill>
          <a:ln/>
        </p:spPr>
      </p:sp>
      <p:sp>
        <p:nvSpPr>
          <p:cNvPr id="172" name="Text 170"/>
          <p:cNvSpPr/>
          <p:nvPr/>
        </p:nvSpPr>
        <p:spPr>
          <a:xfrm>
            <a:off x="502920" y="1316736"/>
            <a:ext cx="10515600" cy="347472"/>
          </a:xfrm>
          <a:prstGeom prst="rect">
            <a:avLst/>
          </a:prstGeom>
          <a:noFill/>
          <a:ln/>
          <a:effectLst>
            <a:outerShdw sx="100000" sy="100000" kx="0" ky="0" algn="bl" rotWithShape="0" blurRad="254000" dist="50800" dir="16200000">
              <a:srgbClr val="00D4FF">
                <a:alpha val="50000"/>
              </a:srgbClr>
            </a:outerShdw>
          </a:effectLst>
        </p:spPr>
        <p:txBody>
          <a:bodyPr wrap="square" rtlCol="0" anchor="ctr"/>
          <a:lstStyle/>
          <a:p>
            <a:pPr indent="0" marL="0">
              <a:buNone/>
            </a:pPr>
            <a:r>
              <a:rPr lang="en-US" sz="1200" b="1" dirty="0">
                <a:solidFill>
                  <a:srgbClr val="00D4FF"/>
                </a:solidFill>
                <a:latin typeface="Trebuchet MS" pitchFamily="34" charset="0"/>
                <a:ea typeface="Trebuchet MS" pitchFamily="34" charset="-122"/>
                <a:cs typeface="Trebuchet MS" pitchFamily="34" charset="-120"/>
              </a:rPr>
              <a:t>📡  [ LAYER 1 ]  IoT &amp; DATA INGESTION</a:t>
            </a:r>
            <a:endParaRPr lang="en-US" sz="1200" dirty="0"/>
          </a:p>
        </p:txBody>
      </p:sp>
      <p:sp>
        <p:nvSpPr>
          <p:cNvPr id="173" name="Text 171"/>
          <p:cNvSpPr/>
          <p:nvPr/>
        </p:nvSpPr>
        <p:spPr>
          <a:xfrm>
            <a:off x="502920" y="1755648"/>
            <a:ext cx="10972800" cy="86868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Soil NPK sensors (N,P,K,Moisture) · IMD weather telemetry · APMC mandi price APIs · 38-district TN telemetry mesh · Aadhaar-linked farmer ID registry · AgriStack connector</a:t>
            </a:r>
            <a:endParaRPr lang="en-US" sz="1050" dirty="0"/>
          </a:p>
        </p:txBody>
      </p:sp>
      <p:sp>
        <p:nvSpPr>
          <p:cNvPr id="174" name="Shape 172"/>
          <p:cNvSpPr/>
          <p:nvPr/>
        </p:nvSpPr>
        <p:spPr>
          <a:xfrm>
            <a:off x="5852160" y="2743200"/>
            <a:ext cx="54864" cy="137160"/>
          </a:xfrm>
          <a:prstGeom prst="rect">
            <a:avLst/>
          </a:prstGeom>
          <a:solidFill>
            <a:srgbClr val="00FF88"/>
          </a:solidFill>
          <a:ln/>
        </p:spPr>
      </p:sp>
      <p:sp>
        <p:nvSpPr>
          <p:cNvPr id="175" name="Shape 173"/>
          <p:cNvSpPr/>
          <p:nvPr/>
        </p:nvSpPr>
        <p:spPr>
          <a:xfrm>
            <a:off x="5806440" y="2852928"/>
            <a:ext cx="137160" cy="137160"/>
          </a:xfrm>
          <a:prstGeom prst="ellipse">
            <a:avLst/>
          </a:prstGeom>
          <a:solidFill>
            <a:srgbClr val="00FF88"/>
          </a:solidFill>
          <a:ln/>
          <a:effectLst>
            <a:outerShdw sx="100000" sy="100000" kx="0" ky="0" algn="bl" rotWithShape="0" blurRad="254000" dist="50800" dir="16200000">
              <a:srgbClr val="00FF88">
                <a:alpha val="50000"/>
              </a:srgbClr>
            </a:outerShdw>
          </a:effectLst>
        </p:spPr>
      </p:sp>
      <p:sp>
        <p:nvSpPr>
          <p:cNvPr id="176" name="Shape 174"/>
          <p:cNvSpPr/>
          <p:nvPr/>
        </p:nvSpPr>
        <p:spPr>
          <a:xfrm>
            <a:off x="274320" y="2880360"/>
            <a:ext cx="11612880" cy="1463040"/>
          </a:xfrm>
          <a:prstGeom prst="rect">
            <a:avLst/>
          </a:prstGeom>
          <a:solidFill>
            <a:srgbClr val="081A0F"/>
          </a:solidFill>
          <a:ln w="19050">
            <a:solidFill>
              <a:srgbClr val="00FF88"/>
            </a:solidFill>
            <a:prstDash val="solid"/>
          </a:ln>
          <a:effectLst>
            <a:outerShdw sx="100000" sy="100000" kx="0" ky="0" algn="bl" rotWithShape="0" blurRad="254000" dist="50800" dir="16200000">
              <a:srgbClr val="00FF88">
                <a:alpha val="50000"/>
              </a:srgbClr>
            </a:outerShdw>
          </a:effectLst>
        </p:spPr>
      </p:sp>
      <p:sp>
        <p:nvSpPr>
          <p:cNvPr id="177" name="Shape 175"/>
          <p:cNvSpPr/>
          <p:nvPr/>
        </p:nvSpPr>
        <p:spPr>
          <a:xfrm>
            <a:off x="274320" y="2880360"/>
            <a:ext cx="91440" cy="1463040"/>
          </a:xfrm>
          <a:prstGeom prst="rect">
            <a:avLst/>
          </a:prstGeom>
          <a:solidFill>
            <a:srgbClr val="00FF88"/>
          </a:solidFill>
          <a:ln/>
        </p:spPr>
      </p:sp>
      <p:sp>
        <p:nvSpPr>
          <p:cNvPr id="178" name="Shape 176"/>
          <p:cNvSpPr/>
          <p:nvPr/>
        </p:nvSpPr>
        <p:spPr>
          <a:xfrm>
            <a:off x="274320" y="2880360"/>
            <a:ext cx="11612880" cy="384048"/>
          </a:xfrm>
          <a:prstGeom prst="rect">
            <a:avLst/>
          </a:prstGeom>
          <a:solidFill>
            <a:srgbClr val="000000"/>
          </a:solidFill>
          <a:ln/>
        </p:spPr>
      </p:sp>
      <p:sp>
        <p:nvSpPr>
          <p:cNvPr id="179" name="Text 177"/>
          <p:cNvSpPr/>
          <p:nvPr/>
        </p:nvSpPr>
        <p:spPr>
          <a:xfrm>
            <a:off x="502920" y="2916936"/>
            <a:ext cx="10515600" cy="347472"/>
          </a:xfrm>
          <a:prstGeom prst="rect">
            <a:avLst/>
          </a:prstGeom>
          <a:noFill/>
          <a:ln/>
          <a:effectLst>
            <a:outerShdw sx="100000" sy="100000" kx="0" ky="0" algn="bl" rotWithShape="0" blurRad="254000" dist="50800" dir="16200000">
              <a:srgbClr val="00FF88">
                <a:alpha val="50000"/>
              </a:srgbClr>
            </a:outerShdw>
          </a:effectLst>
        </p:spPr>
        <p:txBody>
          <a:bodyPr wrap="square" rtlCol="0" anchor="ctr"/>
          <a:lstStyle/>
          <a:p>
            <a:pPr indent="0" marL="0">
              <a:buNone/>
            </a:pPr>
            <a:r>
              <a:rPr lang="en-US" sz="1200" b="1" dirty="0">
                <a:solidFill>
                  <a:srgbClr val="00FF88"/>
                </a:solidFill>
                <a:latin typeface="Trebuchet MS" pitchFamily="34" charset="0"/>
                <a:ea typeface="Trebuchet MS" pitchFamily="34" charset="-122"/>
                <a:cs typeface="Trebuchet MS" pitchFamily="34" charset="-120"/>
              </a:rPr>
              <a:t>🧠  [ LAYER 2 ]  STATEBRAIN™ AI ENGINE</a:t>
            </a:r>
            <a:endParaRPr lang="en-US" sz="1200" dirty="0"/>
          </a:p>
        </p:txBody>
      </p:sp>
      <p:sp>
        <p:nvSpPr>
          <p:cNvPr id="180" name="Text 178"/>
          <p:cNvSpPr/>
          <p:nvPr/>
        </p:nvSpPr>
        <p:spPr>
          <a:xfrm>
            <a:off x="502920" y="3355848"/>
            <a:ext cx="10972800" cy="86868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What-If Simulator (1000 seasons) · Cross-district Market Glut Predictor · Gemini Pro conversational advisory · Risk scoring matrix · Monte Carlo crop forecasting · District sub-simulation</a:t>
            </a:r>
            <a:endParaRPr lang="en-US" sz="1050" dirty="0"/>
          </a:p>
        </p:txBody>
      </p:sp>
      <p:sp>
        <p:nvSpPr>
          <p:cNvPr id="181" name="Shape 179"/>
          <p:cNvSpPr/>
          <p:nvPr/>
        </p:nvSpPr>
        <p:spPr>
          <a:xfrm>
            <a:off x="5852160" y="4343400"/>
            <a:ext cx="54864" cy="137160"/>
          </a:xfrm>
          <a:prstGeom prst="rect">
            <a:avLst/>
          </a:prstGeom>
          <a:solidFill>
            <a:srgbClr val="00FF88"/>
          </a:solidFill>
          <a:ln/>
        </p:spPr>
      </p:sp>
      <p:sp>
        <p:nvSpPr>
          <p:cNvPr id="182" name="Shape 180"/>
          <p:cNvSpPr/>
          <p:nvPr/>
        </p:nvSpPr>
        <p:spPr>
          <a:xfrm>
            <a:off x="5806440" y="4453128"/>
            <a:ext cx="137160" cy="137160"/>
          </a:xfrm>
          <a:prstGeom prst="ellipse">
            <a:avLst/>
          </a:prstGeom>
          <a:solidFill>
            <a:srgbClr val="00FF88"/>
          </a:solidFill>
          <a:ln/>
          <a:effectLst>
            <a:outerShdw sx="100000" sy="100000" kx="0" ky="0" algn="bl" rotWithShape="0" blurRad="254000" dist="50800" dir="16200000">
              <a:srgbClr val="00FF88">
                <a:alpha val="50000"/>
              </a:srgbClr>
            </a:outerShdw>
          </a:effectLst>
        </p:spPr>
      </p:sp>
      <p:sp>
        <p:nvSpPr>
          <p:cNvPr id="183" name="Shape 181"/>
          <p:cNvSpPr/>
          <p:nvPr/>
        </p:nvSpPr>
        <p:spPr>
          <a:xfrm>
            <a:off x="274320" y="4480560"/>
            <a:ext cx="11612880" cy="1463040"/>
          </a:xfrm>
          <a:prstGeom prst="rect">
            <a:avLst/>
          </a:prstGeom>
          <a:solidFill>
            <a:srgbClr val="1A1200"/>
          </a:solidFill>
          <a:ln w="19050">
            <a:solidFill>
              <a:srgbClr val="FFD700"/>
            </a:solidFill>
            <a:prstDash val="solid"/>
          </a:ln>
          <a:effectLst>
            <a:outerShdw sx="100000" sy="100000" kx="0" ky="0" algn="bl" rotWithShape="0" blurRad="254000" dist="50800" dir="16200000">
              <a:srgbClr val="FFD700">
                <a:alpha val="50000"/>
              </a:srgbClr>
            </a:outerShdw>
          </a:effectLst>
        </p:spPr>
      </p:sp>
      <p:sp>
        <p:nvSpPr>
          <p:cNvPr id="184" name="Shape 182"/>
          <p:cNvSpPr/>
          <p:nvPr/>
        </p:nvSpPr>
        <p:spPr>
          <a:xfrm>
            <a:off x="274320" y="4480560"/>
            <a:ext cx="91440" cy="1463040"/>
          </a:xfrm>
          <a:prstGeom prst="rect">
            <a:avLst/>
          </a:prstGeom>
          <a:solidFill>
            <a:srgbClr val="FFD700"/>
          </a:solidFill>
          <a:ln/>
        </p:spPr>
      </p:sp>
      <p:sp>
        <p:nvSpPr>
          <p:cNvPr id="185" name="Shape 183"/>
          <p:cNvSpPr/>
          <p:nvPr/>
        </p:nvSpPr>
        <p:spPr>
          <a:xfrm>
            <a:off x="274320" y="4480560"/>
            <a:ext cx="11612880" cy="384048"/>
          </a:xfrm>
          <a:prstGeom prst="rect">
            <a:avLst/>
          </a:prstGeom>
          <a:solidFill>
            <a:srgbClr val="000000"/>
          </a:solidFill>
          <a:ln/>
        </p:spPr>
      </p:sp>
      <p:sp>
        <p:nvSpPr>
          <p:cNvPr id="186" name="Text 184"/>
          <p:cNvSpPr/>
          <p:nvPr/>
        </p:nvSpPr>
        <p:spPr>
          <a:xfrm>
            <a:off x="502920" y="4517136"/>
            <a:ext cx="10515600" cy="347472"/>
          </a:xfrm>
          <a:prstGeom prst="rect">
            <a:avLst/>
          </a:prstGeom>
          <a:noFill/>
          <a:ln/>
          <a:effectLst>
            <a:outerShdw sx="100000" sy="100000" kx="0" ky="0" algn="bl" rotWithShape="0" blurRad="254000" dist="50800" dir="16200000">
              <a:srgbClr val="FFD700">
                <a:alpha val="50000"/>
              </a:srgbClr>
            </a:outerShdw>
          </a:effectLst>
        </p:spPr>
        <p:txBody>
          <a:bodyPr wrap="square" rtlCol="0" anchor="ctr"/>
          <a:lstStyle/>
          <a:p>
            <a:pPr indent="0" marL="0">
              <a:buNone/>
            </a:pPr>
            <a:r>
              <a:rPr lang="en-US" sz="1200" b="1" dirty="0">
                <a:solidFill>
                  <a:srgbClr val="FFD700"/>
                </a:solidFill>
                <a:latin typeface="Trebuchet MS" pitchFamily="34" charset="0"/>
                <a:ea typeface="Trebuchet MS" pitchFamily="34" charset="-122"/>
                <a:cs typeface="Trebuchet MS" pitchFamily="34" charset="-120"/>
              </a:rPr>
              <a:t>🗺️  [ LAYER 3 ]  GEOSPATIAL COMMAND UI</a:t>
            </a:r>
            <a:endParaRPr lang="en-US" sz="1200" dirty="0"/>
          </a:p>
        </p:txBody>
      </p:sp>
      <p:sp>
        <p:nvSpPr>
          <p:cNvPr id="187" name="Text 185"/>
          <p:cNvSpPr/>
          <p:nvPr/>
        </p:nvSpPr>
        <p:spPr>
          <a:xfrm>
            <a:off x="502920" y="4956048"/>
            <a:ext cx="10972800" cy="86868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Interactive Leaflet block-level map · 6-language interface (EN/TA/TE/KA/ML/UR) · Officer &amp; Farmer dual dashboards · Recharts analytics · PDF report export · PWA mobile-ready</a:t>
            </a:r>
            <a:endParaRPr lang="en-US" sz="1050" dirty="0"/>
          </a:p>
        </p:txBody>
      </p:sp>
      <p:sp>
        <p:nvSpPr>
          <p:cNvPr id="188" name="Shape 186"/>
          <p:cNvSpPr/>
          <p:nvPr/>
        </p:nvSpPr>
        <p:spPr>
          <a:xfrm>
            <a:off x="0" y="6172200"/>
            <a:ext cx="12188952" cy="685800"/>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89" name="Text 187"/>
          <p:cNvSpPr/>
          <p:nvPr/>
        </p:nvSpPr>
        <p:spPr>
          <a:xfrm>
            <a:off x="0" y="6172200"/>
            <a:ext cx="12188952" cy="685800"/>
          </a:xfrm>
          <a:prstGeom prst="rect">
            <a:avLst/>
          </a:prstGeom>
          <a:noFill/>
          <a:ln/>
        </p:spPr>
        <p:txBody>
          <a:bodyPr wrap="square" rtlCol="0" anchor="ctr"/>
          <a:lstStyle/>
          <a:p>
            <a:pPr algn="ctr" indent="0" marL="0">
              <a:buNone/>
            </a:pPr>
            <a:r>
              <a:rPr lang="en-US" sz="1300" b="1" dirty="0">
                <a:solidFill>
                  <a:srgbClr val="020806"/>
                </a:solidFill>
                <a:latin typeface="Trebuchet MS" pitchFamily="34" charset="0"/>
                <a:ea typeface="Trebuchet MS" pitchFamily="34" charset="-122"/>
                <a:cs typeface="Trebuchet MS" pitchFamily="34" charset="-120"/>
              </a:rPr>
              <a:t>🚀  LIVE DEMO: nimirndhunil.vercel.app  ·  Fully deployed for all 38 Tamil Nadu Districts  ·  Available NOW</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D0A"/>
        </a:solidFill>
      </p:bgPr>
    </p:bg>
    <p:spTree>
      <p:nvGrpSpPr>
        <p:cNvPr id="1" name=""/>
        <p:cNvGrpSpPr/>
        <p:nvPr/>
      </p:nvGrpSpPr>
      <p:grpSpPr>
        <a:xfrm>
          <a:off x="0" y="0"/>
          <a:ext cx="0" cy="0"/>
          <a:chOff x="0" y="0"/>
          <a:chExt cx="0" cy="0"/>
        </a:xfrm>
      </p:grpSpPr>
      <p:sp>
        <p:nvSpPr>
          <p:cNvPr id="2" name="Shape 0"/>
          <p:cNvSpPr/>
          <p:nvPr/>
        </p:nvSpPr>
        <p:spPr>
          <a:xfrm>
            <a:off x="0" y="0"/>
            <a:ext cx="457200" cy="9144"/>
          </a:xfrm>
          <a:prstGeom prst="rect">
            <a:avLst/>
          </a:prstGeom>
          <a:solidFill>
            <a:srgbClr val="1A3A2A"/>
          </a:solidFill>
          <a:ln w="12700">
            <a:solidFill>
              <a:srgbClr val="1A3A2A"/>
            </a:solidFill>
            <a:prstDash val="solid"/>
          </a:ln>
        </p:spPr>
      </p:sp>
      <p:sp>
        <p:nvSpPr>
          <p:cNvPr id="3" name="Shape 1"/>
          <p:cNvSpPr/>
          <p:nvPr/>
        </p:nvSpPr>
        <p:spPr>
          <a:xfrm>
            <a:off x="594360" y="0"/>
            <a:ext cx="457200" cy="9144"/>
          </a:xfrm>
          <a:prstGeom prst="rect">
            <a:avLst/>
          </a:prstGeom>
          <a:solidFill>
            <a:srgbClr val="1A3A2A"/>
          </a:solidFill>
          <a:ln w="12700">
            <a:solidFill>
              <a:srgbClr val="1A3A2A"/>
            </a:solidFill>
            <a:prstDash val="solid"/>
          </a:ln>
        </p:spPr>
      </p:sp>
      <p:sp>
        <p:nvSpPr>
          <p:cNvPr id="4" name="Shape 2"/>
          <p:cNvSpPr/>
          <p:nvPr/>
        </p:nvSpPr>
        <p:spPr>
          <a:xfrm>
            <a:off x="1188720" y="0"/>
            <a:ext cx="457200" cy="9144"/>
          </a:xfrm>
          <a:prstGeom prst="rect">
            <a:avLst/>
          </a:prstGeom>
          <a:solidFill>
            <a:srgbClr val="1A3A2A"/>
          </a:solidFill>
          <a:ln w="12700">
            <a:solidFill>
              <a:srgbClr val="1A3A2A"/>
            </a:solidFill>
            <a:prstDash val="solid"/>
          </a:ln>
        </p:spPr>
      </p:sp>
      <p:sp>
        <p:nvSpPr>
          <p:cNvPr id="5" name="Shape 3"/>
          <p:cNvSpPr/>
          <p:nvPr/>
        </p:nvSpPr>
        <p:spPr>
          <a:xfrm>
            <a:off x="1783080" y="0"/>
            <a:ext cx="457200" cy="9144"/>
          </a:xfrm>
          <a:prstGeom prst="rect">
            <a:avLst/>
          </a:prstGeom>
          <a:solidFill>
            <a:srgbClr val="1A3A2A"/>
          </a:solidFill>
          <a:ln w="12700">
            <a:solidFill>
              <a:srgbClr val="1A3A2A"/>
            </a:solidFill>
            <a:prstDash val="solid"/>
          </a:ln>
        </p:spPr>
      </p:sp>
      <p:sp>
        <p:nvSpPr>
          <p:cNvPr id="6" name="Shape 4"/>
          <p:cNvSpPr/>
          <p:nvPr/>
        </p:nvSpPr>
        <p:spPr>
          <a:xfrm>
            <a:off x="2377440" y="0"/>
            <a:ext cx="457200" cy="9144"/>
          </a:xfrm>
          <a:prstGeom prst="rect">
            <a:avLst/>
          </a:prstGeom>
          <a:solidFill>
            <a:srgbClr val="1A3A2A"/>
          </a:solidFill>
          <a:ln w="12700">
            <a:solidFill>
              <a:srgbClr val="1A3A2A"/>
            </a:solidFill>
            <a:prstDash val="solid"/>
          </a:ln>
        </p:spPr>
      </p:sp>
      <p:sp>
        <p:nvSpPr>
          <p:cNvPr id="7" name="Shape 5"/>
          <p:cNvSpPr/>
          <p:nvPr/>
        </p:nvSpPr>
        <p:spPr>
          <a:xfrm>
            <a:off x="2971800" y="0"/>
            <a:ext cx="457200" cy="9144"/>
          </a:xfrm>
          <a:prstGeom prst="rect">
            <a:avLst/>
          </a:prstGeom>
          <a:solidFill>
            <a:srgbClr val="1A3A2A"/>
          </a:solidFill>
          <a:ln w="12700">
            <a:solidFill>
              <a:srgbClr val="1A3A2A"/>
            </a:solidFill>
            <a:prstDash val="solid"/>
          </a:ln>
        </p:spPr>
      </p:sp>
      <p:sp>
        <p:nvSpPr>
          <p:cNvPr id="8" name="Shape 6"/>
          <p:cNvSpPr/>
          <p:nvPr/>
        </p:nvSpPr>
        <p:spPr>
          <a:xfrm>
            <a:off x="3566160" y="0"/>
            <a:ext cx="457200" cy="9144"/>
          </a:xfrm>
          <a:prstGeom prst="rect">
            <a:avLst/>
          </a:prstGeom>
          <a:solidFill>
            <a:srgbClr val="1A3A2A"/>
          </a:solidFill>
          <a:ln w="12700">
            <a:solidFill>
              <a:srgbClr val="1A3A2A"/>
            </a:solidFill>
            <a:prstDash val="solid"/>
          </a:ln>
        </p:spPr>
      </p:sp>
      <p:sp>
        <p:nvSpPr>
          <p:cNvPr id="9" name="Shape 7"/>
          <p:cNvSpPr/>
          <p:nvPr/>
        </p:nvSpPr>
        <p:spPr>
          <a:xfrm>
            <a:off x="4160520" y="0"/>
            <a:ext cx="457200" cy="9144"/>
          </a:xfrm>
          <a:prstGeom prst="rect">
            <a:avLst/>
          </a:prstGeom>
          <a:solidFill>
            <a:srgbClr val="1A3A2A"/>
          </a:solidFill>
          <a:ln w="12700">
            <a:solidFill>
              <a:srgbClr val="1A3A2A"/>
            </a:solidFill>
            <a:prstDash val="solid"/>
          </a:ln>
        </p:spPr>
      </p:sp>
      <p:sp>
        <p:nvSpPr>
          <p:cNvPr id="10" name="Shape 8"/>
          <p:cNvSpPr/>
          <p:nvPr/>
        </p:nvSpPr>
        <p:spPr>
          <a:xfrm>
            <a:off x="4754880" y="0"/>
            <a:ext cx="457200" cy="9144"/>
          </a:xfrm>
          <a:prstGeom prst="rect">
            <a:avLst/>
          </a:prstGeom>
          <a:solidFill>
            <a:srgbClr val="1A3A2A"/>
          </a:solidFill>
          <a:ln w="12700">
            <a:solidFill>
              <a:srgbClr val="1A3A2A"/>
            </a:solidFill>
            <a:prstDash val="solid"/>
          </a:ln>
        </p:spPr>
      </p:sp>
      <p:sp>
        <p:nvSpPr>
          <p:cNvPr id="11" name="Shape 9"/>
          <p:cNvSpPr/>
          <p:nvPr/>
        </p:nvSpPr>
        <p:spPr>
          <a:xfrm>
            <a:off x="5349240" y="0"/>
            <a:ext cx="457200" cy="9144"/>
          </a:xfrm>
          <a:prstGeom prst="rect">
            <a:avLst/>
          </a:prstGeom>
          <a:solidFill>
            <a:srgbClr val="1A3A2A"/>
          </a:solidFill>
          <a:ln w="12700">
            <a:solidFill>
              <a:srgbClr val="1A3A2A"/>
            </a:solidFill>
            <a:prstDash val="solid"/>
          </a:ln>
        </p:spPr>
      </p:sp>
      <p:sp>
        <p:nvSpPr>
          <p:cNvPr id="12" name="Shape 10"/>
          <p:cNvSpPr/>
          <p:nvPr/>
        </p:nvSpPr>
        <p:spPr>
          <a:xfrm>
            <a:off x="5943600" y="0"/>
            <a:ext cx="457200" cy="9144"/>
          </a:xfrm>
          <a:prstGeom prst="rect">
            <a:avLst/>
          </a:prstGeom>
          <a:solidFill>
            <a:srgbClr val="1A3A2A"/>
          </a:solidFill>
          <a:ln w="12700">
            <a:solidFill>
              <a:srgbClr val="1A3A2A"/>
            </a:solidFill>
            <a:prstDash val="solid"/>
          </a:ln>
        </p:spPr>
      </p:sp>
      <p:sp>
        <p:nvSpPr>
          <p:cNvPr id="13" name="Shape 11"/>
          <p:cNvSpPr/>
          <p:nvPr/>
        </p:nvSpPr>
        <p:spPr>
          <a:xfrm>
            <a:off x="6537960" y="0"/>
            <a:ext cx="457200" cy="9144"/>
          </a:xfrm>
          <a:prstGeom prst="rect">
            <a:avLst/>
          </a:prstGeom>
          <a:solidFill>
            <a:srgbClr val="1A3A2A"/>
          </a:solidFill>
          <a:ln w="12700">
            <a:solidFill>
              <a:srgbClr val="1A3A2A"/>
            </a:solidFill>
            <a:prstDash val="solid"/>
          </a:ln>
        </p:spPr>
      </p:sp>
      <p:sp>
        <p:nvSpPr>
          <p:cNvPr id="14" name="Shape 12"/>
          <p:cNvSpPr/>
          <p:nvPr/>
        </p:nvSpPr>
        <p:spPr>
          <a:xfrm>
            <a:off x="7132320" y="0"/>
            <a:ext cx="457200" cy="9144"/>
          </a:xfrm>
          <a:prstGeom prst="rect">
            <a:avLst/>
          </a:prstGeom>
          <a:solidFill>
            <a:srgbClr val="1A3A2A"/>
          </a:solidFill>
          <a:ln w="12700">
            <a:solidFill>
              <a:srgbClr val="1A3A2A"/>
            </a:solidFill>
            <a:prstDash val="solid"/>
          </a:ln>
        </p:spPr>
      </p:sp>
      <p:sp>
        <p:nvSpPr>
          <p:cNvPr id="15" name="Shape 13"/>
          <p:cNvSpPr/>
          <p:nvPr/>
        </p:nvSpPr>
        <p:spPr>
          <a:xfrm>
            <a:off x="7726680" y="0"/>
            <a:ext cx="457200" cy="9144"/>
          </a:xfrm>
          <a:prstGeom prst="rect">
            <a:avLst/>
          </a:prstGeom>
          <a:solidFill>
            <a:srgbClr val="1A3A2A"/>
          </a:solidFill>
          <a:ln w="12700">
            <a:solidFill>
              <a:srgbClr val="1A3A2A"/>
            </a:solidFill>
            <a:prstDash val="solid"/>
          </a:ln>
        </p:spPr>
      </p:sp>
      <p:sp>
        <p:nvSpPr>
          <p:cNvPr id="16" name="Shape 14"/>
          <p:cNvSpPr/>
          <p:nvPr/>
        </p:nvSpPr>
        <p:spPr>
          <a:xfrm>
            <a:off x="8321040" y="0"/>
            <a:ext cx="457200" cy="9144"/>
          </a:xfrm>
          <a:prstGeom prst="rect">
            <a:avLst/>
          </a:prstGeom>
          <a:solidFill>
            <a:srgbClr val="1A3A2A"/>
          </a:solidFill>
          <a:ln w="12700">
            <a:solidFill>
              <a:srgbClr val="1A3A2A"/>
            </a:solidFill>
            <a:prstDash val="solid"/>
          </a:ln>
        </p:spPr>
      </p:sp>
      <p:sp>
        <p:nvSpPr>
          <p:cNvPr id="17" name="Shape 15"/>
          <p:cNvSpPr/>
          <p:nvPr/>
        </p:nvSpPr>
        <p:spPr>
          <a:xfrm>
            <a:off x="8915400" y="0"/>
            <a:ext cx="457200" cy="9144"/>
          </a:xfrm>
          <a:prstGeom prst="rect">
            <a:avLst/>
          </a:prstGeom>
          <a:solidFill>
            <a:srgbClr val="1A3A2A"/>
          </a:solidFill>
          <a:ln w="12700">
            <a:solidFill>
              <a:srgbClr val="1A3A2A"/>
            </a:solidFill>
            <a:prstDash val="solid"/>
          </a:ln>
        </p:spPr>
      </p:sp>
      <p:sp>
        <p:nvSpPr>
          <p:cNvPr id="18" name="Shape 16"/>
          <p:cNvSpPr/>
          <p:nvPr/>
        </p:nvSpPr>
        <p:spPr>
          <a:xfrm>
            <a:off x="9509760" y="0"/>
            <a:ext cx="457200" cy="9144"/>
          </a:xfrm>
          <a:prstGeom prst="rect">
            <a:avLst/>
          </a:prstGeom>
          <a:solidFill>
            <a:srgbClr val="1A3A2A"/>
          </a:solidFill>
          <a:ln w="12700">
            <a:solidFill>
              <a:srgbClr val="1A3A2A"/>
            </a:solidFill>
            <a:prstDash val="solid"/>
          </a:ln>
        </p:spPr>
      </p:sp>
      <p:sp>
        <p:nvSpPr>
          <p:cNvPr id="19" name="Shape 17"/>
          <p:cNvSpPr/>
          <p:nvPr/>
        </p:nvSpPr>
        <p:spPr>
          <a:xfrm>
            <a:off x="10104120" y="0"/>
            <a:ext cx="457200" cy="9144"/>
          </a:xfrm>
          <a:prstGeom prst="rect">
            <a:avLst/>
          </a:prstGeom>
          <a:solidFill>
            <a:srgbClr val="1A3A2A"/>
          </a:solidFill>
          <a:ln w="12700">
            <a:solidFill>
              <a:srgbClr val="1A3A2A"/>
            </a:solidFill>
            <a:prstDash val="solid"/>
          </a:ln>
        </p:spPr>
      </p:sp>
      <p:sp>
        <p:nvSpPr>
          <p:cNvPr id="20" name="Shape 18"/>
          <p:cNvSpPr/>
          <p:nvPr/>
        </p:nvSpPr>
        <p:spPr>
          <a:xfrm>
            <a:off x="10698480" y="0"/>
            <a:ext cx="457200" cy="9144"/>
          </a:xfrm>
          <a:prstGeom prst="rect">
            <a:avLst/>
          </a:prstGeom>
          <a:solidFill>
            <a:srgbClr val="1A3A2A"/>
          </a:solidFill>
          <a:ln w="12700">
            <a:solidFill>
              <a:srgbClr val="1A3A2A"/>
            </a:solidFill>
            <a:prstDash val="solid"/>
          </a:ln>
        </p:spPr>
      </p:sp>
      <p:sp>
        <p:nvSpPr>
          <p:cNvPr id="21" name="Shape 19"/>
          <p:cNvSpPr/>
          <p:nvPr/>
        </p:nvSpPr>
        <p:spPr>
          <a:xfrm>
            <a:off x="11292840" y="0"/>
            <a:ext cx="457200" cy="9144"/>
          </a:xfrm>
          <a:prstGeom prst="rect">
            <a:avLst/>
          </a:prstGeom>
          <a:solidFill>
            <a:srgbClr val="1A3A2A"/>
          </a:solidFill>
          <a:ln w="12700">
            <a:solidFill>
              <a:srgbClr val="1A3A2A"/>
            </a:solidFill>
            <a:prstDash val="solid"/>
          </a:ln>
        </p:spPr>
      </p:sp>
      <p:sp>
        <p:nvSpPr>
          <p:cNvPr id="22" name="Shape 20"/>
          <p:cNvSpPr/>
          <p:nvPr/>
        </p:nvSpPr>
        <p:spPr>
          <a:xfrm>
            <a:off x="292608" y="502920"/>
            <a:ext cx="457200" cy="9144"/>
          </a:xfrm>
          <a:prstGeom prst="rect">
            <a:avLst/>
          </a:prstGeom>
          <a:solidFill>
            <a:srgbClr val="1A3A2A"/>
          </a:solidFill>
          <a:ln w="12700">
            <a:solidFill>
              <a:srgbClr val="1A3A2A"/>
            </a:solidFill>
            <a:prstDash val="solid"/>
          </a:ln>
        </p:spPr>
      </p:sp>
      <p:sp>
        <p:nvSpPr>
          <p:cNvPr id="23" name="Shape 21"/>
          <p:cNvSpPr/>
          <p:nvPr/>
        </p:nvSpPr>
        <p:spPr>
          <a:xfrm>
            <a:off x="886968" y="502920"/>
            <a:ext cx="457200" cy="9144"/>
          </a:xfrm>
          <a:prstGeom prst="rect">
            <a:avLst/>
          </a:prstGeom>
          <a:solidFill>
            <a:srgbClr val="1A3A2A"/>
          </a:solidFill>
          <a:ln w="12700">
            <a:solidFill>
              <a:srgbClr val="1A3A2A"/>
            </a:solidFill>
            <a:prstDash val="solid"/>
          </a:ln>
        </p:spPr>
      </p:sp>
      <p:sp>
        <p:nvSpPr>
          <p:cNvPr id="24" name="Shape 22"/>
          <p:cNvSpPr/>
          <p:nvPr/>
        </p:nvSpPr>
        <p:spPr>
          <a:xfrm>
            <a:off x="1481328" y="502920"/>
            <a:ext cx="457200" cy="9144"/>
          </a:xfrm>
          <a:prstGeom prst="rect">
            <a:avLst/>
          </a:prstGeom>
          <a:solidFill>
            <a:srgbClr val="1A3A2A"/>
          </a:solidFill>
          <a:ln w="12700">
            <a:solidFill>
              <a:srgbClr val="1A3A2A"/>
            </a:solidFill>
            <a:prstDash val="solid"/>
          </a:ln>
        </p:spPr>
      </p:sp>
      <p:sp>
        <p:nvSpPr>
          <p:cNvPr id="25" name="Shape 23"/>
          <p:cNvSpPr/>
          <p:nvPr/>
        </p:nvSpPr>
        <p:spPr>
          <a:xfrm>
            <a:off x="2075688" y="502920"/>
            <a:ext cx="457200" cy="9144"/>
          </a:xfrm>
          <a:prstGeom prst="rect">
            <a:avLst/>
          </a:prstGeom>
          <a:solidFill>
            <a:srgbClr val="1A3A2A"/>
          </a:solidFill>
          <a:ln w="12700">
            <a:solidFill>
              <a:srgbClr val="1A3A2A"/>
            </a:solidFill>
            <a:prstDash val="solid"/>
          </a:ln>
        </p:spPr>
      </p:sp>
      <p:sp>
        <p:nvSpPr>
          <p:cNvPr id="26" name="Shape 24"/>
          <p:cNvSpPr/>
          <p:nvPr/>
        </p:nvSpPr>
        <p:spPr>
          <a:xfrm>
            <a:off x="2670048" y="502920"/>
            <a:ext cx="457200" cy="9144"/>
          </a:xfrm>
          <a:prstGeom prst="rect">
            <a:avLst/>
          </a:prstGeom>
          <a:solidFill>
            <a:srgbClr val="1A3A2A"/>
          </a:solidFill>
          <a:ln w="12700">
            <a:solidFill>
              <a:srgbClr val="1A3A2A"/>
            </a:solidFill>
            <a:prstDash val="solid"/>
          </a:ln>
        </p:spPr>
      </p:sp>
      <p:sp>
        <p:nvSpPr>
          <p:cNvPr id="27" name="Shape 25"/>
          <p:cNvSpPr/>
          <p:nvPr/>
        </p:nvSpPr>
        <p:spPr>
          <a:xfrm>
            <a:off x="3264408" y="502920"/>
            <a:ext cx="457200" cy="9144"/>
          </a:xfrm>
          <a:prstGeom prst="rect">
            <a:avLst/>
          </a:prstGeom>
          <a:solidFill>
            <a:srgbClr val="1A3A2A"/>
          </a:solidFill>
          <a:ln w="12700">
            <a:solidFill>
              <a:srgbClr val="1A3A2A"/>
            </a:solidFill>
            <a:prstDash val="solid"/>
          </a:ln>
        </p:spPr>
      </p:sp>
      <p:sp>
        <p:nvSpPr>
          <p:cNvPr id="28" name="Shape 26"/>
          <p:cNvSpPr/>
          <p:nvPr/>
        </p:nvSpPr>
        <p:spPr>
          <a:xfrm>
            <a:off x="3858768" y="502920"/>
            <a:ext cx="457200" cy="9144"/>
          </a:xfrm>
          <a:prstGeom prst="rect">
            <a:avLst/>
          </a:prstGeom>
          <a:solidFill>
            <a:srgbClr val="1A3A2A"/>
          </a:solidFill>
          <a:ln w="12700">
            <a:solidFill>
              <a:srgbClr val="1A3A2A"/>
            </a:solidFill>
            <a:prstDash val="solid"/>
          </a:ln>
        </p:spPr>
      </p:sp>
      <p:sp>
        <p:nvSpPr>
          <p:cNvPr id="29" name="Shape 27"/>
          <p:cNvSpPr/>
          <p:nvPr/>
        </p:nvSpPr>
        <p:spPr>
          <a:xfrm>
            <a:off x="4453128" y="502920"/>
            <a:ext cx="457200" cy="9144"/>
          </a:xfrm>
          <a:prstGeom prst="rect">
            <a:avLst/>
          </a:prstGeom>
          <a:solidFill>
            <a:srgbClr val="1A3A2A"/>
          </a:solidFill>
          <a:ln w="12700">
            <a:solidFill>
              <a:srgbClr val="1A3A2A"/>
            </a:solidFill>
            <a:prstDash val="solid"/>
          </a:ln>
        </p:spPr>
      </p:sp>
      <p:sp>
        <p:nvSpPr>
          <p:cNvPr id="30" name="Shape 28"/>
          <p:cNvSpPr/>
          <p:nvPr/>
        </p:nvSpPr>
        <p:spPr>
          <a:xfrm>
            <a:off x="5047488" y="502920"/>
            <a:ext cx="457200" cy="9144"/>
          </a:xfrm>
          <a:prstGeom prst="rect">
            <a:avLst/>
          </a:prstGeom>
          <a:solidFill>
            <a:srgbClr val="1A3A2A"/>
          </a:solidFill>
          <a:ln w="12700">
            <a:solidFill>
              <a:srgbClr val="1A3A2A"/>
            </a:solidFill>
            <a:prstDash val="solid"/>
          </a:ln>
        </p:spPr>
      </p:sp>
      <p:sp>
        <p:nvSpPr>
          <p:cNvPr id="31" name="Shape 29"/>
          <p:cNvSpPr/>
          <p:nvPr/>
        </p:nvSpPr>
        <p:spPr>
          <a:xfrm>
            <a:off x="5641848" y="502920"/>
            <a:ext cx="457200" cy="9144"/>
          </a:xfrm>
          <a:prstGeom prst="rect">
            <a:avLst/>
          </a:prstGeom>
          <a:solidFill>
            <a:srgbClr val="1A3A2A"/>
          </a:solidFill>
          <a:ln w="12700">
            <a:solidFill>
              <a:srgbClr val="1A3A2A"/>
            </a:solidFill>
            <a:prstDash val="solid"/>
          </a:ln>
        </p:spPr>
      </p:sp>
      <p:sp>
        <p:nvSpPr>
          <p:cNvPr id="32" name="Shape 30"/>
          <p:cNvSpPr/>
          <p:nvPr/>
        </p:nvSpPr>
        <p:spPr>
          <a:xfrm>
            <a:off x="6236208" y="502920"/>
            <a:ext cx="457200" cy="9144"/>
          </a:xfrm>
          <a:prstGeom prst="rect">
            <a:avLst/>
          </a:prstGeom>
          <a:solidFill>
            <a:srgbClr val="1A3A2A"/>
          </a:solidFill>
          <a:ln w="12700">
            <a:solidFill>
              <a:srgbClr val="1A3A2A"/>
            </a:solidFill>
            <a:prstDash val="solid"/>
          </a:ln>
        </p:spPr>
      </p:sp>
      <p:sp>
        <p:nvSpPr>
          <p:cNvPr id="33" name="Shape 31"/>
          <p:cNvSpPr/>
          <p:nvPr/>
        </p:nvSpPr>
        <p:spPr>
          <a:xfrm>
            <a:off x="6830568" y="502920"/>
            <a:ext cx="457200" cy="9144"/>
          </a:xfrm>
          <a:prstGeom prst="rect">
            <a:avLst/>
          </a:prstGeom>
          <a:solidFill>
            <a:srgbClr val="1A3A2A"/>
          </a:solidFill>
          <a:ln w="12700">
            <a:solidFill>
              <a:srgbClr val="1A3A2A"/>
            </a:solidFill>
            <a:prstDash val="solid"/>
          </a:ln>
        </p:spPr>
      </p:sp>
      <p:sp>
        <p:nvSpPr>
          <p:cNvPr id="34" name="Shape 32"/>
          <p:cNvSpPr/>
          <p:nvPr/>
        </p:nvSpPr>
        <p:spPr>
          <a:xfrm>
            <a:off x="7424928" y="502920"/>
            <a:ext cx="457200" cy="9144"/>
          </a:xfrm>
          <a:prstGeom prst="rect">
            <a:avLst/>
          </a:prstGeom>
          <a:solidFill>
            <a:srgbClr val="1A3A2A"/>
          </a:solidFill>
          <a:ln w="12700">
            <a:solidFill>
              <a:srgbClr val="1A3A2A"/>
            </a:solidFill>
            <a:prstDash val="solid"/>
          </a:ln>
        </p:spPr>
      </p:sp>
      <p:sp>
        <p:nvSpPr>
          <p:cNvPr id="35" name="Shape 33"/>
          <p:cNvSpPr/>
          <p:nvPr/>
        </p:nvSpPr>
        <p:spPr>
          <a:xfrm>
            <a:off x="8019288" y="502920"/>
            <a:ext cx="457200" cy="9144"/>
          </a:xfrm>
          <a:prstGeom prst="rect">
            <a:avLst/>
          </a:prstGeom>
          <a:solidFill>
            <a:srgbClr val="1A3A2A"/>
          </a:solidFill>
          <a:ln w="12700">
            <a:solidFill>
              <a:srgbClr val="1A3A2A"/>
            </a:solidFill>
            <a:prstDash val="solid"/>
          </a:ln>
        </p:spPr>
      </p:sp>
      <p:sp>
        <p:nvSpPr>
          <p:cNvPr id="36" name="Shape 34"/>
          <p:cNvSpPr/>
          <p:nvPr/>
        </p:nvSpPr>
        <p:spPr>
          <a:xfrm>
            <a:off x="8613648" y="502920"/>
            <a:ext cx="457200" cy="9144"/>
          </a:xfrm>
          <a:prstGeom prst="rect">
            <a:avLst/>
          </a:prstGeom>
          <a:solidFill>
            <a:srgbClr val="1A3A2A"/>
          </a:solidFill>
          <a:ln w="12700">
            <a:solidFill>
              <a:srgbClr val="1A3A2A"/>
            </a:solidFill>
            <a:prstDash val="solid"/>
          </a:ln>
        </p:spPr>
      </p:sp>
      <p:sp>
        <p:nvSpPr>
          <p:cNvPr id="37" name="Shape 35"/>
          <p:cNvSpPr/>
          <p:nvPr/>
        </p:nvSpPr>
        <p:spPr>
          <a:xfrm>
            <a:off x="9208008" y="502920"/>
            <a:ext cx="457200" cy="9144"/>
          </a:xfrm>
          <a:prstGeom prst="rect">
            <a:avLst/>
          </a:prstGeom>
          <a:solidFill>
            <a:srgbClr val="1A3A2A"/>
          </a:solidFill>
          <a:ln w="12700">
            <a:solidFill>
              <a:srgbClr val="1A3A2A"/>
            </a:solidFill>
            <a:prstDash val="solid"/>
          </a:ln>
        </p:spPr>
      </p:sp>
      <p:sp>
        <p:nvSpPr>
          <p:cNvPr id="38" name="Shape 36"/>
          <p:cNvSpPr/>
          <p:nvPr/>
        </p:nvSpPr>
        <p:spPr>
          <a:xfrm>
            <a:off x="9802368" y="502920"/>
            <a:ext cx="457200" cy="9144"/>
          </a:xfrm>
          <a:prstGeom prst="rect">
            <a:avLst/>
          </a:prstGeom>
          <a:solidFill>
            <a:srgbClr val="1A3A2A"/>
          </a:solidFill>
          <a:ln w="12700">
            <a:solidFill>
              <a:srgbClr val="1A3A2A"/>
            </a:solidFill>
            <a:prstDash val="solid"/>
          </a:ln>
        </p:spPr>
      </p:sp>
      <p:sp>
        <p:nvSpPr>
          <p:cNvPr id="39" name="Shape 37"/>
          <p:cNvSpPr/>
          <p:nvPr/>
        </p:nvSpPr>
        <p:spPr>
          <a:xfrm>
            <a:off x="10396728" y="502920"/>
            <a:ext cx="457200" cy="9144"/>
          </a:xfrm>
          <a:prstGeom prst="rect">
            <a:avLst/>
          </a:prstGeom>
          <a:solidFill>
            <a:srgbClr val="1A3A2A"/>
          </a:solidFill>
          <a:ln w="12700">
            <a:solidFill>
              <a:srgbClr val="1A3A2A"/>
            </a:solidFill>
            <a:prstDash val="solid"/>
          </a:ln>
        </p:spPr>
      </p:sp>
      <p:sp>
        <p:nvSpPr>
          <p:cNvPr id="40" name="Shape 38"/>
          <p:cNvSpPr/>
          <p:nvPr/>
        </p:nvSpPr>
        <p:spPr>
          <a:xfrm>
            <a:off x="10991088" y="502920"/>
            <a:ext cx="457200" cy="9144"/>
          </a:xfrm>
          <a:prstGeom prst="rect">
            <a:avLst/>
          </a:prstGeom>
          <a:solidFill>
            <a:srgbClr val="1A3A2A"/>
          </a:solidFill>
          <a:ln w="12700">
            <a:solidFill>
              <a:srgbClr val="1A3A2A"/>
            </a:solidFill>
            <a:prstDash val="solid"/>
          </a:ln>
        </p:spPr>
      </p:sp>
      <p:sp>
        <p:nvSpPr>
          <p:cNvPr id="41" name="Shape 39"/>
          <p:cNvSpPr/>
          <p:nvPr/>
        </p:nvSpPr>
        <p:spPr>
          <a:xfrm>
            <a:off x="11585448" y="502920"/>
            <a:ext cx="457200" cy="9144"/>
          </a:xfrm>
          <a:prstGeom prst="rect">
            <a:avLst/>
          </a:prstGeom>
          <a:solidFill>
            <a:srgbClr val="1A3A2A"/>
          </a:solidFill>
          <a:ln w="12700">
            <a:solidFill>
              <a:srgbClr val="1A3A2A"/>
            </a:solidFill>
            <a:prstDash val="solid"/>
          </a:ln>
        </p:spPr>
      </p:sp>
      <p:sp>
        <p:nvSpPr>
          <p:cNvPr id="42" name="Shape 40"/>
          <p:cNvSpPr/>
          <p:nvPr/>
        </p:nvSpPr>
        <p:spPr>
          <a:xfrm>
            <a:off x="0" y="1005840"/>
            <a:ext cx="457200" cy="9144"/>
          </a:xfrm>
          <a:prstGeom prst="rect">
            <a:avLst/>
          </a:prstGeom>
          <a:solidFill>
            <a:srgbClr val="1A3A2A"/>
          </a:solidFill>
          <a:ln w="12700">
            <a:solidFill>
              <a:srgbClr val="1A3A2A"/>
            </a:solidFill>
            <a:prstDash val="solid"/>
          </a:ln>
        </p:spPr>
      </p:sp>
      <p:sp>
        <p:nvSpPr>
          <p:cNvPr id="43" name="Shape 41"/>
          <p:cNvSpPr/>
          <p:nvPr/>
        </p:nvSpPr>
        <p:spPr>
          <a:xfrm>
            <a:off x="594360" y="1005840"/>
            <a:ext cx="457200" cy="9144"/>
          </a:xfrm>
          <a:prstGeom prst="rect">
            <a:avLst/>
          </a:prstGeom>
          <a:solidFill>
            <a:srgbClr val="1A3A2A"/>
          </a:solidFill>
          <a:ln w="12700">
            <a:solidFill>
              <a:srgbClr val="1A3A2A"/>
            </a:solidFill>
            <a:prstDash val="solid"/>
          </a:ln>
        </p:spPr>
      </p:sp>
      <p:sp>
        <p:nvSpPr>
          <p:cNvPr id="44" name="Shape 42"/>
          <p:cNvSpPr/>
          <p:nvPr/>
        </p:nvSpPr>
        <p:spPr>
          <a:xfrm>
            <a:off x="1188720" y="1005840"/>
            <a:ext cx="457200" cy="9144"/>
          </a:xfrm>
          <a:prstGeom prst="rect">
            <a:avLst/>
          </a:prstGeom>
          <a:solidFill>
            <a:srgbClr val="1A3A2A"/>
          </a:solidFill>
          <a:ln w="12700">
            <a:solidFill>
              <a:srgbClr val="1A3A2A"/>
            </a:solidFill>
            <a:prstDash val="solid"/>
          </a:ln>
        </p:spPr>
      </p:sp>
      <p:sp>
        <p:nvSpPr>
          <p:cNvPr id="45" name="Shape 43"/>
          <p:cNvSpPr/>
          <p:nvPr/>
        </p:nvSpPr>
        <p:spPr>
          <a:xfrm>
            <a:off x="1783080" y="1005840"/>
            <a:ext cx="457200" cy="9144"/>
          </a:xfrm>
          <a:prstGeom prst="rect">
            <a:avLst/>
          </a:prstGeom>
          <a:solidFill>
            <a:srgbClr val="1A3A2A"/>
          </a:solidFill>
          <a:ln w="12700">
            <a:solidFill>
              <a:srgbClr val="1A3A2A"/>
            </a:solidFill>
            <a:prstDash val="solid"/>
          </a:ln>
        </p:spPr>
      </p:sp>
      <p:sp>
        <p:nvSpPr>
          <p:cNvPr id="46" name="Shape 44"/>
          <p:cNvSpPr/>
          <p:nvPr/>
        </p:nvSpPr>
        <p:spPr>
          <a:xfrm>
            <a:off x="2377440" y="1005840"/>
            <a:ext cx="457200" cy="9144"/>
          </a:xfrm>
          <a:prstGeom prst="rect">
            <a:avLst/>
          </a:prstGeom>
          <a:solidFill>
            <a:srgbClr val="1A3A2A"/>
          </a:solidFill>
          <a:ln w="12700">
            <a:solidFill>
              <a:srgbClr val="1A3A2A"/>
            </a:solidFill>
            <a:prstDash val="solid"/>
          </a:ln>
        </p:spPr>
      </p:sp>
      <p:sp>
        <p:nvSpPr>
          <p:cNvPr id="47" name="Shape 45"/>
          <p:cNvSpPr/>
          <p:nvPr/>
        </p:nvSpPr>
        <p:spPr>
          <a:xfrm>
            <a:off x="2971800" y="1005840"/>
            <a:ext cx="457200" cy="9144"/>
          </a:xfrm>
          <a:prstGeom prst="rect">
            <a:avLst/>
          </a:prstGeom>
          <a:solidFill>
            <a:srgbClr val="1A3A2A"/>
          </a:solidFill>
          <a:ln w="12700">
            <a:solidFill>
              <a:srgbClr val="1A3A2A"/>
            </a:solidFill>
            <a:prstDash val="solid"/>
          </a:ln>
        </p:spPr>
      </p:sp>
      <p:sp>
        <p:nvSpPr>
          <p:cNvPr id="48" name="Shape 46"/>
          <p:cNvSpPr/>
          <p:nvPr/>
        </p:nvSpPr>
        <p:spPr>
          <a:xfrm>
            <a:off x="3566160" y="1005840"/>
            <a:ext cx="457200" cy="9144"/>
          </a:xfrm>
          <a:prstGeom prst="rect">
            <a:avLst/>
          </a:prstGeom>
          <a:solidFill>
            <a:srgbClr val="1A3A2A"/>
          </a:solidFill>
          <a:ln w="12700">
            <a:solidFill>
              <a:srgbClr val="1A3A2A"/>
            </a:solidFill>
            <a:prstDash val="solid"/>
          </a:ln>
        </p:spPr>
      </p:sp>
      <p:sp>
        <p:nvSpPr>
          <p:cNvPr id="49" name="Shape 47"/>
          <p:cNvSpPr/>
          <p:nvPr/>
        </p:nvSpPr>
        <p:spPr>
          <a:xfrm>
            <a:off x="4160520" y="1005840"/>
            <a:ext cx="457200" cy="9144"/>
          </a:xfrm>
          <a:prstGeom prst="rect">
            <a:avLst/>
          </a:prstGeom>
          <a:solidFill>
            <a:srgbClr val="1A3A2A"/>
          </a:solidFill>
          <a:ln w="12700">
            <a:solidFill>
              <a:srgbClr val="1A3A2A"/>
            </a:solidFill>
            <a:prstDash val="solid"/>
          </a:ln>
        </p:spPr>
      </p:sp>
      <p:sp>
        <p:nvSpPr>
          <p:cNvPr id="50" name="Shape 48"/>
          <p:cNvSpPr/>
          <p:nvPr/>
        </p:nvSpPr>
        <p:spPr>
          <a:xfrm>
            <a:off x="4754880" y="1005840"/>
            <a:ext cx="457200" cy="9144"/>
          </a:xfrm>
          <a:prstGeom prst="rect">
            <a:avLst/>
          </a:prstGeom>
          <a:solidFill>
            <a:srgbClr val="1A3A2A"/>
          </a:solidFill>
          <a:ln w="12700">
            <a:solidFill>
              <a:srgbClr val="1A3A2A"/>
            </a:solidFill>
            <a:prstDash val="solid"/>
          </a:ln>
        </p:spPr>
      </p:sp>
      <p:sp>
        <p:nvSpPr>
          <p:cNvPr id="51" name="Shape 49"/>
          <p:cNvSpPr/>
          <p:nvPr/>
        </p:nvSpPr>
        <p:spPr>
          <a:xfrm>
            <a:off x="5349240" y="1005840"/>
            <a:ext cx="457200" cy="9144"/>
          </a:xfrm>
          <a:prstGeom prst="rect">
            <a:avLst/>
          </a:prstGeom>
          <a:solidFill>
            <a:srgbClr val="1A3A2A"/>
          </a:solidFill>
          <a:ln w="12700">
            <a:solidFill>
              <a:srgbClr val="1A3A2A"/>
            </a:solidFill>
            <a:prstDash val="solid"/>
          </a:ln>
        </p:spPr>
      </p:sp>
      <p:sp>
        <p:nvSpPr>
          <p:cNvPr id="52" name="Shape 50"/>
          <p:cNvSpPr/>
          <p:nvPr/>
        </p:nvSpPr>
        <p:spPr>
          <a:xfrm>
            <a:off x="5943600" y="1005840"/>
            <a:ext cx="457200" cy="9144"/>
          </a:xfrm>
          <a:prstGeom prst="rect">
            <a:avLst/>
          </a:prstGeom>
          <a:solidFill>
            <a:srgbClr val="1A3A2A"/>
          </a:solidFill>
          <a:ln w="12700">
            <a:solidFill>
              <a:srgbClr val="1A3A2A"/>
            </a:solidFill>
            <a:prstDash val="solid"/>
          </a:ln>
        </p:spPr>
      </p:sp>
      <p:sp>
        <p:nvSpPr>
          <p:cNvPr id="53" name="Shape 51"/>
          <p:cNvSpPr/>
          <p:nvPr/>
        </p:nvSpPr>
        <p:spPr>
          <a:xfrm>
            <a:off x="6537960" y="1005840"/>
            <a:ext cx="457200" cy="9144"/>
          </a:xfrm>
          <a:prstGeom prst="rect">
            <a:avLst/>
          </a:prstGeom>
          <a:solidFill>
            <a:srgbClr val="1A3A2A"/>
          </a:solidFill>
          <a:ln w="12700">
            <a:solidFill>
              <a:srgbClr val="1A3A2A"/>
            </a:solidFill>
            <a:prstDash val="solid"/>
          </a:ln>
        </p:spPr>
      </p:sp>
      <p:sp>
        <p:nvSpPr>
          <p:cNvPr id="54" name="Shape 52"/>
          <p:cNvSpPr/>
          <p:nvPr/>
        </p:nvSpPr>
        <p:spPr>
          <a:xfrm>
            <a:off x="7132320" y="1005840"/>
            <a:ext cx="457200" cy="9144"/>
          </a:xfrm>
          <a:prstGeom prst="rect">
            <a:avLst/>
          </a:prstGeom>
          <a:solidFill>
            <a:srgbClr val="1A3A2A"/>
          </a:solidFill>
          <a:ln w="12700">
            <a:solidFill>
              <a:srgbClr val="1A3A2A"/>
            </a:solidFill>
            <a:prstDash val="solid"/>
          </a:ln>
        </p:spPr>
      </p:sp>
      <p:sp>
        <p:nvSpPr>
          <p:cNvPr id="55" name="Shape 53"/>
          <p:cNvSpPr/>
          <p:nvPr/>
        </p:nvSpPr>
        <p:spPr>
          <a:xfrm>
            <a:off x="7726680" y="1005840"/>
            <a:ext cx="457200" cy="9144"/>
          </a:xfrm>
          <a:prstGeom prst="rect">
            <a:avLst/>
          </a:prstGeom>
          <a:solidFill>
            <a:srgbClr val="1A3A2A"/>
          </a:solidFill>
          <a:ln w="12700">
            <a:solidFill>
              <a:srgbClr val="1A3A2A"/>
            </a:solidFill>
            <a:prstDash val="solid"/>
          </a:ln>
        </p:spPr>
      </p:sp>
      <p:sp>
        <p:nvSpPr>
          <p:cNvPr id="56" name="Shape 54"/>
          <p:cNvSpPr/>
          <p:nvPr/>
        </p:nvSpPr>
        <p:spPr>
          <a:xfrm>
            <a:off x="8321040" y="1005840"/>
            <a:ext cx="457200" cy="9144"/>
          </a:xfrm>
          <a:prstGeom prst="rect">
            <a:avLst/>
          </a:prstGeom>
          <a:solidFill>
            <a:srgbClr val="1A3A2A"/>
          </a:solidFill>
          <a:ln w="12700">
            <a:solidFill>
              <a:srgbClr val="1A3A2A"/>
            </a:solidFill>
            <a:prstDash val="solid"/>
          </a:ln>
        </p:spPr>
      </p:sp>
      <p:sp>
        <p:nvSpPr>
          <p:cNvPr id="57" name="Shape 55"/>
          <p:cNvSpPr/>
          <p:nvPr/>
        </p:nvSpPr>
        <p:spPr>
          <a:xfrm>
            <a:off x="8915400" y="1005840"/>
            <a:ext cx="457200" cy="9144"/>
          </a:xfrm>
          <a:prstGeom prst="rect">
            <a:avLst/>
          </a:prstGeom>
          <a:solidFill>
            <a:srgbClr val="1A3A2A"/>
          </a:solidFill>
          <a:ln w="12700">
            <a:solidFill>
              <a:srgbClr val="1A3A2A"/>
            </a:solidFill>
            <a:prstDash val="solid"/>
          </a:ln>
        </p:spPr>
      </p:sp>
      <p:sp>
        <p:nvSpPr>
          <p:cNvPr id="58" name="Shape 56"/>
          <p:cNvSpPr/>
          <p:nvPr/>
        </p:nvSpPr>
        <p:spPr>
          <a:xfrm>
            <a:off x="9509760" y="1005840"/>
            <a:ext cx="457200" cy="9144"/>
          </a:xfrm>
          <a:prstGeom prst="rect">
            <a:avLst/>
          </a:prstGeom>
          <a:solidFill>
            <a:srgbClr val="1A3A2A"/>
          </a:solidFill>
          <a:ln w="12700">
            <a:solidFill>
              <a:srgbClr val="1A3A2A"/>
            </a:solidFill>
            <a:prstDash val="solid"/>
          </a:ln>
        </p:spPr>
      </p:sp>
      <p:sp>
        <p:nvSpPr>
          <p:cNvPr id="59" name="Shape 57"/>
          <p:cNvSpPr/>
          <p:nvPr/>
        </p:nvSpPr>
        <p:spPr>
          <a:xfrm>
            <a:off x="10104120" y="1005840"/>
            <a:ext cx="457200" cy="9144"/>
          </a:xfrm>
          <a:prstGeom prst="rect">
            <a:avLst/>
          </a:prstGeom>
          <a:solidFill>
            <a:srgbClr val="1A3A2A"/>
          </a:solidFill>
          <a:ln w="12700">
            <a:solidFill>
              <a:srgbClr val="1A3A2A"/>
            </a:solidFill>
            <a:prstDash val="solid"/>
          </a:ln>
        </p:spPr>
      </p:sp>
      <p:sp>
        <p:nvSpPr>
          <p:cNvPr id="60" name="Shape 58"/>
          <p:cNvSpPr/>
          <p:nvPr/>
        </p:nvSpPr>
        <p:spPr>
          <a:xfrm>
            <a:off x="10698480" y="1005840"/>
            <a:ext cx="457200" cy="9144"/>
          </a:xfrm>
          <a:prstGeom prst="rect">
            <a:avLst/>
          </a:prstGeom>
          <a:solidFill>
            <a:srgbClr val="1A3A2A"/>
          </a:solidFill>
          <a:ln w="12700">
            <a:solidFill>
              <a:srgbClr val="1A3A2A"/>
            </a:solidFill>
            <a:prstDash val="solid"/>
          </a:ln>
        </p:spPr>
      </p:sp>
      <p:sp>
        <p:nvSpPr>
          <p:cNvPr id="61" name="Shape 59"/>
          <p:cNvSpPr/>
          <p:nvPr/>
        </p:nvSpPr>
        <p:spPr>
          <a:xfrm>
            <a:off x="11292840" y="1005840"/>
            <a:ext cx="457200" cy="9144"/>
          </a:xfrm>
          <a:prstGeom prst="rect">
            <a:avLst/>
          </a:prstGeom>
          <a:solidFill>
            <a:srgbClr val="1A3A2A"/>
          </a:solidFill>
          <a:ln w="12700">
            <a:solidFill>
              <a:srgbClr val="1A3A2A"/>
            </a:solidFill>
            <a:prstDash val="solid"/>
          </a:ln>
        </p:spPr>
      </p:sp>
      <p:sp>
        <p:nvSpPr>
          <p:cNvPr id="62" name="Shape 60"/>
          <p:cNvSpPr/>
          <p:nvPr/>
        </p:nvSpPr>
        <p:spPr>
          <a:xfrm>
            <a:off x="292608" y="1508760"/>
            <a:ext cx="457200" cy="9144"/>
          </a:xfrm>
          <a:prstGeom prst="rect">
            <a:avLst/>
          </a:prstGeom>
          <a:solidFill>
            <a:srgbClr val="1A3A2A"/>
          </a:solidFill>
          <a:ln w="12700">
            <a:solidFill>
              <a:srgbClr val="1A3A2A"/>
            </a:solidFill>
            <a:prstDash val="solid"/>
          </a:ln>
        </p:spPr>
      </p:sp>
      <p:sp>
        <p:nvSpPr>
          <p:cNvPr id="63" name="Shape 61"/>
          <p:cNvSpPr/>
          <p:nvPr/>
        </p:nvSpPr>
        <p:spPr>
          <a:xfrm>
            <a:off x="886968" y="1508760"/>
            <a:ext cx="457200" cy="9144"/>
          </a:xfrm>
          <a:prstGeom prst="rect">
            <a:avLst/>
          </a:prstGeom>
          <a:solidFill>
            <a:srgbClr val="1A3A2A"/>
          </a:solidFill>
          <a:ln w="12700">
            <a:solidFill>
              <a:srgbClr val="1A3A2A"/>
            </a:solidFill>
            <a:prstDash val="solid"/>
          </a:ln>
        </p:spPr>
      </p:sp>
      <p:sp>
        <p:nvSpPr>
          <p:cNvPr id="64" name="Shape 62"/>
          <p:cNvSpPr/>
          <p:nvPr/>
        </p:nvSpPr>
        <p:spPr>
          <a:xfrm>
            <a:off x="1481328" y="1508760"/>
            <a:ext cx="457200" cy="9144"/>
          </a:xfrm>
          <a:prstGeom prst="rect">
            <a:avLst/>
          </a:prstGeom>
          <a:solidFill>
            <a:srgbClr val="1A3A2A"/>
          </a:solidFill>
          <a:ln w="12700">
            <a:solidFill>
              <a:srgbClr val="1A3A2A"/>
            </a:solidFill>
            <a:prstDash val="solid"/>
          </a:ln>
        </p:spPr>
      </p:sp>
      <p:sp>
        <p:nvSpPr>
          <p:cNvPr id="65" name="Shape 63"/>
          <p:cNvSpPr/>
          <p:nvPr/>
        </p:nvSpPr>
        <p:spPr>
          <a:xfrm>
            <a:off x="2075688" y="1508760"/>
            <a:ext cx="457200" cy="9144"/>
          </a:xfrm>
          <a:prstGeom prst="rect">
            <a:avLst/>
          </a:prstGeom>
          <a:solidFill>
            <a:srgbClr val="1A3A2A"/>
          </a:solidFill>
          <a:ln w="12700">
            <a:solidFill>
              <a:srgbClr val="1A3A2A"/>
            </a:solidFill>
            <a:prstDash val="solid"/>
          </a:ln>
        </p:spPr>
      </p:sp>
      <p:sp>
        <p:nvSpPr>
          <p:cNvPr id="66" name="Shape 64"/>
          <p:cNvSpPr/>
          <p:nvPr/>
        </p:nvSpPr>
        <p:spPr>
          <a:xfrm>
            <a:off x="2670048" y="1508760"/>
            <a:ext cx="457200" cy="9144"/>
          </a:xfrm>
          <a:prstGeom prst="rect">
            <a:avLst/>
          </a:prstGeom>
          <a:solidFill>
            <a:srgbClr val="1A3A2A"/>
          </a:solidFill>
          <a:ln w="12700">
            <a:solidFill>
              <a:srgbClr val="1A3A2A"/>
            </a:solidFill>
            <a:prstDash val="solid"/>
          </a:ln>
        </p:spPr>
      </p:sp>
      <p:sp>
        <p:nvSpPr>
          <p:cNvPr id="67" name="Shape 65"/>
          <p:cNvSpPr/>
          <p:nvPr/>
        </p:nvSpPr>
        <p:spPr>
          <a:xfrm>
            <a:off x="3264408" y="1508760"/>
            <a:ext cx="457200" cy="9144"/>
          </a:xfrm>
          <a:prstGeom prst="rect">
            <a:avLst/>
          </a:prstGeom>
          <a:solidFill>
            <a:srgbClr val="1A3A2A"/>
          </a:solidFill>
          <a:ln w="12700">
            <a:solidFill>
              <a:srgbClr val="1A3A2A"/>
            </a:solidFill>
            <a:prstDash val="solid"/>
          </a:ln>
        </p:spPr>
      </p:sp>
      <p:sp>
        <p:nvSpPr>
          <p:cNvPr id="68" name="Shape 66"/>
          <p:cNvSpPr/>
          <p:nvPr/>
        </p:nvSpPr>
        <p:spPr>
          <a:xfrm>
            <a:off x="3858768" y="1508760"/>
            <a:ext cx="457200" cy="9144"/>
          </a:xfrm>
          <a:prstGeom prst="rect">
            <a:avLst/>
          </a:prstGeom>
          <a:solidFill>
            <a:srgbClr val="1A3A2A"/>
          </a:solidFill>
          <a:ln w="12700">
            <a:solidFill>
              <a:srgbClr val="1A3A2A"/>
            </a:solidFill>
            <a:prstDash val="solid"/>
          </a:ln>
        </p:spPr>
      </p:sp>
      <p:sp>
        <p:nvSpPr>
          <p:cNvPr id="69" name="Shape 67"/>
          <p:cNvSpPr/>
          <p:nvPr/>
        </p:nvSpPr>
        <p:spPr>
          <a:xfrm>
            <a:off x="4453128" y="1508760"/>
            <a:ext cx="457200" cy="9144"/>
          </a:xfrm>
          <a:prstGeom prst="rect">
            <a:avLst/>
          </a:prstGeom>
          <a:solidFill>
            <a:srgbClr val="1A3A2A"/>
          </a:solidFill>
          <a:ln w="12700">
            <a:solidFill>
              <a:srgbClr val="1A3A2A"/>
            </a:solidFill>
            <a:prstDash val="solid"/>
          </a:ln>
        </p:spPr>
      </p:sp>
      <p:sp>
        <p:nvSpPr>
          <p:cNvPr id="70" name="Shape 68"/>
          <p:cNvSpPr/>
          <p:nvPr/>
        </p:nvSpPr>
        <p:spPr>
          <a:xfrm>
            <a:off x="5047488" y="1508760"/>
            <a:ext cx="457200" cy="9144"/>
          </a:xfrm>
          <a:prstGeom prst="rect">
            <a:avLst/>
          </a:prstGeom>
          <a:solidFill>
            <a:srgbClr val="1A3A2A"/>
          </a:solidFill>
          <a:ln w="12700">
            <a:solidFill>
              <a:srgbClr val="1A3A2A"/>
            </a:solidFill>
            <a:prstDash val="solid"/>
          </a:ln>
        </p:spPr>
      </p:sp>
      <p:sp>
        <p:nvSpPr>
          <p:cNvPr id="71" name="Shape 69"/>
          <p:cNvSpPr/>
          <p:nvPr/>
        </p:nvSpPr>
        <p:spPr>
          <a:xfrm>
            <a:off x="5641848" y="1508760"/>
            <a:ext cx="457200" cy="9144"/>
          </a:xfrm>
          <a:prstGeom prst="rect">
            <a:avLst/>
          </a:prstGeom>
          <a:solidFill>
            <a:srgbClr val="1A3A2A"/>
          </a:solidFill>
          <a:ln w="12700">
            <a:solidFill>
              <a:srgbClr val="1A3A2A"/>
            </a:solidFill>
            <a:prstDash val="solid"/>
          </a:ln>
        </p:spPr>
      </p:sp>
      <p:sp>
        <p:nvSpPr>
          <p:cNvPr id="72" name="Shape 70"/>
          <p:cNvSpPr/>
          <p:nvPr/>
        </p:nvSpPr>
        <p:spPr>
          <a:xfrm>
            <a:off x="6236208" y="1508760"/>
            <a:ext cx="457200" cy="9144"/>
          </a:xfrm>
          <a:prstGeom prst="rect">
            <a:avLst/>
          </a:prstGeom>
          <a:solidFill>
            <a:srgbClr val="1A3A2A"/>
          </a:solidFill>
          <a:ln w="12700">
            <a:solidFill>
              <a:srgbClr val="1A3A2A"/>
            </a:solidFill>
            <a:prstDash val="solid"/>
          </a:ln>
        </p:spPr>
      </p:sp>
      <p:sp>
        <p:nvSpPr>
          <p:cNvPr id="73" name="Shape 71"/>
          <p:cNvSpPr/>
          <p:nvPr/>
        </p:nvSpPr>
        <p:spPr>
          <a:xfrm>
            <a:off x="6830568" y="1508760"/>
            <a:ext cx="457200" cy="9144"/>
          </a:xfrm>
          <a:prstGeom prst="rect">
            <a:avLst/>
          </a:prstGeom>
          <a:solidFill>
            <a:srgbClr val="1A3A2A"/>
          </a:solidFill>
          <a:ln w="12700">
            <a:solidFill>
              <a:srgbClr val="1A3A2A"/>
            </a:solidFill>
            <a:prstDash val="solid"/>
          </a:ln>
        </p:spPr>
      </p:sp>
      <p:sp>
        <p:nvSpPr>
          <p:cNvPr id="74" name="Shape 72"/>
          <p:cNvSpPr/>
          <p:nvPr/>
        </p:nvSpPr>
        <p:spPr>
          <a:xfrm>
            <a:off x="7424928" y="1508760"/>
            <a:ext cx="457200" cy="9144"/>
          </a:xfrm>
          <a:prstGeom prst="rect">
            <a:avLst/>
          </a:prstGeom>
          <a:solidFill>
            <a:srgbClr val="1A3A2A"/>
          </a:solidFill>
          <a:ln w="12700">
            <a:solidFill>
              <a:srgbClr val="1A3A2A"/>
            </a:solidFill>
            <a:prstDash val="solid"/>
          </a:ln>
        </p:spPr>
      </p:sp>
      <p:sp>
        <p:nvSpPr>
          <p:cNvPr id="75" name="Shape 73"/>
          <p:cNvSpPr/>
          <p:nvPr/>
        </p:nvSpPr>
        <p:spPr>
          <a:xfrm>
            <a:off x="8019288" y="1508760"/>
            <a:ext cx="457200" cy="9144"/>
          </a:xfrm>
          <a:prstGeom prst="rect">
            <a:avLst/>
          </a:prstGeom>
          <a:solidFill>
            <a:srgbClr val="1A3A2A"/>
          </a:solidFill>
          <a:ln w="12700">
            <a:solidFill>
              <a:srgbClr val="1A3A2A"/>
            </a:solidFill>
            <a:prstDash val="solid"/>
          </a:ln>
        </p:spPr>
      </p:sp>
      <p:sp>
        <p:nvSpPr>
          <p:cNvPr id="76" name="Shape 74"/>
          <p:cNvSpPr/>
          <p:nvPr/>
        </p:nvSpPr>
        <p:spPr>
          <a:xfrm>
            <a:off x="8613648" y="1508760"/>
            <a:ext cx="457200" cy="9144"/>
          </a:xfrm>
          <a:prstGeom prst="rect">
            <a:avLst/>
          </a:prstGeom>
          <a:solidFill>
            <a:srgbClr val="1A3A2A"/>
          </a:solidFill>
          <a:ln w="12700">
            <a:solidFill>
              <a:srgbClr val="1A3A2A"/>
            </a:solidFill>
            <a:prstDash val="solid"/>
          </a:ln>
        </p:spPr>
      </p:sp>
      <p:sp>
        <p:nvSpPr>
          <p:cNvPr id="77" name="Shape 75"/>
          <p:cNvSpPr/>
          <p:nvPr/>
        </p:nvSpPr>
        <p:spPr>
          <a:xfrm>
            <a:off x="9208008" y="1508760"/>
            <a:ext cx="457200" cy="9144"/>
          </a:xfrm>
          <a:prstGeom prst="rect">
            <a:avLst/>
          </a:prstGeom>
          <a:solidFill>
            <a:srgbClr val="1A3A2A"/>
          </a:solidFill>
          <a:ln w="12700">
            <a:solidFill>
              <a:srgbClr val="1A3A2A"/>
            </a:solidFill>
            <a:prstDash val="solid"/>
          </a:ln>
        </p:spPr>
      </p:sp>
      <p:sp>
        <p:nvSpPr>
          <p:cNvPr id="78" name="Shape 76"/>
          <p:cNvSpPr/>
          <p:nvPr/>
        </p:nvSpPr>
        <p:spPr>
          <a:xfrm>
            <a:off x="9802368" y="1508760"/>
            <a:ext cx="457200" cy="9144"/>
          </a:xfrm>
          <a:prstGeom prst="rect">
            <a:avLst/>
          </a:prstGeom>
          <a:solidFill>
            <a:srgbClr val="1A3A2A"/>
          </a:solidFill>
          <a:ln w="12700">
            <a:solidFill>
              <a:srgbClr val="1A3A2A"/>
            </a:solidFill>
            <a:prstDash val="solid"/>
          </a:ln>
        </p:spPr>
      </p:sp>
      <p:sp>
        <p:nvSpPr>
          <p:cNvPr id="79" name="Shape 77"/>
          <p:cNvSpPr/>
          <p:nvPr/>
        </p:nvSpPr>
        <p:spPr>
          <a:xfrm>
            <a:off x="10396728" y="1508760"/>
            <a:ext cx="457200" cy="9144"/>
          </a:xfrm>
          <a:prstGeom prst="rect">
            <a:avLst/>
          </a:prstGeom>
          <a:solidFill>
            <a:srgbClr val="1A3A2A"/>
          </a:solidFill>
          <a:ln w="12700">
            <a:solidFill>
              <a:srgbClr val="1A3A2A"/>
            </a:solidFill>
            <a:prstDash val="solid"/>
          </a:ln>
        </p:spPr>
      </p:sp>
      <p:sp>
        <p:nvSpPr>
          <p:cNvPr id="80" name="Shape 78"/>
          <p:cNvSpPr/>
          <p:nvPr/>
        </p:nvSpPr>
        <p:spPr>
          <a:xfrm>
            <a:off x="10991088" y="1508760"/>
            <a:ext cx="457200" cy="9144"/>
          </a:xfrm>
          <a:prstGeom prst="rect">
            <a:avLst/>
          </a:prstGeom>
          <a:solidFill>
            <a:srgbClr val="1A3A2A"/>
          </a:solidFill>
          <a:ln w="12700">
            <a:solidFill>
              <a:srgbClr val="1A3A2A"/>
            </a:solidFill>
            <a:prstDash val="solid"/>
          </a:ln>
        </p:spPr>
      </p:sp>
      <p:sp>
        <p:nvSpPr>
          <p:cNvPr id="81" name="Shape 79"/>
          <p:cNvSpPr/>
          <p:nvPr/>
        </p:nvSpPr>
        <p:spPr>
          <a:xfrm>
            <a:off x="11585448" y="1508760"/>
            <a:ext cx="457200" cy="9144"/>
          </a:xfrm>
          <a:prstGeom prst="rect">
            <a:avLst/>
          </a:prstGeom>
          <a:solidFill>
            <a:srgbClr val="1A3A2A"/>
          </a:solidFill>
          <a:ln w="12700">
            <a:solidFill>
              <a:srgbClr val="1A3A2A"/>
            </a:solidFill>
            <a:prstDash val="solid"/>
          </a:ln>
        </p:spPr>
      </p:sp>
      <p:sp>
        <p:nvSpPr>
          <p:cNvPr id="82" name="Shape 80"/>
          <p:cNvSpPr/>
          <p:nvPr/>
        </p:nvSpPr>
        <p:spPr>
          <a:xfrm>
            <a:off x="0" y="2011680"/>
            <a:ext cx="457200" cy="9144"/>
          </a:xfrm>
          <a:prstGeom prst="rect">
            <a:avLst/>
          </a:prstGeom>
          <a:solidFill>
            <a:srgbClr val="1A3A2A"/>
          </a:solidFill>
          <a:ln w="12700">
            <a:solidFill>
              <a:srgbClr val="1A3A2A"/>
            </a:solidFill>
            <a:prstDash val="solid"/>
          </a:ln>
        </p:spPr>
      </p:sp>
      <p:sp>
        <p:nvSpPr>
          <p:cNvPr id="83" name="Shape 81"/>
          <p:cNvSpPr/>
          <p:nvPr/>
        </p:nvSpPr>
        <p:spPr>
          <a:xfrm>
            <a:off x="594360" y="2011680"/>
            <a:ext cx="457200" cy="9144"/>
          </a:xfrm>
          <a:prstGeom prst="rect">
            <a:avLst/>
          </a:prstGeom>
          <a:solidFill>
            <a:srgbClr val="1A3A2A"/>
          </a:solidFill>
          <a:ln w="12700">
            <a:solidFill>
              <a:srgbClr val="1A3A2A"/>
            </a:solidFill>
            <a:prstDash val="solid"/>
          </a:ln>
        </p:spPr>
      </p:sp>
      <p:sp>
        <p:nvSpPr>
          <p:cNvPr id="84" name="Shape 82"/>
          <p:cNvSpPr/>
          <p:nvPr/>
        </p:nvSpPr>
        <p:spPr>
          <a:xfrm>
            <a:off x="1188720" y="2011680"/>
            <a:ext cx="457200" cy="9144"/>
          </a:xfrm>
          <a:prstGeom prst="rect">
            <a:avLst/>
          </a:prstGeom>
          <a:solidFill>
            <a:srgbClr val="1A3A2A"/>
          </a:solidFill>
          <a:ln w="12700">
            <a:solidFill>
              <a:srgbClr val="1A3A2A"/>
            </a:solidFill>
            <a:prstDash val="solid"/>
          </a:ln>
        </p:spPr>
      </p:sp>
      <p:sp>
        <p:nvSpPr>
          <p:cNvPr id="85" name="Shape 83"/>
          <p:cNvSpPr/>
          <p:nvPr/>
        </p:nvSpPr>
        <p:spPr>
          <a:xfrm>
            <a:off x="1783080" y="2011680"/>
            <a:ext cx="457200" cy="9144"/>
          </a:xfrm>
          <a:prstGeom prst="rect">
            <a:avLst/>
          </a:prstGeom>
          <a:solidFill>
            <a:srgbClr val="1A3A2A"/>
          </a:solidFill>
          <a:ln w="12700">
            <a:solidFill>
              <a:srgbClr val="1A3A2A"/>
            </a:solidFill>
            <a:prstDash val="solid"/>
          </a:ln>
        </p:spPr>
      </p:sp>
      <p:sp>
        <p:nvSpPr>
          <p:cNvPr id="86" name="Shape 84"/>
          <p:cNvSpPr/>
          <p:nvPr/>
        </p:nvSpPr>
        <p:spPr>
          <a:xfrm>
            <a:off x="2377440" y="2011680"/>
            <a:ext cx="457200" cy="9144"/>
          </a:xfrm>
          <a:prstGeom prst="rect">
            <a:avLst/>
          </a:prstGeom>
          <a:solidFill>
            <a:srgbClr val="1A3A2A"/>
          </a:solidFill>
          <a:ln w="12700">
            <a:solidFill>
              <a:srgbClr val="1A3A2A"/>
            </a:solidFill>
            <a:prstDash val="solid"/>
          </a:ln>
        </p:spPr>
      </p:sp>
      <p:sp>
        <p:nvSpPr>
          <p:cNvPr id="87" name="Shape 85"/>
          <p:cNvSpPr/>
          <p:nvPr/>
        </p:nvSpPr>
        <p:spPr>
          <a:xfrm>
            <a:off x="2971800" y="2011680"/>
            <a:ext cx="457200" cy="9144"/>
          </a:xfrm>
          <a:prstGeom prst="rect">
            <a:avLst/>
          </a:prstGeom>
          <a:solidFill>
            <a:srgbClr val="1A3A2A"/>
          </a:solidFill>
          <a:ln w="12700">
            <a:solidFill>
              <a:srgbClr val="1A3A2A"/>
            </a:solidFill>
            <a:prstDash val="solid"/>
          </a:ln>
        </p:spPr>
      </p:sp>
      <p:sp>
        <p:nvSpPr>
          <p:cNvPr id="88" name="Shape 86"/>
          <p:cNvSpPr/>
          <p:nvPr/>
        </p:nvSpPr>
        <p:spPr>
          <a:xfrm>
            <a:off x="3566160" y="2011680"/>
            <a:ext cx="457200" cy="9144"/>
          </a:xfrm>
          <a:prstGeom prst="rect">
            <a:avLst/>
          </a:prstGeom>
          <a:solidFill>
            <a:srgbClr val="1A3A2A"/>
          </a:solidFill>
          <a:ln w="12700">
            <a:solidFill>
              <a:srgbClr val="1A3A2A"/>
            </a:solidFill>
            <a:prstDash val="solid"/>
          </a:ln>
        </p:spPr>
      </p:sp>
      <p:sp>
        <p:nvSpPr>
          <p:cNvPr id="89" name="Shape 87"/>
          <p:cNvSpPr/>
          <p:nvPr/>
        </p:nvSpPr>
        <p:spPr>
          <a:xfrm>
            <a:off x="4160520" y="2011680"/>
            <a:ext cx="457200" cy="9144"/>
          </a:xfrm>
          <a:prstGeom prst="rect">
            <a:avLst/>
          </a:prstGeom>
          <a:solidFill>
            <a:srgbClr val="1A3A2A"/>
          </a:solidFill>
          <a:ln w="12700">
            <a:solidFill>
              <a:srgbClr val="1A3A2A"/>
            </a:solidFill>
            <a:prstDash val="solid"/>
          </a:ln>
        </p:spPr>
      </p:sp>
      <p:sp>
        <p:nvSpPr>
          <p:cNvPr id="90" name="Shape 88"/>
          <p:cNvSpPr/>
          <p:nvPr/>
        </p:nvSpPr>
        <p:spPr>
          <a:xfrm>
            <a:off x="4754880" y="2011680"/>
            <a:ext cx="457200" cy="9144"/>
          </a:xfrm>
          <a:prstGeom prst="rect">
            <a:avLst/>
          </a:prstGeom>
          <a:solidFill>
            <a:srgbClr val="1A3A2A"/>
          </a:solidFill>
          <a:ln w="12700">
            <a:solidFill>
              <a:srgbClr val="1A3A2A"/>
            </a:solidFill>
            <a:prstDash val="solid"/>
          </a:ln>
        </p:spPr>
      </p:sp>
      <p:sp>
        <p:nvSpPr>
          <p:cNvPr id="91" name="Shape 89"/>
          <p:cNvSpPr/>
          <p:nvPr/>
        </p:nvSpPr>
        <p:spPr>
          <a:xfrm>
            <a:off x="5349240" y="2011680"/>
            <a:ext cx="457200" cy="9144"/>
          </a:xfrm>
          <a:prstGeom prst="rect">
            <a:avLst/>
          </a:prstGeom>
          <a:solidFill>
            <a:srgbClr val="1A3A2A"/>
          </a:solidFill>
          <a:ln w="12700">
            <a:solidFill>
              <a:srgbClr val="1A3A2A"/>
            </a:solidFill>
            <a:prstDash val="solid"/>
          </a:ln>
        </p:spPr>
      </p:sp>
      <p:sp>
        <p:nvSpPr>
          <p:cNvPr id="92" name="Shape 90"/>
          <p:cNvSpPr/>
          <p:nvPr/>
        </p:nvSpPr>
        <p:spPr>
          <a:xfrm>
            <a:off x="5943600" y="2011680"/>
            <a:ext cx="457200" cy="9144"/>
          </a:xfrm>
          <a:prstGeom prst="rect">
            <a:avLst/>
          </a:prstGeom>
          <a:solidFill>
            <a:srgbClr val="1A3A2A"/>
          </a:solidFill>
          <a:ln w="12700">
            <a:solidFill>
              <a:srgbClr val="1A3A2A"/>
            </a:solidFill>
            <a:prstDash val="solid"/>
          </a:ln>
        </p:spPr>
      </p:sp>
      <p:sp>
        <p:nvSpPr>
          <p:cNvPr id="93" name="Shape 91"/>
          <p:cNvSpPr/>
          <p:nvPr/>
        </p:nvSpPr>
        <p:spPr>
          <a:xfrm>
            <a:off x="6537960" y="2011680"/>
            <a:ext cx="457200" cy="9144"/>
          </a:xfrm>
          <a:prstGeom prst="rect">
            <a:avLst/>
          </a:prstGeom>
          <a:solidFill>
            <a:srgbClr val="1A3A2A"/>
          </a:solidFill>
          <a:ln w="12700">
            <a:solidFill>
              <a:srgbClr val="1A3A2A"/>
            </a:solidFill>
            <a:prstDash val="solid"/>
          </a:ln>
        </p:spPr>
      </p:sp>
      <p:sp>
        <p:nvSpPr>
          <p:cNvPr id="94" name="Shape 92"/>
          <p:cNvSpPr/>
          <p:nvPr/>
        </p:nvSpPr>
        <p:spPr>
          <a:xfrm>
            <a:off x="7132320" y="2011680"/>
            <a:ext cx="457200" cy="9144"/>
          </a:xfrm>
          <a:prstGeom prst="rect">
            <a:avLst/>
          </a:prstGeom>
          <a:solidFill>
            <a:srgbClr val="1A3A2A"/>
          </a:solidFill>
          <a:ln w="12700">
            <a:solidFill>
              <a:srgbClr val="1A3A2A"/>
            </a:solidFill>
            <a:prstDash val="solid"/>
          </a:ln>
        </p:spPr>
      </p:sp>
      <p:sp>
        <p:nvSpPr>
          <p:cNvPr id="95" name="Shape 93"/>
          <p:cNvSpPr/>
          <p:nvPr/>
        </p:nvSpPr>
        <p:spPr>
          <a:xfrm>
            <a:off x="7726680" y="2011680"/>
            <a:ext cx="457200" cy="9144"/>
          </a:xfrm>
          <a:prstGeom prst="rect">
            <a:avLst/>
          </a:prstGeom>
          <a:solidFill>
            <a:srgbClr val="1A3A2A"/>
          </a:solidFill>
          <a:ln w="12700">
            <a:solidFill>
              <a:srgbClr val="1A3A2A"/>
            </a:solidFill>
            <a:prstDash val="solid"/>
          </a:ln>
        </p:spPr>
      </p:sp>
      <p:sp>
        <p:nvSpPr>
          <p:cNvPr id="96" name="Shape 94"/>
          <p:cNvSpPr/>
          <p:nvPr/>
        </p:nvSpPr>
        <p:spPr>
          <a:xfrm>
            <a:off x="8321040" y="2011680"/>
            <a:ext cx="457200" cy="9144"/>
          </a:xfrm>
          <a:prstGeom prst="rect">
            <a:avLst/>
          </a:prstGeom>
          <a:solidFill>
            <a:srgbClr val="1A3A2A"/>
          </a:solidFill>
          <a:ln w="12700">
            <a:solidFill>
              <a:srgbClr val="1A3A2A"/>
            </a:solidFill>
            <a:prstDash val="solid"/>
          </a:ln>
        </p:spPr>
      </p:sp>
      <p:sp>
        <p:nvSpPr>
          <p:cNvPr id="97" name="Shape 95"/>
          <p:cNvSpPr/>
          <p:nvPr/>
        </p:nvSpPr>
        <p:spPr>
          <a:xfrm>
            <a:off x="8915400" y="2011680"/>
            <a:ext cx="457200" cy="9144"/>
          </a:xfrm>
          <a:prstGeom prst="rect">
            <a:avLst/>
          </a:prstGeom>
          <a:solidFill>
            <a:srgbClr val="1A3A2A"/>
          </a:solidFill>
          <a:ln w="12700">
            <a:solidFill>
              <a:srgbClr val="1A3A2A"/>
            </a:solidFill>
            <a:prstDash val="solid"/>
          </a:ln>
        </p:spPr>
      </p:sp>
      <p:sp>
        <p:nvSpPr>
          <p:cNvPr id="98" name="Shape 96"/>
          <p:cNvSpPr/>
          <p:nvPr/>
        </p:nvSpPr>
        <p:spPr>
          <a:xfrm>
            <a:off x="9509760" y="2011680"/>
            <a:ext cx="457200" cy="9144"/>
          </a:xfrm>
          <a:prstGeom prst="rect">
            <a:avLst/>
          </a:prstGeom>
          <a:solidFill>
            <a:srgbClr val="1A3A2A"/>
          </a:solidFill>
          <a:ln w="12700">
            <a:solidFill>
              <a:srgbClr val="1A3A2A"/>
            </a:solidFill>
            <a:prstDash val="solid"/>
          </a:ln>
        </p:spPr>
      </p:sp>
      <p:sp>
        <p:nvSpPr>
          <p:cNvPr id="99" name="Shape 97"/>
          <p:cNvSpPr/>
          <p:nvPr/>
        </p:nvSpPr>
        <p:spPr>
          <a:xfrm>
            <a:off x="10104120" y="2011680"/>
            <a:ext cx="457200" cy="9144"/>
          </a:xfrm>
          <a:prstGeom prst="rect">
            <a:avLst/>
          </a:prstGeom>
          <a:solidFill>
            <a:srgbClr val="1A3A2A"/>
          </a:solidFill>
          <a:ln w="12700">
            <a:solidFill>
              <a:srgbClr val="1A3A2A"/>
            </a:solidFill>
            <a:prstDash val="solid"/>
          </a:ln>
        </p:spPr>
      </p:sp>
      <p:sp>
        <p:nvSpPr>
          <p:cNvPr id="100" name="Shape 98"/>
          <p:cNvSpPr/>
          <p:nvPr/>
        </p:nvSpPr>
        <p:spPr>
          <a:xfrm>
            <a:off x="10698480" y="2011680"/>
            <a:ext cx="457200" cy="9144"/>
          </a:xfrm>
          <a:prstGeom prst="rect">
            <a:avLst/>
          </a:prstGeom>
          <a:solidFill>
            <a:srgbClr val="1A3A2A"/>
          </a:solidFill>
          <a:ln w="12700">
            <a:solidFill>
              <a:srgbClr val="1A3A2A"/>
            </a:solidFill>
            <a:prstDash val="solid"/>
          </a:ln>
        </p:spPr>
      </p:sp>
      <p:sp>
        <p:nvSpPr>
          <p:cNvPr id="101" name="Shape 99"/>
          <p:cNvSpPr/>
          <p:nvPr/>
        </p:nvSpPr>
        <p:spPr>
          <a:xfrm>
            <a:off x="11292840" y="2011680"/>
            <a:ext cx="457200" cy="9144"/>
          </a:xfrm>
          <a:prstGeom prst="rect">
            <a:avLst/>
          </a:prstGeom>
          <a:solidFill>
            <a:srgbClr val="1A3A2A"/>
          </a:solidFill>
          <a:ln w="12700">
            <a:solidFill>
              <a:srgbClr val="1A3A2A"/>
            </a:solidFill>
            <a:prstDash val="solid"/>
          </a:ln>
        </p:spPr>
      </p:sp>
      <p:sp>
        <p:nvSpPr>
          <p:cNvPr id="102" name="Shape 100"/>
          <p:cNvSpPr/>
          <p:nvPr/>
        </p:nvSpPr>
        <p:spPr>
          <a:xfrm>
            <a:off x="292608" y="2514600"/>
            <a:ext cx="457200" cy="9144"/>
          </a:xfrm>
          <a:prstGeom prst="rect">
            <a:avLst/>
          </a:prstGeom>
          <a:solidFill>
            <a:srgbClr val="1A3A2A"/>
          </a:solidFill>
          <a:ln w="12700">
            <a:solidFill>
              <a:srgbClr val="1A3A2A"/>
            </a:solidFill>
            <a:prstDash val="solid"/>
          </a:ln>
        </p:spPr>
      </p:sp>
      <p:sp>
        <p:nvSpPr>
          <p:cNvPr id="103" name="Shape 101"/>
          <p:cNvSpPr/>
          <p:nvPr/>
        </p:nvSpPr>
        <p:spPr>
          <a:xfrm>
            <a:off x="886968" y="2514600"/>
            <a:ext cx="457200" cy="9144"/>
          </a:xfrm>
          <a:prstGeom prst="rect">
            <a:avLst/>
          </a:prstGeom>
          <a:solidFill>
            <a:srgbClr val="1A3A2A"/>
          </a:solidFill>
          <a:ln w="12700">
            <a:solidFill>
              <a:srgbClr val="1A3A2A"/>
            </a:solidFill>
            <a:prstDash val="solid"/>
          </a:ln>
        </p:spPr>
      </p:sp>
      <p:sp>
        <p:nvSpPr>
          <p:cNvPr id="104" name="Shape 102"/>
          <p:cNvSpPr/>
          <p:nvPr/>
        </p:nvSpPr>
        <p:spPr>
          <a:xfrm>
            <a:off x="1481328" y="2514600"/>
            <a:ext cx="457200" cy="9144"/>
          </a:xfrm>
          <a:prstGeom prst="rect">
            <a:avLst/>
          </a:prstGeom>
          <a:solidFill>
            <a:srgbClr val="1A3A2A"/>
          </a:solidFill>
          <a:ln w="12700">
            <a:solidFill>
              <a:srgbClr val="1A3A2A"/>
            </a:solidFill>
            <a:prstDash val="solid"/>
          </a:ln>
        </p:spPr>
      </p:sp>
      <p:sp>
        <p:nvSpPr>
          <p:cNvPr id="105" name="Shape 103"/>
          <p:cNvSpPr/>
          <p:nvPr/>
        </p:nvSpPr>
        <p:spPr>
          <a:xfrm>
            <a:off x="2075688" y="2514600"/>
            <a:ext cx="457200" cy="9144"/>
          </a:xfrm>
          <a:prstGeom prst="rect">
            <a:avLst/>
          </a:prstGeom>
          <a:solidFill>
            <a:srgbClr val="1A3A2A"/>
          </a:solidFill>
          <a:ln w="12700">
            <a:solidFill>
              <a:srgbClr val="1A3A2A"/>
            </a:solidFill>
            <a:prstDash val="solid"/>
          </a:ln>
        </p:spPr>
      </p:sp>
      <p:sp>
        <p:nvSpPr>
          <p:cNvPr id="106" name="Shape 104"/>
          <p:cNvSpPr/>
          <p:nvPr/>
        </p:nvSpPr>
        <p:spPr>
          <a:xfrm>
            <a:off x="2670048" y="2514600"/>
            <a:ext cx="457200" cy="9144"/>
          </a:xfrm>
          <a:prstGeom prst="rect">
            <a:avLst/>
          </a:prstGeom>
          <a:solidFill>
            <a:srgbClr val="1A3A2A"/>
          </a:solidFill>
          <a:ln w="12700">
            <a:solidFill>
              <a:srgbClr val="1A3A2A"/>
            </a:solidFill>
            <a:prstDash val="solid"/>
          </a:ln>
        </p:spPr>
      </p:sp>
      <p:sp>
        <p:nvSpPr>
          <p:cNvPr id="107" name="Shape 105"/>
          <p:cNvSpPr/>
          <p:nvPr/>
        </p:nvSpPr>
        <p:spPr>
          <a:xfrm>
            <a:off x="3264408" y="2514600"/>
            <a:ext cx="457200" cy="9144"/>
          </a:xfrm>
          <a:prstGeom prst="rect">
            <a:avLst/>
          </a:prstGeom>
          <a:solidFill>
            <a:srgbClr val="1A3A2A"/>
          </a:solidFill>
          <a:ln w="12700">
            <a:solidFill>
              <a:srgbClr val="1A3A2A"/>
            </a:solidFill>
            <a:prstDash val="solid"/>
          </a:ln>
        </p:spPr>
      </p:sp>
      <p:sp>
        <p:nvSpPr>
          <p:cNvPr id="108" name="Shape 106"/>
          <p:cNvSpPr/>
          <p:nvPr/>
        </p:nvSpPr>
        <p:spPr>
          <a:xfrm>
            <a:off x="3858768" y="2514600"/>
            <a:ext cx="457200" cy="9144"/>
          </a:xfrm>
          <a:prstGeom prst="rect">
            <a:avLst/>
          </a:prstGeom>
          <a:solidFill>
            <a:srgbClr val="1A3A2A"/>
          </a:solidFill>
          <a:ln w="12700">
            <a:solidFill>
              <a:srgbClr val="1A3A2A"/>
            </a:solidFill>
            <a:prstDash val="solid"/>
          </a:ln>
        </p:spPr>
      </p:sp>
      <p:sp>
        <p:nvSpPr>
          <p:cNvPr id="109" name="Shape 107"/>
          <p:cNvSpPr/>
          <p:nvPr/>
        </p:nvSpPr>
        <p:spPr>
          <a:xfrm>
            <a:off x="4453128" y="2514600"/>
            <a:ext cx="457200" cy="9144"/>
          </a:xfrm>
          <a:prstGeom prst="rect">
            <a:avLst/>
          </a:prstGeom>
          <a:solidFill>
            <a:srgbClr val="1A3A2A"/>
          </a:solidFill>
          <a:ln w="12700">
            <a:solidFill>
              <a:srgbClr val="1A3A2A"/>
            </a:solidFill>
            <a:prstDash val="solid"/>
          </a:ln>
        </p:spPr>
      </p:sp>
      <p:sp>
        <p:nvSpPr>
          <p:cNvPr id="110" name="Shape 108"/>
          <p:cNvSpPr/>
          <p:nvPr/>
        </p:nvSpPr>
        <p:spPr>
          <a:xfrm>
            <a:off x="5047488" y="2514600"/>
            <a:ext cx="457200" cy="9144"/>
          </a:xfrm>
          <a:prstGeom prst="rect">
            <a:avLst/>
          </a:prstGeom>
          <a:solidFill>
            <a:srgbClr val="1A3A2A"/>
          </a:solidFill>
          <a:ln w="12700">
            <a:solidFill>
              <a:srgbClr val="1A3A2A"/>
            </a:solidFill>
            <a:prstDash val="solid"/>
          </a:ln>
        </p:spPr>
      </p:sp>
      <p:sp>
        <p:nvSpPr>
          <p:cNvPr id="111" name="Shape 109"/>
          <p:cNvSpPr/>
          <p:nvPr/>
        </p:nvSpPr>
        <p:spPr>
          <a:xfrm>
            <a:off x="5641848" y="2514600"/>
            <a:ext cx="457200" cy="9144"/>
          </a:xfrm>
          <a:prstGeom prst="rect">
            <a:avLst/>
          </a:prstGeom>
          <a:solidFill>
            <a:srgbClr val="1A3A2A"/>
          </a:solidFill>
          <a:ln w="12700">
            <a:solidFill>
              <a:srgbClr val="1A3A2A"/>
            </a:solidFill>
            <a:prstDash val="solid"/>
          </a:ln>
        </p:spPr>
      </p:sp>
      <p:sp>
        <p:nvSpPr>
          <p:cNvPr id="112" name="Shape 110"/>
          <p:cNvSpPr/>
          <p:nvPr/>
        </p:nvSpPr>
        <p:spPr>
          <a:xfrm>
            <a:off x="6236208" y="2514600"/>
            <a:ext cx="457200" cy="9144"/>
          </a:xfrm>
          <a:prstGeom prst="rect">
            <a:avLst/>
          </a:prstGeom>
          <a:solidFill>
            <a:srgbClr val="1A3A2A"/>
          </a:solidFill>
          <a:ln w="12700">
            <a:solidFill>
              <a:srgbClr val="1A3A2A"/>
            </a:solidFill>
            <a:prstDash val="solid"/>
          </a:ln>
        </p:spPr>
      </p:sp>
      <p:sp>
        <p:nvSpPr>
          <p:cNvPr id="113" name="Shape 111"/>
          <p:cNvSpPr/>
          <p:nvPr/>
        </p:nvSpPr>
        <p:spPr>
          <a:xfrm>
            <a:off x="6830568" y="2514600"/>
            <a:ext cx="457200" cy="9144"/>
          </a:xfrm>
          <a:prstGeom prst="rect">
            <a:avLst/>
          </a:prstGeom>
          <a:solidFill>
            <a:srgbClr val="1A3A2A"/>
          </a:solidFill>
          <a:ln w="12700">
            <a:solidFill>
              <a:srgbClr val="1A3A2A"/>
            </a:solidFill>
            <a:prstDash val="solid"/>
          </a:ln>
        </p:spPr>
      </p:sp>
      <p:sp>
        <p:nvSpPr>
          <p:cNvPr id="114" name="Shape 112"/>
          <p:cNvSpPr/>
          <p:nvPr/>
        </p:nvSpPr>
        <p:spPr>
          <a:xfrm>
            <a:off x="7424928" y="2514600"/>
            <a:ext cx="457200" cy="9144"/>
          </a:xfrm>
          <a:prstGeom prst="rect">
            <a:avLst/>
          </a:prstGeom>
          <a:solidFill>
            <a:srgbClr val="1A3A2A"/>
          </a:solidFill>
          <a:ln w="12700">
            <a:solidFill>
              <a:srgbClr val="1A3A2A"/>
            </a:solidFill>
            <a:prstDash val="solid"/>
          </a:ln>
        </p:spPr>
      </p:sp>
      <p:sp>
        <p:nvSpPr>
          <p:cNvPr id="115" name="Shape 113"/>
          <p:cNvSpPr/>
          <p:nvPr/>
        </p:nvSpPr>
        <p:spPr>
          <a:xfrm>
            <a:off x="8019288" y="2514600"/>
            <a:ext cx="457200" cy="9144"/>
          </a:xfrm>
          <a:prstGeom prst="rect">
            <a:avLst/>
          </a:prstGeom>
          <a:solidFill>
            <a:srgbClr val="1A3A2A"/>
          </a:solidFill>
          <a:ln w="12700">
            <a:solidFill>
              <a:srgbClr val="1A3A2A"/>
            </a:solidFill>
            <a:prstDash val="solid"/>
          </a:ln>
        </p:spPr>
      </p:sp>
      <p:sp>
        <p:nvSpPr>
          <p:cNvPr id="116" name="Shape 114"/>
          <p:cNvSpPr/>
          <p:nvPr/>
        </p:nvSpPr>
        <p:spPr>
          <a:xfrm>
            <a:off x="8613648" y="2514600"/>
            <a:ext cx="457200" cy="9144"/>
          </a:xfrm>
          <a:prstGeom prst="rect">
            <a:avLst/>
          </a:prstGeom>
          <a:solidFill>
            <a:srgbClr val="1A3A2A"/>
          </a:solidFill>
          <a:ln w="12700">
            <a:solidFill>
              <a:srgbClr val="1A3A2A"/>
            </a:solidFill>
            <a:prstDash val="solid"/>
          </a:ln>
        </p:spPr>
      </p:sp>
      <p:sp>
        <p:nvSpPr>
          <p:cNvPr id="117" name="Shape 115"/>
          <p:cNvSpPr/>
          <p:nvPr/>
        </p:nvSpPr>
        <p:spPr>
          <a:xfrm>
            <a:off x="9208008" y="2514600"/>
            <a:ext cx="457200" cy="9144"/>
          </a:xfrm>
          <a:prstGeom prst="rect">
            <a:avLst/>
          </a:prstGeom>
          <a:solidFill>
            <a:srgbClr val="1A3A2A"/>
          </a:solidFill>
          <a:ln w="12700">
            <a:solidFill>
              <a:srgbClr val="1A3A2A"/>
            </a:solidFill>
            <a:prstDash val="solid"/>
          </a:ln>
        </p:spPr>
      </p:sp>
      <p:sp>
        <p:nvSpPr>
          <p:cNvPr id="118" name="Shape 116"/>
          <p:cNvSpPr/>
          <p:nvPr/>
        </p:nvSpPr>
        <p:spPr>
          <a:xfrm>
            <a:off x="9802368" y="2514600"/>
            <a:ext cx="457200" cy="9144"/>
          </a:xfrm>
          <a:prstGeom prst="rect">
            <a:avLst/>
          </a:prstGeom>
          <a:solidFill>
            <a:srgbClr val="1A3A2A"/>
          </a:solidFill>
          <a:ln w="12700">
            <a:solidFill>
              <a:srgbClr val="1A3A2A"/>
            </a:solidFill>
            <a:prstDash val="solid"/>
          </a:ln>
        </p:spPr>
      </p:sp>
      <p:sp>
        <p:nvSpPr>
          <p:cNvPr id="119" name="Shape 117"/>
          <p:cNvSpPr/>
          <p:nvPr/>
        </p:nvSpPr>
        <p:spPr>
          <a:xfrm>
            <a:off x="10396728" y="2514600"/>
            <a:ext cx="457200" cy="9144"/>
          </a:xfrm>
          <a:prstGeom prst="rect">
            <a:avLst/>
          </a:prstGeom>
          <a:solidFill>
            <a:srgbClr val="1A3A2A"/>
          </a:solidFill>
          <a:ln w="12700">
            <a:solidFill>
              <a:srgbClr val="1A3A2A"/>
            </a:solidFill>
            <a:prstDash val="solid"/>
          </a:ln>
        </p:spPr>
      </p:sp>
      <p:sp>
        <p:nvSpPr>
          <p:cNvPr id="120" name="Shape 118"/>
          <p:cNvSpPr/>
          <p:nvPr/>
        </p:nvSpPr>
        <p:spPr>
          <a:xfrm>
            <a:off x="10991088" y="2514600"/>
            <a:ext cx="457200" cy="9144"/>
          </a:xfrm>
          <a:prstGeom prst="rect">
            <a:avLst/>
          </a:prstGeom>
          <a:solidFill>
            <a:srgbClr val="1A3A2A"/>
          </a:solidFill>
          <a:ln w="12700">
            <a:solidFill>
              <a:srgbClr val="1A3A2A"/>
            </a:solidFill>
            <a:prstDash val="solid"/>
          </a:ln>
        </p:spPr>
      </p:sp>
      <p:sp>
        <p:nvSpPr>
          <p:cNvPr id="121" name="Shape 119"/>
          <p:cNvSpPr/>
          <p:nvPr/>
        </p:nvSpPr>
        <p:spPr>
          <a:xfrm>
            <a:off x="11585448" y="2514600"/>
            <a:ext cx="457200" cy="9144"/>
          </a:xfrm>
          <a:prstGeom prst="rect">
            <a:avLst/>
          </a:prstGeom>
          <a:solidFill>
            <a:srgbClr val="1A3A2A"/>
          </a:solidFill>
          <a:ln w="12700">
            <a:solidFill>
              <a:srgbClr val="1A3A2A"/>
            </a:solidFill>
            <a:prstDash val="solid"/>
          </a:ln>
        </p:spPr>
      </p:sp>
      <p:sp>
        <p:nvSpPr>
          <p:cNvPr id="122" name="Shape 120"/>
          <p:cNvSpPr/>
          <p:nvPr/>
        </p:nvSpPr>
        <p:spPr>
          <a:xfrm>
            <a:off x="0" y="3017520"/>
            <a:ext cx="457200" cy="9144"/>
          </a:xfrm>
          <a:prstGeom prst="rect">
            <a:avLst/>
          </a:prstGeom>
          <a:solidFill>
            <a:srgbClr val="1A3A2A"/>
          </a:solidFill>
          <a:ln w="12700">
            <a:solidFill>
              <a:srgbClr val="1A3A2A"/>
            </a:solidFill>
            <a:prstDash val="solid"/>
          </a:ln>
        </p:spPr>
      </p:sp>
      <p:sp>
        <p:nvSpPr>
          <p:cNvPr id="123" name="Shape 121"/>
          <p:cNvSpPr/>
          <p:nvPr/>
        </p:nvSpPr>
        <p:spPr>
          <a:xfrm>
            <a:off x="594360" y="3017520"/>
            <a:ext cx="457200" cy="9144"/>
          </a:xfrm>
          <a:prstGeom prst="rect">
            <a:avLst/>
          </a:prstGeom>
          <a:solidFill>
            <a:srgbClr val="1A3A2A"/>
          </a:solidFill>
          <a:ln w="12700">
            <a:solidFill>
              <a:srgbClr val="1A3A2A"/>
            </a:solidFill>
            <a:prstDash val="solid"/>
          </a:ln>
        </p:spPr>
      </p:sp>
      <p:sp>
        <p:nvSpPr>
          <p:cNvPr id="124" name="Shape 122"/>
          <p:cNvSpPr/>
          <p:nvPr/>
        </p:nvSpPr>
        <p:spPr>
          <a:xfrm>
            <a:off x="1188720" y="3017520"/>
            <a:ext cx="457200" cy="9144"/>
          </a:xfrm>
          <a:prstGeom prst="rect">
            <a:avLst/>
          </a:prstGeom>
          <a:solidFill>
            <a:srgbClr val="1A3A2A"/>
          </a:solidFill>
          <a:ln w="12700">
            <a:solidFill>
              <a:srgbClr val="1A3A2A"/>
            </a:solidFill>
            <a:prstDash val="solid"/>
          </a:ln>
        </p:spPr>
      </p:sp>
      <p:sp>
        <p:nvSpPr>
          <p:cNvPr id="125" name="Shape 123"/>
          <p:cNvSpPr/>
          <p:nvPr/>
        </p:nvSpPr>
        <p:spPr>
          <a:xfrm>
            <a:off x="1783080" y="3017520"/>
            <a:ext cx="457200" cy="9144"/>
          </a:xfrm>
          <a:prstGeom prst="rect">
            <a:avLst/>
          </a:prstGeom>
          <a:solidFill>
            <a:srgbClr val="1A3A2A"/>
          </a:solidFill>
          <a:ln w="12700">
            <a:solidFill>
              <a:srgbClr val="1A3A2A"/>
            </a:solidFill>
            <a:prstDash val="solid"/>
          </a:ln>
        </p:spPr>
      </p:sp>
      <p:sp>
        <p:nvSpPr>
          <p:cNvPr id="126" name="Shape 124"/>
          <p:cNvSpPr/>
          <p:nvPr/>
        </p:nvSpPr>
        <p:spPr>
          <a:xfrm>
            <a:off x="2377440" y="3017520"/>
            <a:ext cx="457200" cy="9144"/>
          </a:xfrm>
          <a:prstGeom prst="rect">
            <a:avLst/>
          </a:prstGeom>
          <a:solidFill>
            <a:srgbClr val="1A3A2A"/>
          </a:solidFill>
          <a:ln w="12700">
            <a:solidFill>
              <a:srgbClr val="1A3A2A"/>
            </a:solidFill>
            <a:prstDash val="solid"/>
          </a:ln>
        </p:spPr>
      </p:sp>
      <p:sp>
        <p:nvSpPr>
          <p:cNvPr id="127" name="Shape 125"/>
          <p:cNvSpPr/>
          <p:nvPr/>
        </p:nvSpPr>
        <p:spPr>
          <a:xfrm>
            <a:off x="2971800" y="3017520"/>
            <a:ext cx="457200" cy="9144"/>
          </a:xfrm>
          <a:prstGeom prst="rect">
            <a:avLst/>
          </a:prstGeom>
          <a:solidFill>
            <a:srgbClr val="1A3A2A"/>
          </a:solidFill>
          <a:ln w="12700">
            <a:solidFill>
              <a:srgbClr val="1A3A2A"/>
            </a:solidFill>
            <a:prstDash val="solid"/>
          </a:ln>
        </p:spPr>
      </p:sp>
      <p:sp>
        <p:nvSpPr>
          <p:cNvPr id="128" name="Shape 126"/>
          <p:cNvSpPr/>
          <p:nvPr/>
        </p:nvSpPr>
        <p:spPr>
          <a:xfrm>
            <a:off x="3566160" y="3017520"/>
            <a:ext cx="457200" cy="9144"/>
          </a:xfrm>
          <a:prstGeom prst="rect">
            <a:avLst/>
          </a:prstGeom>
          <a:solidFill>
            <a:srgbClr val="1A3A2A"/>
          </a:solidFill>
          <a:ln w="12700">
            <a:solidFill>
              <a:srgbClr val="1A3A2A"/>
            </a:solidFill>
            <a:prstDash val="solid"/>
          </a:ln>
        </p:spPr>
      </p:sp>
      <p:sp>
        <p:nvSpPr>
          <p:cNvPr id="129" name="Shape 127"/>
          <p:cNvSpPr/>
          <p:nvPr/>
        </p:nvSpPr>
        <p:spPr>
          <a:xfrm>
            <a:off x="4160520" y="3017520"/>
            <a:ext cx="457200" cy="9144"/>
          </a:xfrm>
          <a:prstGeom prst="rect">
            <a:avLst/>
          </a:prstGeom>
          <a:solidFill>
            <a:srgbClr val="1A3A2A"/>
          </a:solidFill>
          <a:ln w="12700">
            <a:solidFill>
              <a:srgbClr val="1A3A2A"/>
            </a:solidFill>
            <a:prstDash val="solid"/>
          </a:ln>
        </p:spPr>
      </p:sp>
      <p:sp>
        <p:nvSpPr>
          <p:cNvPr id="130" name="Shape 128"/>
          <p:cNvSpPr/>
          <p:nvPr/>
        </p:nvSpPr>
        <p:spPr>
          <a:xfrm>
            <a:off x="4754880" y="3017520"/>
            <a:ext cx="457200" cy="9144"/>
          </a:xfrm>
          <a:prstGeom prst="rect">
            <a:avLst/>
          </a:prstGeom>
          <a:solidFill>
            <a:srgbClr val="1A3A2A"/>
          </a:solidFill>
          <a:ln w="12700">
            <a:solidFill>
              <a:srgbClr val="1A3A2A"/>
            </a:solidFill>
            <a:prstDash val="solid"/>
          </a:ln>
        </p:spPr>
      </p:sp>
      <p:sp>
        <p:nvSpPr>
          <p:cNvPr id="131" name="Shape 129"/>
          <p:cNvSpPr/>
          <p:nvPr/>
        </p:nvSpPr>
        <p:spPr>
          <a:xfrm>
            <a:off x="5349240" y="3017520"/>
            <a:ext cx="457200" cy="9144"/>
          </a:xfrm>
          <a:prstGeom prst="rect">
            <a:avLst/>
          </a:prstGeom>
          <a:solidFill>
            <a:srgbClr val="1A3A2A"/>
          </a:solidFill>
          <a:ln w="12700">
            <a:solidFill>
              <a:srgbClr val="1A3A2A"/>
            </a:solidFill>
            <a:prstDash val="solid"/>
          </a:ln>
        </p:spPr>
      </p:sp>
      <p:sp>
        <p:nvSpPr>
          <p:cNvPr id="132" name="Shape 130"/>
          <p:cNvSpPr/>
          <p:nvPr/>
        </p:nvSpPr>
        <p:spPr>
          <a:xfrm>
            <a:off x="5943600" y="3017520"/>
            <a:ext cx="457200" cy="9144"/>
          </a:xfrm>
          <a:prstGeom prst="rect">
            <a:avLst/>
          </a:prstGeom>
          <a:solidFill>
            <a:srgbClr val="1A3A2A"/>
          </a:solidFill>
          <a:ln w="12700">
            <a:solidFill>
              <a:srgbClr val="1A3A2A"/>
            </a:solidFill>
            <a:prstDash val="solid"/>
          </a:ln>
        </p:spPr>
      </p:sp>
      <p:sp>
        <p:nvSpPr>
          <p:cNvPr id="133" name="Shape 131"/>
          <p:cNvSpPr/>
          <p:nvPr/>
        </p:nvSpPr>
        <p:spPr>
          <a:xfrm>
            <a:off x="6537960" y="3017520"/>
            <a:ext cx="457200" cy="9144"/>
          </a:xfrm>
          <a:prstGeom prst="rect">
            <a:avLst/>
          </a:prstGeom>
          <a:solidFill>
            <a:srgbClr val="1A3A2A"/>
          </a:solidFill>
          <a:ln w="12700">
            <a:solidFill>
              <a:srgbClr val="1A3A2A"/>
            </a:solidFill>
            <a:prstDash val="solid"/>
          </a:ln>
        </p:spPr>
      </p:sp>
      <p:sp>
        <p:nvSpPr>
          <p:cNvPr id="134" name="Shape 132"/>
          <p:cNvSpPr/>
          <p:nvPr/>
        </p:nvSpPr>
        <p:spPr>
          <a:xfrm>
            <a:off x="7132320" y="3017520"/>
            <a:ext cx="457200" cy="9144"/>
          </a:xfrm>
          <a:prstGeom prst="rect">
            <a:avLst/>
          </a:prstGeom>
          <a:solidFill>
            <a:srgbClr val="1A3A2A"/>
          </a:solidFill>
          <a:ln w="12700">
            <a:solidFill>
              <a:srgbClr val="1A3A2A"/>
            </a:solidFill>
            <a:prstDash val="solid"/>
          </a:ln>
        </p:spPr>
      </p:sp>
      <p:sp>
        <p:nvSpPr>
          <p:cNvPr id="135" name="Shape 133"/>
          <p:cNvSpPr/>
          <p:nvPr/>
        </p:nvSpPr>
        <p:spPr>
          <a:xfrm>
            <a:off x="7726680" y="3017520"/>
            <a:ext cx="457200" cy="9144"/>
          </a:xfrm>
          <a:prstGeom prst="rect">
            <a:avLst/>
          </a:prstGeom>
          <a:solidFill>
            <a:srgbClr val="1A3A2A"/>
          </a:solidFill>
          <a:ln w="12700">
            <a:solidFill>
              <a:srgbClr val="1A3A2A"/>
            </a:solidFill>
            <a:prstDash val="solid"/>
          </a:ln>
        </p:spPr>
      </p:sp>
      <p:sp>
        <p:nvSpPr>
          <p:cNvPr id="136" name="Shape 134"/>
          <p:cNvSpPr/>
          <p:nvPr/>
        </p:nvSpPr>
        <p:spPr>
          <a:xfrm>
            <a:off x="8321040" y="3017520"/>
            <a:ext cx="457200" cy="9144"/>
          </a:xfrm>
          <a:prstGeom prst="rect">
            <a:avLst/>
          </a:prstGeom>
          <a:solidFill>
            <a:srgbClr val="1A3A2A"/>
          </a:solidFill>
          <a:ln w="12700">
            <a:solidFill>
              <a:srgbClr val="1A3A2A"/>
            </a:solidFill>
            <a:prstDash val="solid"/>
          </a:ln>
        </p:spPr>
      </p:sp>
      <p:sp>
        <p:nvSpPr>
          <p:cNvPr id="137" name="Shape 135"/>
          <p:cNvSpPr/>
          <p:nvPr/>
        </p:nvSpPr>
        <p:spPr>
          <a:xfrm>
            <a:off x="8915400" y="3017520"/>
            <a:ext cx="457200" cy="9144"/>
          </a:xfrm>
          <a:prstGeom prst="rect">
            <a:avLst/>
          </a:prstGeom>
          <a:solidFill>
            <a:srgbClr val="1A3A2A"/>
          </a:solidFill>
          <a:ln w="12700">
            <a:solidFill>
              <a:srgbClr val="1A3A2A"/>
            </a:solidFill>
            <a:prstDash val="solid"/>
          </a:ln>
        </p:spPr>
      </p:sp>
      <p:sp>
        <p:nvSpPr>
          <p:cNvPr id="138" name="Shape 136"/>
          <p:cNvSpPr/>
          <p:nvPr/>
        </p:nvSpPr>
        <p:spPr>
          <a:xfrm>
            <a:off x="9509760" y="3017520"/>
            <a:ext cx="457200" cy="9144"/>
          </a:xfrm>
          <a:prstGeom prst="rect">
            <a:avLst/>
          </a:prstGeom>
          <a:solidFill>
            <a:srgbClr val="1A3A2A"/>
          </a:solidFill>
          <a:ln w="12700">
            <a:solidFill>
              <a:srgbClr val="1A3A2A"/>
            </a:solidFill>
            <a:prstDash val="solid"/>
          </a:ln>
        </p:spPr>
      </p:sp>
      <p:sp>
        <p:nvSpPr>
          <p:cNvPr id="139" name="Shape 137"/>
          <p:cNvSpPr/>
          <p:nvPr/>
        </p:nvSpPr>
        <p:spPr>
          <a:xfrm>
            <a:off x="10104120" y="3017520"/>
            <a:ext cx="457200" cy="9144"/>
          </a:xfrm>
          <a:prstGeom prst="rect">
            <a:avLst/>
          </a:prstGeom>
          <a:solidFill>
            <a:srgbClr val="1A3A2A"/>
          </a:solidFill>
          <a:ln w="12700">
            <a:solidFill>
              <a:srgbClr val="1A3A2A"/>
            </a:solidFill>
            <a:prstDash val="solid"/>
          </a:ln>
        </p:spPr>
      </p:sp>
      <p:sp>
        <p:nvSpPr>
          <p:cNvPr id="140" name="Shape 138"/>
          <p:cNvSpPr/>
          <p:nvPr/>
        </p:nvSpPr>
        <p:spPr>
          <a:xfrm>
            <a:off x="10698480" y="3017520"/>
            <a:ext cx="457200" cy="9144"/>
          </a:xfrm>
          <a:prstGeom prst="rect">
            <a:avLst/>
          </a:prstGeom>
          <a:solidFill>
            <a:srgbClr val="1A3A2A"/>
          </a:solidFill>
          <a:ln w="12700">
            <a:solidFill>
              <a:srgbClr val="1A3A2A"/>
            </a:solidFill>
            <a:prstDash val="solid"/>
          </a:ln>
        </p:spPr>
      </p:sp>
      <p:sp>
        <p:nvSpPr>
          <p:cNvPr id="141" name="Shape 139"/>
          <p:cNvSpPr/>
          <p:nvPr/>
        </p:nvSpPr>
        <p:spPr>
          <a:xfrm>
            <a:off x="11292840" y="3017520"/>
            <a:ext cx="457200" cy="9144"/>
          </a:xfrm>
          <a:prstGeom prst="rect">
            <a:avLst/>
          </a:prstGeom>
          <a:solidFill>
            <a:srgbClr val="1A3A2A"/>
          </a:solidFill>
          <a:ln w="12700">
            <a:solidFill>
              <a:srgbClr val="1A3A2A"/>
            </a:solidFill>
            <a:prstDash val="solid"/>
          </a:ln>
        </p:spPr>
      </p:sp>
      <p:sp>
        <p:nvSpPr>
          <p:cNvPr id="142" name="Shape 140"/>
          <p:cNvSpPr/>
          <p:nvPr/>
        </p:nvSpPr>
        <p:spPr>
          <a:xfrm>
            <a:off x="292608" y="3520440"/>
            <a:ext cx="457200" cy="9144"/>
          </a:xfrm>
          <a:prstGeom prst="rect">
            <a:avLst/>
          </a:prstGeom>
          <a:solidFill>
            <a:srgbClr val="1A3A2A"/>
          </a:solidFill>
          <a:ln w="12700">
            <a:solidFill>
              <a:srgbClr val="1A3A2A"/>
            </a:solidFill>
            <a:prstDash val="solid"/>
          </a:ln>
        </p:spPr>
      </p:sp>
      <p:sp>
        <p:nvSpPr>
          <p:cNvPr id="143" name="Shape 141"/>
          <p:cNvSpPr/>
          <p:nvPr/>
        </p:nvSpPr>
        <p:spPr>
          <a:xfrm>
            <a:off x="886968" y="3520440"/>
            <a:ext cx="457200" cy="9144"/>
          </a:xfrm>
          <a:prstGeom prst="rect">
            <a:avLst/>
          </a:prstGeom>
          <a:solidFill>
            <a:srgbClr val="1A3A2A"/>
          </a:solidFill>
          <a:ln w="12700">
            <a:solidFill>
              <a:srgbClr val="1A3A2A"/>
            </a:solidFill>
            <a:prstDash val="solid"/>
          </a:ln>
        </p:spPr>
      </p:sp>
      <p:sp>
        <p:nvSpPr>
          <p:cNvPr id="144" name="Shape 142"/>
          <p:cNvSpPr/>
          <p:nvPr/>
        </p:nvSpPr>
        <p:spPr>
          <a:xfrm>
            <a:off x="1481328" y="3520440"/>
            <a:ext cx="457200" cy="9144"/>
          </a:xfrm>
          <a:prstGeom prst="rect">
            <a:avLst/>
          </a:prstGeom>
          <a:solidFill>
            <a:srgbClr val="1A3A2A"/>
          </a:solidFill>
          <a:ln w="12700">
            <a:solidFill>
              <a:srgbClr val="1A3A2A"/>
            </a:solidFill>
            <a:prstDash val="solid"/>
          </a:ln>
        </p:spPr>
      </p:sp>
      <p:sp>
        <p:nvSpPr>
          <p:cNvPr id="145" name="Shape 143"/>
          <p:cNvSpPr/>
          <p:nvPr/>
        </p:nvSpPr>
        <p:spPr>
          <a:xfrm>
            <a:off x="2075688" y="3520440"/>
            <a:ext cx="457200" cy="9144"/>
          </a:xfrm>
          <a:prstGeom prst="rect">
            <a:avLst/>
          </a:prstGeom>
          <a:solidFill>
            <a:srgbClr val="1A3A2A"/>
          </a:solidFill>
          <a:ln w="12700">
            <a:solidFill>
              <a:srgbClr val="1A3A2A"/>
            </a:solidFill>
            <a:prstDash val="solid"/>
          </a:ln>
        </p:spPr>
      </p:sp>
      <p:sp>
        <p:nvSpPr>
          <p:cNvPr id="146" name="Shape 144"/>
          <p:cNvSpPr/>
          <p:nvPr/>
        </p:nvSpPr>
        <p:spPr>
          <a:xfrm>
            <a:off x="2670048" y="3520440"/>
            <a:ext cx="457200" cy="9144"/>
          </a:xfrm>
          <a:prstGeom prst="rect">
            <a:avLst/>
          </a:prstGeom>
          <a:solidFill>
            <a:srgbClr val="1A3A2A"/>
          </a:solidFill>
          <a:ln w="12700">
            <a:solidFill>
              <a:srgbClr val="1A3A2A"/>
            </a:solidFill>
            <a:prstDash val="solid"/>
          </a:ln>
        </p:spPr>
      </p:sp>
      <p:sp>
        <p:nvSpPr>
          <p:cNvPr id="147" name="Shape 145"/>
          <p:cNvSpPr/>
          <p:nvPr/>
        </p:nvSpPr>
        <p:spPr>
          <a:xfrm>
            <a:off x="3264408" y="3520440"/>
            <a:ext cx="457200" cy="9144"/>
          </a:xfrm>
          <a:prstGeom prst="rect">
            <a:avLst/>
          </a:prstGeom>
          <a:solidFill>
            <a:srgbClr val="1A3A2A"/>
          </a:solidFill>
          <a:ln w="12700">
            <a:solidFill>
              <a:srgbClr val="1A3A2A"/>
            </a:solidFill>
            <a:prstDash val="solid"/>
          </a:ln>
        </p:spPr>
      </p:sp>
      <p:sp>
        <p:nvSpPr>
          <p:cNvPr id="148" name="Shape 146"/>
          <p:cNvSpPr/>
          <p:nvPr/>
        </p:nvSpPr>
        <p:spPr>
          <a:xfrm>
            <a:off x="3858768" y="3520440"/>
            <a:ext cx="457200" cy="9144"/>
          </a:xfrm>
          <a:prstGeom prst="rect">
            <a:avLst/>
          </a:prstGeom>
          <a:solidFill>
            <a:srgbClr val="1A3A2A"/>
          </a:solidFill>
          <a:ln w="12700">
            <a:solidFill>
              <a:srgbClr val="1A3A2A"/>
            </a:solidFill>
            <a:prstDash val="solid"/>
          </a:ln>
        </p:spPr>
      </p:sp>
      <p:sp>
        <p:nvSpPr>
          <p:cNvPr id="149" name="Shape 147"/>
          <p:cNvSpPr/>
          <p:nvPr/>
        </p:nvSpPr>
        <p:spPr>
          <a:xfrm>
            <a:off x="4453128" y="3520440"/>
            <a:ext cx="457200" cy="9144"/>
          </a:xfrm>
          <a:prstGeom prst="rect">
            <a:avLst/>
          </a:prstGeom>
          <a:solidFill>
            <a:srgbClr val="1A3A2A"/>
          </a:solidFill>
          <a:ln w="12700">
            <a:solidFill>
              <a:srgbClr val="1A3A2A"/>
            </a:solidFill>
            <a:prstDash val="solid"/>
          </a:ln>
        </p:spPr>
      </p:sp>
      <p:sp>
        <p:nvSpPr>
          <p:cNvPr id="150" name="Shape 148"/>
          <p:cNvSpPr/>
          <p:nvPr/>
        </p:nvSpPr>
        <p:spPr>
          <a:xfrm>
            <a:off x="5047488" y="3520440"/>
            <a:ext cx="457200" cy="9144"/>
          </a:xfrm>
          <a:prstGeom prst="rect">
            <a:avLst/>
          </a:prstGeom>
          <a:solidFill>
            <a:srgbClr val="1A3A2A"/>
          </a:solidFill>
          <a:ln w="12700">
            <a:solidFill>
              <a:srgbClr val="1A3A2A"/>
            </a:solidFill>
            <a:prstDash val="solid"/>
          </a:ln>
        </p:spPr>
      </p:sp>
      <p:sp>
        <p:nvSpPr>
          <p:cNvPr id="151" name="Shape 149"/>
          <p:cNvSpPr/>
          <p:nvPr/>
        </p:nvSpPr>
        <p:spPr>
          <a:xfrm>
            <a:off x="5641848" y="3520440"/>
            <a:ext cx="457200" cy="9144"/>
          </a:xfrm>
          <a:prstGeom prst="rect">
            <a:avLst/>
          </a:prstGeom>
          <a:solidFill>
            <a:srgbClr val="1A3A2A"/>
          </a:solidFill>
          <a:ln w="12700">
            <a:solidFill>
              <a:srgbClr val="1A3A2A"/>
            </a:solidFill>
            <a:prstDash val="solid"/>
          </a:ln>
        </p:spPr>
      </p:sp>
      <p:sp>
        <p:nvSpPr>
          <p:cNvPr id="152" name="Shape 150"/>
          <p:cNvSpPr/>
          <p:nvPr/>
        </p:nvSpPr>
        <p:spPr>
          <a:xfrm>
            <a:off x="6236208" y="3520440"/>
            <a:ext cx="457200" cy="9144"/>
          </a:xfrm>
          <a:prstGeom prst="rect">
            <a:avLst/>
          </a:prstGeom>
          <a:solidFill>
            <a:srgbClr val="1A3A2A"/>
          </a:solidFill>
          <a:ln w="12700">
            <a:solidFill>
              <a:srgbClr val="1A3A2A"/>
            </a:solidFill>
            <a:prstDash val="solid"/>
          </a:ln>
        </p:spPr>
      </p:sp>
      <p:sp>
        <p:nvSpPr>
          <p:cNvPr id="153" name="Shape 151"/>
          <p:cNvSpPr/>
          <p:nvPr/>
        </p:nvSpPr>
        <p:spPr>
          <a:xfrm>
            <a:off x="6830568" y="3520440"/>
            <a:ext cx="457200" cy="9144"/>
          </a:xfrm>
          <a:prstGeom prst="rect">
            <a:avLst/>
          </a:prstGeom>
          <a:solidFill>
            <a:srgbClr val="1A3A2A"/>
          </a:solidFill>
          <a:ln w="12700">
            <a:solidFill>
              <a:srgbClr val="1A3A2A"/>
            </a:solidFill>
            <a:prstDash val="solid"/>
          </a:ln>
        </p:spPr>
      </p:sp>
      <p:sp>
        <p:nvSpPr>
          <p:cNvPr id="154" name="Shape 152"/>
          <p:cNvSpPr/>
          <p:nvPr/>
        </p:nvSpPr>
        <p:spPr>
          <a:xfrm>
            <a:off x="7424928" y="3520440"/>
            <a:ext cx="457200" cy="9144"/>
          </a:xfrm>
          <a:prstGeom prst="rect">
            <a:avLst/>
          </a:prstGeom>
          <a:solidFill>
            <a:srgbClr val="1A3A2A"/>
          </a:solidFill>
          <a:ln w="12700">
            <a:solidFill>
              <a:srgbClr val="1A3A2A"/>
            </a:solidFill>
            <a:prstDash val="solid"/>
          </a:ln>
        </p:spPr>
      </p:sp>
      <p:sp>
        <p:nvSpPr>
          <p:cNvPr id="155" name="Shape 153"/>
          <p:cNvSpPr/>
          <p:nvPr/>
        </p:nvSpPr>
        <p:spPr>
          <a:xfrm>
            <a:off x="8019288" y="3520440"/>
            <a:ext cx="457200" cy="9144"/>
          </a:xfrm>
          <a:prstGeom prst="rect">
            <a:avLst/>
          </a:prstGeom>
          <a:solidFill>
            <a:srgbClr val="1A3A2A"/>
          </a:solidFill>
          <a:ln w="12700">
            <a:solidFill>
              <a:srgbClr val="1A3A2A"/>
            </a:solidFill>
            <a:prstDash val="solid"/>
          </a:ln>
        </p:spPr>
      </p:sp>
      <p:sp>
        <p:nvSpPr>
          <p:cNvPr id="156" name="Shape 154"/>
          <p:cNvSpPr/>
          <p:nvPr/>
        </p:nvSpPr>
        <p:spPr>
          <a:xfrm>
            <a:off x="8613648" y="3520440"/>
            <a:ext cx="457200" cy="9144"/>
          </a:xfrm>
          <a:prstGeom prst="rect">
            <a:avLst/>
          </a:prstGeom>
          <a:solidFill>
            <a:srgbClr val="1A3A2A"/>
          </a:solidFill>
          <a:ln w="12700">
            <a:solidFill>
              <a:srgbClr val="1A3A2A"/>
            </a:solidFill>
            <a:prstDash val="solid"/>
          </a:ln>
        </p:spPr>
      </p:sp>
      <p:sp>
        <p:nvSpPr>
          <p:cNvPr id="157" name="Shape 155"/>
          <p:cNvSpPr/>
          <p:nvPr/>
        </p:nvSpPr>
        <p:spPr>
          <a:xfrm>
            <a:off x="9208008" y="3520440"/>
            <a:ext cx="457200" cy="9144"/>
          </a:xfrm>
          <a:prstGeom prst="rect">
            <a:avLst/>
          </a:prstGeom>
          <a:solidFill>
            <a:srgbClr val="1A3A2A"/>
          </a:solidFill>
          <a:ln w="12700">
            <a:solidFill>
              <a:srgbClr val="1A3A2A"/>
            </a:solidFill>
            <a:prstDash val="solid"/>
          </a:ln>
        </p:spPr>
      </p:sp>
      <p:sp>
        <p:nvSpPr>
          <p:cNvPr id="158" name="Shape 156"/>
          <p:cNvSpPr/>
          <p:nvPr/>
        </p:nvSpPr>
        <p:spPr>
          <a:xfrm>
            <a:off x="9802368" y="3520440"/>
            <a:ext cx="457200" cy="9144"/>
          </a:xfrm>
          <a:prstGeom prst="rect">
            <a:avLst/>
          </a:prstGeom>
          <a:solidFill>
            <a:srgbClr val="1A3A2A"/>
          </a:solidFill>
          <a:ln w="12700">
            <a:solidFill>
              <a:srgbClr val="1A3A2A"/>
            </a:solidFill>
            <a:prstDash val="solid"/>
          </a:ln>
        </p:spPr>
      </p:sp>
      <p:sp>
        <p:nvSpPr>
          <p:cNvPr id="159" name="Shape 157"/>
          <p:cNvSpPr/>
          <p:nvPr/>
        </p:nvSpPr>
        <p:spPr>
          <a:xfrm>
            <a:off x="10396728" y="3520440"/>
            <a:ext cx="457200" cy="9144"/>
          </a:xfrm>
          <a:prstGeom prst="rect">
            <a:avLst/>
          </a:prstGeom>
          <a:solidFill>
            <a:srgbClr val="1A3A2A"/>
          </a:solidFill>
          <a:ln w="12700">
            <a:solidFill>
              <a:srgbClr val="1A3A2A"/>
            </a:solidFill>
            <a:prstDash val="solid"/>
          </a:ln>
        </p:spPr>
      </p:sp>
      <p:sp>
        <p:nvSpPr>
          <p:cNvPr id="160" name="Shape 158"/>
          <p:cNvSpPr/>
          <p:nvPr/>
        </p:nvSpPr>
        <p:spPr>
          <a:xfrm>
            <a:off x="10991088" y="3520440"/>
            <a:ext cx="457200" cy="9144"/>
          </a:xfrm>
          <a:prstGeom prst="rect">
            <a:avLst/>
          </a:prstGeom>
          <a:solidFill>
            <a:srgbClr val="1A3A2A"/>
          </a:solidFill>
          <a:ln w="12700">
            <a:solidFill>
              <a:srgbClr val="1A3A2A"/>
            </a:solidFill>
            <a:prstDash val="solid"/>
          </a:ln>
        </p:spPr>
      </p:sp>
      <p:sp>
        <p:nvSpPr>
          <p:cNvPr id="161" name="Shape 159"/>
          <p:cNvSpPr/>
          <p:nvPr/>
        </p:nvSpPr>
        <p:spPr>
          <a:xfrm>
            <a:off x="11585448" y="3520440"/>
            <a:ext cx="457200" cy="9144"/>
          </a:xfrm>
          <a:prstGeom prst="rect">
            <a:avLst/>
          </a:prstGeom>
          <a:solidFill>
            <a:srgbClr val="1A3A2A"/>
          </a:solidFill>
          <a:ln w="12700">
            <a:solidFill>
              <a:srgbClr val="1A3A2A"/>
            </a:solidFill>
            <a:prstDash val="solid"/>
          </a:ln>
        </p:spPr>
      </p:sp>
      <p:sp>
        <p:nvSpPr>
          <p:cNvPr id="162" name="Shape 160"/>
          <p:cNvSpPr/>
          <p:nvPr/>
        </p:nvSpPr>
        <p:spPr>
          <a:xfrm>
            <a:off x="0" y="0"/>
            <a:ext cx="12188952" cy="18288"/>
          </a:xfrm>
          <a:prstGeom prst="rect">
            <a:avLst/>
          </a:prstGeom>
          <a:solidFill>
            <a:srgbClr val="00D4FF"/>
          </a:solidFill>
          <a:ln/>
        </p:spPr>
      </p:sp>
      <p:sp>
        <p:nvSpPr>
          <p:cNvPr id="163" name="Shape 161"/>
          <p:cNvSpPr/>
          <p:nvPr/>
        </p:nvSpPr>
        <p:spPr>
          <a:xfrm>
            <a:off x="0" y="6839712"/>
            <a:ext cx="12188952" cy="18288"/>
          </a:xfrm>
          <a:prstGeom prst="rect">
            <a:avLst/>
          </a:prstGeom>
          <a:solidFill>
            <a:srgbClr val="00D4FF"/>
          </a:solidFill>
          <a:ln/>
        </p:spPr>
      </p:sp>
      <p:sp>
        <p:nvSpPr>
          <p:cNvPr id="164" name="Shape 162"/>
          <p:cNvSpPr/>
          <p:nvPr/>
        </p:nvSpPr>
        <p:spPr>
          <a:xfrm>
            <a:off x="0" y="0"/>
            <a:ext cx="73152" cy="6858000"/>
          </a:xfrm>
          <a:prstGeom prst="rect">
            <a:avLst/>
          </a:prstGeom>
          <a:solidFill>
            <a:srgbClr val="00D4FF"/>
          </a:solidFill>
          <a:ln/>
          <a:effectLst>
            <a:outerShdw sx="100000" sy="100000" kx="0" ky="0" algn="bl" rotWithShape="0" blurRad="254000" dist="50800" dir="16200000">
              <a:srgbClr val="00D4FF">
                <a:alpha val="50000"/>
              </a:srgbClr>
            </a:outerShdw>
          </a:effectLst>
        </p:spPr>
      </p:sp>
      <p:sp>
        <p:nvSpPr>
          <p:cNvPr id="165" name="Text 163"/>
          <p:cNvSpPr/>
          <p:nvPr/>
        </p:nvSpPr>
        <p:spPr>
          <a:xfrm>
            <a:off x="274320" y="91440"/>
            <a:ext cx="8229600" cy="594360"/>
          </a:xfrm>
          <a:prstGeom prst="rect">
            <a:avLst/>
          </a:prstGeom>
          <a:noFill/>
          <a:ln/>
          <a:effectLst>
            <a:outerShdw sx="100000" sy="100000" kx="0" ky="0" algn="bl" rotWithShape="0" blurRad="254000" dist="50800" dir="16200000">
              <a:srgbClr val="00D4FF">
                <a:alpha val="50000"/>
              </a:srgbClr>
            </a:outerShdw>
          </a:effectLst>
        </p:spPr>
        <p:txBody>
          <a:bodyPr wrap="square" rtlCol="0" anchor="ctr"/>
          <a:lstStyle/>
          <a:p>
            <a:pPr indent="0" marL="0">
              <a:buNone/>
            </a:pPr>
            <a:r>
              <a:rPr lang="en-US" sz="3000" b="1" dirty="0">
                <a:solidFill>
                  <a:srgbClr val="00D4FF"/>
                </a:solidFill>
                <a:latin typeface="Trebuchet MS" pitchFamily="34" charset="0"/>
                <a:ea typeface="Trebuchet MS" pitchFamily="34" charset="-122"/>
                <a:cs typeface="Trebuchet MS" pitchFamily="34" charset="-120"/>
              </a:rPr>
              <a:t>// LIVE SYSTEM ARCHITECTURE</a:t>
            </a:r>
            <a:endParaRPr lang="en-US" sz="3000" dirty="0"/>
          </a:p>
        </p:txBody>
      </p:sp>
      <p:sp>
        <p:nvSpPr>
          <p:cNvPr id="166" name="Shape 164"/>
          <p:cNvSpPr/>
          <p:nvPr/>
        </p:nvSpPr>
        <p:spPr>
          <a:xfrm>
            <a:off x="274320" y="749808"/>
            <a:ext cx="11430000" cy="27432"/>
          </a:xfrm>
          <a:prstGeom prst="rect">
            <a:avLst/>
          </a:prstGeom>
          <a:solidFill>
            <a:srgbClr val="00D4FF"/>
          </a:solidFill>
          <a:ln/>
          <a:effectLst>
            <a:outerShdw sx="100000" sy="100000" kx="0" ky="0" algn="bl" rotWithShape="0" blurRad="254000" dist="50800" dir="16200000">
              <a:srgbClr val="00D4FF">
                <a:alpha val="50000"/>
              </a:srgbClr>
            </a:outerShdw>
          </a:effectLst>
        </p:spPr>
      </p:sp>
      <p:sp>
        <p:nvSpPr>
          <p:cNvPr id="167" name="Shape 165"/>
          <p:cNvSpPr/>
          <p:nvPr/>
        </p:nvSpPr>
        <p:spPr>
          <a:xfrm>
            <a:off x="274320" y="777240"/>
            <a:ext cx="11430000" cy="9144"/>
          </a:xfrm>
          <a:prstGeom prst="rect">
            <a:avLst/>
          </a:prstGeom>
          <a:solidFill>
            <a:srgbClr val="000000"/>
          </a:solidFill>
          <a:ln/>
        </p:spPr>
      </p:sp>
      <p:sp>
        <p:nvSpPr>
          <p:cNvPr id="168" name="Shape 166"/>
          <p:cNvSpPr/>
          <p:nvPr/>
        </p:nvSpPr>
        <p:spPr>
          <a:xfrm>
            <a:off x="274320" y="822960"/>
            <a:ext cx="3749040" cy="384048"/>
          </a:xfrm>
          <a:prstGeom prst="rect">
            <a:avLst/>
          </a:prstGeom>
          <a:solidFill>
            <a:srgbClr val="00D4FF"/>
          </a:solidFill>
          <a:ln/>
          <a:effectLst>
            <a:outerShdw sx="100000" sy="100000" kx="0" ky="0" algn="bl" rotWithShape="0" blurRad="254000" dist="50800" dir="16200000">
              <a:srgbClr val="00D4FF">
                <a:alpha val="50000"/>
              </a:srgbClr>
            </a:outerShdw>
          </a:effectLst>
        </p:spPr>
      </p:sp>
      <p:sp>
        <p:nvSpPr>
          <p:cNvPr id="169" name="Text 167"/>
          <p:cNvSpPr/>
          <p:nvPr/>
        </p:nvSpPr>
        <p:spPr>
          <a:xfrm>
            <a:off x="274320" y="822960"/>
            <a:ext cx="3749040" cy="384048"/>
          </a:xfrm>
          <a:prstGeom prst="rect">
            <a:avLst/>
          </a:prstGeom>
          <a:noFill/>
          <a:ln/>
        </p:spPr>
        <p:txBody>
          <a:bodyPr wrap="square" rtlCol="0" anchor="ctr"/>
          <a:lstStyle/>
          <a:p>
            <a:pPr algn="ctr" indent="0" marL="0">
              <a:buNone/>
            </a:pPr>
            <a:r>
              <a:rPr lang="en-US" sz="1000" b="1" dirty="0">
                <a:solidFill>
                  <a:srgbClr val="020806"/>
                </a:solidFill>
                <a:latin typeface="Trebuchet MS" pitchFamily="34" charset="0"/>
                <a:ea typeface="Trebuchet MS" pitchFamily="34" charset="-122"/>
                <a:cs typeface="Trebuchet MS" pitchFamily="34" charset="-120"/>
              </a:rPr>
              <a:t>FRONTEND — React 19 + Vite</a:t>
            </a:r>
            <a:endParaRPr lang="en-US" sz="1000" dirty="0"/>
          </a:p>
        </p:txBody>
      </p:sp>
      <p:sp>
        <p:nvSpPr>
          <p:cNvPr id="170" name="Shape 168"/>
          <p:cNvSpPr/>
          <p:nvPr/>
        </p:nvSpPr>
        <p:spPr>
          <a:xfrm>
            <a:off x="4251960" y="822960"/>
            <a:ext cx="3749040" cy="384048"/>
          </a:xfrm>
          <a:prstGeom prst="rect">
            <a:avLst/>
          </a:prstGeom>
          <a:solidFill>
            <a:srgbClr val="FFD700"/>
          </a:solidFill>
          <a:ln/>
          <a:effectLst>
            <a:outerShdw sx="100000" sy="100000" kx="0" ky="0" algn="bl" rotWithShape="0" blurRad="254000" dist="50800" dir="16200000">
              <a:srgbClr val="FFD700">
                <a:alpha val="50000"/>
              </a:srgbClr>
            </a:outerShdw>
          </a:effectLst>
        </p:spPr>
      </p:sp>
      <p:sp>
        <p:nvSpPr>
          <p:cNvPr id="171" name="Text 169"/>
          <p:cNvSpPr/>
          <p:nvPr/>
        </p:nvSpPr>
        <p:spPr>
          <a:xfrm>
            <a:off x="4251960" y="822960"/>
            <a:ext cx="3749040" cy="384048"/>
          </a:xfrm>
          <a:prstGeom prst="rect">
            <a:avLst/>
          </a:prstGeom>
          <a:noFill/>
          <a:ln/>
        </p:spPr>
        <p:txBody>
          <a:bodyPr wrap="square" rtlCol="0" anchor="ctr"/>
          <a:lstStyle/>
          <a:p>
            <a:pPr algn="ctr" indent="0" marL="0">
              <a:buNone/>
            </a:pPr>
            <a:r>
              <a:rPr lang="en-US" sz="1000" b="1" dirty="0">
                <a:solidFill>
                  <a:srgbClr val="020806"/>
                </a:solidFill>
                <a:latin typeface="Trebuchet MS" pitchFamily="34" charset="0"/>
                <a:ea typeface="Trebuchet MS" pitchFamily="34" charset="-122"/>
                <a:cs typeface="Trebuchet MS" pitchFamily="34" charset="-120"/>
              </a:rPr>
              <a:t>BACKEND — Node + FastAPI</a:t>
            </a:r>
            <a:endParaRPr lang="en-US" sz="1000" dirty="0"/>
          </a:p>
        </p:txBody>
      </p:sp>
      <p:sp>
        <p:nvSpPr>
          <p:cNvPr id="172" name="Shape 170"/>
          <p:cNvSpPr/>
          <p:nvPr/>
        </p:nvSpPr>
        <p:spPr>
          <a:xfrm>
            <a:off x="8229600" y="822960"/>
            <a:ext cx="3749040" cy="384048"/>
          </a:xfrm>
          <a:prstGeom prst="rect">
            <a:avLst/>
          </a:prstGeom>
          <a:solidFill>
            <a:srgbClr val="B44FFF"/>
          </a:solidFill>
          <a:ln/>
          <a:effectLst>
            <a:outerShdw sx="100000" sy="100000" kx="0" ky="0" algn="bl" rotWithShape="0" blurRad="254000" dist="50800" dir="16200000">
              <a:srgbClr val="B44FFF">
                <a:alpha val="50000"/>
              </a:srgbClr>
            </a:outerShdw>
          </a:effectLst>
        </p:spPr>
      </p:sp>
      <p:sp>
        <p:nvSpPr>
          <p:cNvPr id="173" name="Text 171"/>
          <p:cNvSpPr/>
          <p:nvPr/>
        </p:nvSpPr>
        <p:spPr>
          <a:xfrm>
            <a:off x="8229600" y="822960"/>
            <a:ext cx="3749040" cy="384048"/>
          </a:xfrm>
          <a:prstGeom prst="rect">
            <a:avLst/>
          </a:prstGeom>
          <a:noFill/>
          <a:ln/>
        </p:spPr>
        <p:txBody>
          <a:bodyPr wrap="square" rtlCol="0" anchor="ctr"/>
          <a:lstStyle/>
          <a:p>
            <a:pPr algn="ctr" indent="0" marL="0">
              <a:buNone/>
            </a:pPr>
            <a:r>
              <a:rPr lang="en-US" sz="1000" b="1" dirty="0">
                <a:solidFill>
                  <a:srgbClr val="020806"/>
                </a:solidFill>
                <a:latin typeface="Trebuchet MS" pitchFamily="34" charset="0"/>
                <a:ea typeface="Trebuchet MS" pitchFamily="34" charset="-122"/>
                <a:cs typeface="Trebuchet MS" pitchFamily="34" charset="-120"/>
              </a:rPr>
              <a:t>EXTERNAL SERVICES</a:t>
            </a:r>
            <a:endParaRPr lang="en-US" sz="1000" dirty="0"/>
          </a:p>
        </p:txBody>
      </p:sp>
      <p:sp>
        <p:nvSpPr>
          <p:cNvPr id="174" name="Shape 172"/>
          <p:cNvSpPr/>
          <p:nvPr/>
        </p:nvSpPr>
        <p:spPr>
          <a:xfrm>
            <a:off x="274320" y="1298448"/>
            <a:ext cx="3749040" cy="457200"/>
          </a:xfrm>
          <a:prstGeom prst="rect">
            <a:avLst/>
          </a:prstGeom>
          <a:solidFill>
            <a:srgbClr val="080F1A"/>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175" name="Shape 173"/>
          <p:cNvSpPr/>
          <p:nvPr/>
        </p:nvSpPr>
        <p:spPr>
          <a:xfrm>
            <a:off x="274320" y="1298448"/>
            <a:ext cx="54864" cy="457200"/>
          </a:xfrm>
          <a:prstGeom prst="rect">
            <a:avLst/>
          </a:prstGeom>
          <a:solidFill>
            <a:srgbClr val="00D4FF"/>
          </a:solidFill>
          <a:ln/>
        </p:spPr>
      </p:sp>
      <p:sp>
        <p:nvSpPr>
          <p:cNvPr id="176" name="Text 174"/>
          <p:cNvSpPr/>
          <p:nvPr/>
        </p:nvSpPr>
        <p:spPr>
          <a:xfrm>
            <a:off x="384048" y="1298448"/>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App.jsx — Router + Auth</a:t>
            </a:r>
            <a:endParaRPr lang="en-US" sz="850" dirty="0"/>
          </a:p>
        </p:txBody>
      </p:sp>
      <p:sp>
        <p:nvSpPr>
          <p:cNvPr id="177" name="Shape 175"/>
          <p:cNvSpPr/>
          <p:nvPr/>
        </p:nvSpPr>
        <p:spPr>
          <a:xfrm>
            <a:off x="274320" y="1837944"/>
            <a:ext cx="3749040" cy="457200"/>
          </a:xfrm>
          <a:prstGeom prst="rect">
            <a:avLst/>
          </a:prstGeom>
          <a:solidFill>
            <a:srgbClr val="080F1A"/>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178" name="Shape 176"/>
          <p:cNvSpPr/>
          <p:nvPr/>
        </p:nvSpPr>
        <p:spPr>
          <a:xfrm>
            <a:off x="274320" y="1837944"/>
            <a:ext cx="54864" cy="457200"/>
          </a:xfrm>
          <a:prstGeom prst="rect">
            <a:avLst/>
          </a:prstGeom>
          <a:solidFill>
            <a:srgbClr val="00D4FF"/>
          </a:solidFill>
          <a:ln/>
        </p:spPr>
      </p:sp>
      <p:sp>
        <p:nvSpPr>
          <p:cNvPr id="179" name="Text 177"/>
          <p:cNvSpPr/>
          <p:nvPr/>
        </p:nvSpPr>
        <p:spPr>
          <a:xfrm>
            <a:off x="384048" y="1837944"/>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CommandCenter.jsx</a:t>
            </a:r>
            <a:endParaRPr lang="en-US" sz="850" dirty="0"/>
          </a:p>
        </p:txBody>
      </p:sp>
      <p:sp>
        <p:nvSpPr>
          <p:cNvPr id="180" name="Shape 178"/>
          <p:cNvSpPr/>
          <p:nvPr/>
        </p:nvSpPr>
        <p:spPr>
          <a:xfrm>
            <a:off x="274320" y="2377440"/>
            <a:ext cx="3749040" cy="457200"/>
          </a:xfrm>
          <a:prstGeom prst="rect">
            <a:avLst/>
          </a:prstGeom>
          <a:solidFill>
            <a:srgbClr val="080F1A"/>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181" name="Shape 179"/>
          <p:cNvSpPr/>
          <p:nvPr/>
        </p:nvSpPr>
        <p:spPr>
          <a:xfrm>
            <a:off x="274320" y="2377440"/>
            <a:ext cx="54864" cy="457200"/>
          </a:xfrm>
          <a:prstGeom prst="rect">
            <a:avLst/>
          </a:prstGeom>
          <a:solidFill>
            <a:srgbClr val="00D4FF"/>
          </a:solidFill>
          <a:ln/>
        </p:spPr>
      </p:sp>
      <p:sp>
        <p:nvSpPr>
          <p:cNvPr id="182" name="Text 180"/>
          <p:cNvSpPr/>
          <p:nvPr/>
        </p:nvSpPr>
        <p:spPr>
          <a:xfrm>
            <a:off x="384048" y="2377440"/>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DashboardContent.jsx</a:t>
            </a:r>
            <a:endParaRPr lang="en-US" sz="850" dirty="0"/>
          </a:p>
        </p:txBody>
      </p:sp>
      <p:sp>
        <p:nvSpPr>
          <p:cNvPr id="183" name="Shape 181"/>
          <p:cNvSpPr/>
          <p:nvPr/>
        </p:nvSpPr>
        <p:spPr>
          <a:xfrm>
            <a:off x="274320" y="2916936"/>
            <a:ext cx="3749040" cy="457200"/>
          </a:xfrm>
          <a:prstGeom prst="rect">
            <a:avLst/>
          </a:prstGeom>
          <a:solidFill>
            <a:srgbClr val="080F1A"/>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184" name="Shape 182"/>
          <p:cNvSpPr/>
          <p:nvPr/>
        </p:nvSpPr>
        <p:spPr>
          <a:xfrm>
            <a:off x="274320" y="2916936"/>
            <a:ext cx="54864" cy="457200"/>
          </a:xfrm>
          <a:prstGeom prst="rect">
            <a:avLst/>
          </a:prstGeom>
          <a:solidFill>
            <a:srgbClr val="00D4FF"/>
          </a:solidFill>
          <a:ln/>
        </p:spPr>
      </p:sp>
      <p:sp>
        <p:nvSpPr>
          <p:cNvPr id="185" name="Text 183"/>
          <p:cNvSpPr/>
          <p:nvPr/>
        </p:nvSpPr>
        <p:spPr>
          <a:xfrm>
            <a:off x="384048" y="2916936"/>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WhatIfSimulator.jsx</a:t>
            </a:r>
            <a:endParaRPr lang="en-US" sz="850" dirty="0"/>
          </a:p>
        </p:txBody>
      </p:sp>
      <p:sp>
        <p:nvSpPr>
          <p:cNvPr id="186" name="Shape 184"/>
          <p:cNvSpPr/>
          <p:nvPr/>
        </p:nvSpPr>
        <p:spPr>
          <a:xfrm>
            <a:off x="274320" y="3456432"/>
            <a:ext cx="3749040" cy="457200"/>
          </a:xfrm>
          <a:prstGeom prst="rect">
            <a:avLst/>
          </a:prstGeom>
          <a:solidFill>
            <a:srgbClr val="080F1A"/>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187" name="Shape 185"/>
          <p:cNvSpPr/>
          <p:nvPr/>
        </p:nvSpPr>
        <p:spPr>
          <a:xfrm>
            <a:off x="274320" y="3456432"/>
            <a:ext cx="54864" cy="457200"/>
          </a:xfrm>
          <a:prstGeom prst="rect">
            <a:avLst/>
          </a:prstGeom>
          <a:solidFill>
            <a:srgbClr val="00D4FF"/>
          </a:solidFill>
          <a:ln/>
        </p:spPr>
      </p:sp>
      <p:sp>
        <p:nvSpPr>
          <p:cNvPr id="188" name="Text 186"/>
          <p:cNvSpPr/>
          <p:nvPr/>
        </p:nvSpPr>
        <p:spPr>
          <a:xfrm>
            <a:off x="384048" y="3456432"/>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GeospatialAnalysis.jsx</a:t>
            </a:r>
            <a:endParaRPr lang="en-US" sz="850" dirty="0"/>
          </a:p>
        </p:txBody>
      </p:sp>
      <p:sp>
        <p:nvSpPr>
          <p:cNvPr id="189" name="Shape 187"/>
          <p:cNvSpPr/>
          <p:nvPr/>
        </p:nvSpPr>
        <p:spPr>
          <a:xfrm>
            <a:off x="274320" y="3995928"/>
            <a:ext cx="3749040" cy="457200"/>
          </a:xfrm>
          <a:prstGeom prst="rect">
            <a:avLst/>
          </a:prstGeom>
          <a:solidFill>
            <a:srgbClr val="080F1A"/>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190" name="Shape 188"/>
          <p:cNvSpPr/>
          <p:nvPr/>
        </p:nvSpPr>
        <p:spPr>
          <a:xfrm>
            <a:off x="274320" y="3995928"/>
            <a:ext cx="54864" cy="457200"/>
          </a:xfrm>
          <a:prstGeom prst="rect">
            <a:avLst/>
          </a:prstGeom>
          <a:solidFill>
            <a:srgbClr val="00D4FF"/>
          </a:solidFill>
          <a:ln/>
        </p:spPr>
      </p:sp>
      <p:sp>
        <p:nvSpPr>
          <p:cNvPr id="191" name="Text 189"/>
          <p:cNvSpPr/>
          <p:nvPr/>
        </p:nvSpPr>
        <p:spPr>
          <a:xfrm>
            <a:off x="384048" y="3995928"/>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Login.jsx (Aadhaar OTP)</a:t>
            </a:r>
            <a:endParaRPr lang="en-US" sz="850" dirty="0"/>
          </a:p>
        </p:txBody>
      </p:sp>
      <p:sp>
        <p:nvSpPr>
          <p:cNvPr id="192" name="Shape 190"/>
          <p:cNvSpPr/>
          <p:nvPr/>
        </p:nvSpPr>
        <p:spPr>
          <a:xfrm>
            <a:off x="274320" y="4535424"/>
            <a:ext cx="3749040" cy="457200"/>
          </a:xfrm>
          <a:prstGeom prst="rect">
            <a:avLst/>
          </a:prstGeom>
          <a:solidFill>
            <a:srgbClr val="080F1A"/>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193" name="Shape 191"/>
          <p:cNvSpPr/>
          <p:nvPr/>
        </p:nvSpPr>
        <p:spPr>
          <a:xfrm>
            <a:off x="274320" y="4535424"/>
            <a:ext cx="54864" cy="457200"/>
          </a:xfrm>
          <a:prstGeom prst="rect">
            <a:avLst/>
          </a:prstGeom>
          <a:solidFill>
            <a:srgbClr val="00D4FF"/>
          </a:solidFill>
          <a:ln/>
        </p:spPr>
      </p:sp>
      <p:sp>
        <p:nvSpPr>
          <p:cNvPr id="194" name="Text 192"/>
          <p:cNvSpPr/>
          <p:nvPr/>
        </p:nvSpPr>
        <p:spPr>
          <a:xfrm>
            <a:off x="384048" y="4535424"/>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AgriConsultant.jsx (AI Chat)</a:t>
            </a:r>
            <a:endParaRPr lang="en-US" sz="850" dirty="0"/>
          </a:p>
        </p:txBody>
      </p:sp>
      <p:sp>
        <p:nvSpPr>
          <p:cNvPr id="195" name="Shape 193"/>
          <p:cNvSpPr/>
          <p:nvPr/>
        </p:nvSpPr>
        <p:spPr>
          <a:xfrm>
            <a:off x="274320" y="5074920"/>
            <a:ext cx="3749040" cy="457200"/>
          </a:xfrm>
          <a:prstGeom prst="rect">
            <a:avLst/>
          </a:prstGeom>
          <a:solidFill>
            <a:srgbClr val="080F1A"/>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196" name="Shape 194"/>
          <p:cNvSpPr/>
          <p:nvPr/>
        </p:nvSpPr>
        <p:spPr>
          <a:xfrm>
            <a:off x="274320" y="5074920"/>
            <a:ext cx="54864" cy="457200"/>
          </a:xfrm>
          <a:prstGeom prst="rect">
            <a:avLst/>
          </a:prstGeom>
          <a:solidFill>
            <a:srgbClr val="00D4FF"/>
          </a:solidFill>
          <a:ln/>
        </p:spPr>
      </p:sp>
      <p:sp>
        <p:nvSpPr>
          <p:cNvPr id="197" name="Text 195"/>
          <p:cNvSpPr/>
          <p:nvPr/>
        </p:nvSpPr>
        <p:spPr>
          <a:xfrm>
            <a:off x="384048" y="5074920"/>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AdvancedAnalytics.jsx</a:t>
            </a:r>
            <a:endParaRPr lang="en-US" sz="850" dirty="0"/>
          </a:p>
        </p:txBody>
      </p:sp>
      <p:sp>
        <p:nvSpPr>
          <p:cNvPr id="198" name="Shape 196"/>
          <p:cNvSpPr/>
          <p:nvPr/>
        </p:nvSpPr>
        <p:spPr>
          <a:xfrm>
            <a:off x="274320" y="5614416"/>
            <a:ext cx="3749040" cy="457200"/>
          </a:xfrm>
          <a:prstGeom prst="rect">
            <a:avLst/>
          </a:prstGeom>
          <a:solidFill>
            <a:srgbClr val="080F1A"/>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199" name="Shape 197"/>
          <p:cNvSpPr/>
          <p:nvPr/>
        </p:nvSpPr>
        <p:spPr>
          <a:xfrm>
            <a:off x="274320" y="5614416"/>
            <a:ext cx="54864" cy="457200"/>
          </a:xfrm>
          <a:prstGeom prst="rect">
            <a:avLst/>
          </a:prstGeom>
          <a:solidFill>
            <a:srgbClr val="00D4FF"/>
          </a:solidFill>
          <a:ln/>
        </p:spPr>
      </p:sp>
      <p:sp>
        <p:nvSpPr>
          <p:cNvPr id="200" name="Text 198"/>
          <p:cNvSpPr/>
          <p:nvPr/>
        </p:nvSpPr>
        <p:spPr>
          <a:xfrm>
            <a:off x="384048" y="5614416"/>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Sidebar + TopBar</a:t>
            </a:r>
            <a:endParaRPr lang="en-US" sz="850" dirty="0"/>
          </a:p>
        </p:txBody>
      </p:sp>
      <p:sp>
        <p:nvSpPr>
          <p:cNvPr id="201" name="Shape 199"/>
          <p:cNvSpPr/>
          <p:nvPr/>
        </p:nvSpPr>
        <p:spPr>
          <a:xfrm>
            <a:off x="274320" y="6153912"/>
            <a:ext cx="3749040" cy="457200"/>
          </a:xfrm>
          <a:prstGeom prst="rect">
            <a:avLst/>
          </a:prstGeom>
          <a:solidFill>
            <a:srgbClr val="080F1A"/>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02" name="Shape 200"/>
          <p:cNvSpPr/>
          <p:nvPr/>
        </p:nvSpPr>
        <p:spPr>
          <a:xfrm>
            <a:off x="274320" y="6153912"/>
            <a:ext cx="54864" cy="457200"/>
          </a:xfrm>
          <a:prstGeom prst="rect">
            <a:avLst/>
          </a:prstGeom>
          <a:solidFill>
            <a:srgbClr val="00D4FF"/>
          </a:solidFill>
          <a:ln/>
        </p:spPr>
      </p:sp>
      <p:sp>
        <p:nvSpPr>
          <p:cNvPr id="203" name="Text 201"/>
          <p:cNvSpPr/>
          <p:nvPr/>
        </p:nvSpPr>
        <p:spPr>
          <a:xfrm>
            <a:off x="384048" y="6153912"/>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Reports.jsx + FarmerProfile</a:t>
            </a:r>
            <a:endParaRPr lang="en-US" sz="850" dirty="0"/>
          </a:p>
        </p:txBody>
      </p:sp>
      <p:sp>
        <p:nvSpPr>
          <p:cNvPr id="204" name="Shape 202"/>
          <p:cNvSpPr/>
          <p:nvPr/>
        </p:nvSpPr>
        <p:spPr>
          <a:xfrm>
            <a:off x="4251960" y="1298448"/>
            <a:ext cx="3749040" cy="457200"/>
          </a:xfrm>
          <a:prstGeom prst="rect">
            <a:avLst/>
          </a:prstGeom>
          <a:solidFill>
            <a:srgbClr val="1A1200"/>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05" name="Shape 203"/>
          <p:cNvSpPr/>
          <p:nvPr/>
        </p:nvSpPr>
        <p:spPr>
          <a:xfrm>
            <a:off x="4251960" y="1298448"/>
            <a:ext cx="54864" cy="457200"/>
          </a:xfrm>
          <a:prstGeom prst="rect">
            <a:avLst/>
          </a:prstGeom>
          <a:solidFill>
            <a:srgbClr val="FFD700"/>
          </a:solidFill>
          <a:ln/>
        </p:spPr>
      </p:sp>
      <p:sp>
        <p:nvSpPr>
          <p:cNvPr id="206" name="Text 204"/>
          <p:cNvSpPr/>
          <p:nvPr/>
        </p:nvSpPr>
        <p:spPr>
          <a:xfrm>
            <a:off x="4361688" y="1298448"/>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StateBrain.js — AI Engine</a:t>
            </a:r>
            <a:endParaRPr lang="en-US" sz="850" dirty="0"/>
          </a:p>
        </p:txBody>
      </p:sp>
      <p:sp>
        <p:nvSpPr>
          <p:cNvPr id="207" name="Shape 205"/>
          <p:cNvSpPr/>
          <p:nvPr/>
        </p:nvSpPr>
        <p:spPr>
          <a:xfrm>
            <a:off x="4251960" y="1837944"/>
            <a:ext cx="3749040" cy="457200"/>
          </a:xfrm>
          <a:prstGeom prst="rect">
            <a:avLst/>
          </a:prstGeom>
          <a:solidFill>
            <a:srgbClr val="1A1200"/>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08" name="Shape 206"/>
          <p:cNvSpPr/>
          <p:nvPr/>
        </p:nvSpPr>
        <p:spPr>
          <a:xfrm>
            <a:off x="4251960" y="1837944"/>
            <a:ext cx="54864" cy="457200"/>
          </a:xfrm>
          <a:prstGeom prst="rect">
            <a:avLst/>
          </a:prstGeom>
          <a:solidFill>
            <a:srgbClr val="FFD700"/>
          </a:solidFill>
          <a:ln/>
        </p:spPr>
      </p:sp>
      <p:sp>
        <p:nvSpPr>
          <p:cNvPr id="209" name="Text 207"/>
          <p:cNvSpPr/>
          <p:nvPr/>
        </p:nvSpPr>
        <p:spPr>
          <a:xfrm>
            <a:off x="4361688" y="1837944"/>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GeminiService.js</a:t>
            </a:r>
            <a:endParaRPr lang="en-US" sz="850" dirty="0"/>
          </a:p>
        </p:txBody>
      </p:sp>
      <p:sp>
        <p:nvSpPr>
          <p:cNvPr id="210" name="Shape 208"/>
          <p:cNvSpPr/>
          <p:nvPr/>
        </p:nvSpPr>
        <p:spPr>
          <a:xfrm>
            <a:off x="4251960" y="2377440"/>
            <a:ext cx="3749040" cy="457200"/>
          </a:xfrm>
          <a:prstGeom prst="rect">
            <a:avLst/>
          </a:prstGeom>
          <a:solidFill>
            <a:srgbClr val="1A1200"/>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11" name="Shape 209"/>
          <p:cNvSpPr/>
          <p:nvPr/>
        </p:nvSpPr>
        <p:spPr>
          <a:xfrm>
            <a:off x="4251960" y="2377440"/>
            <a:ext cx="54864" cy="457200"/>
          </a:xfrm>
          <a:prstGeom prst="rect">
            <a:avLst/>
          </a:prstGeom>
          <a:solidFill>
            <a:srgbClr val="FFD700"/>
          </a:solidFill>
          <a:ln/>
        </p:spPr>
      </p:sp>
      <p:sp>
        <p:nvSpPr>
          <p:cNvPr id="212" name="Text 210"/>
          <p:cNvSpPr/>
          <p:nvPr/>
        </p:nvSpPr>
        <p:spPr>
          <a:xfrm>
            <a:off x="4361688" y="2377440"/>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simulationEngine.js</a:t>
            </a:r>
            <a:endParaRPr lang="en-US" sz="850" dirty="0"/>
          </a:p>
        </p:txBody>
      </p:sp>
      <p:sp>
        <p:nvSpPr>
          <p:cNvPr id="213" name="Shape 211"/>
          <p:cNvSpPr/>
          <p:nvPr/>
        </p:nvSpPr>
        <p:spPr>
          <a:xfrm>
            <a:off x="4251960" y="2916936"/>
            <a:ext cx="3749040" cy="457200"/>
          </a:xfrm>
          <a:prstGeom prst="rect">
            <a:avLst/>
          </a:prstGeom>
          <a:solidFill>
            <a:srgbClr val="1A1200"/>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14" name="Shape 212"/>
          <p:cNvSpPr/>
          <p:nvPr/>
        </p:nvSpPr>
        <p:spPr>
          <a:xfrm>
            <a:off x="4251960" y="2916936"/>
            <a:ext cx="54864" cy="457200"/>
          </a:xfrm>
          <a:prstGeom prst="rect">
            <a:avLst/>
          </a:prstGeom>
          <a:solidFill>
            <a:srgbClr val="FFD700"/>
          </a:solidFill>
          <a:ln/>
        </p:spPr>
      </p:sp>
      <p:sp>
        <p:nvSpPr>
          <p:cNvPr id="215" name="Text 213"/>
          <p:cNvSpPr/>
          <p:nvPr/>
        </p:nvSpPr>
        <p:spPr>
          <a:xfrm>
            <a:off x="4361688" y="2916936"/>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dataService.js (Mock API)</a:t>
            </a:r>
            <a:endParaRPr lang="en-US" sz="850" dirty="0"/>
          </a:p>
        </p:txBody>
      </p:sp>
      <p:sp>
        <p:nvSpPr>
          <p:cNvPr id="216" name="Shape 214"/>
          <p:cNvSpPr/>
          <p:nvPr/>
        </p:nvSpPr>
        <p:spPr>
          <a:xfrm>
            <a:off x="4251960" y="3456432"/>
            <a:ext cx="3749040" cy="457200"/>
          </a:xfrm>
          <a:prstGeom prst="rect">
            <a:avLst/>
          </a:prstGeom>
          <a:solidFill>
            <a:srgbClr val="1A1200"/>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17" name="Shape 215"/>
          <p:cNvSpPr/>
          <p:nvPr/>
        </p:nvSpPr>
        <p:spPr>
          <a:xfrm>
            <a:off x="4251960" y="3456432"/>
            <a:ext cx="54864" cy="457200"/>
          </a:xfrm>
          <a:prstGeom prst="rect">
            <a:avLst/>
          </a:prstGeom>
          <a:solidFill>
            <a:srgbClr val="FFD700"/>
          </a:solidFill>
          <a:ln/>
        </p:spPr>
      </p:sp>
      <p:sp>
        <p:nvSpPr>
          <p:cNvPr id="218" name="Text 216"/>
          <p:cNvSpPr/>
          <p:nvPr/>
        </p:nvSpPr>
        <p:spPr>
          <a:xfrm>
            <a:off x="4361688" y="3456432"/>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logisticsEngine.js</a:t>
            </a:r>
            <a:endParaRPr lang="en-US" sz="850" dirty="0"/>
          </a:p>
        </p:txBody>
      </p:sp>
      <p:sp>
        <p:nvSpPr>
          <p:cNvPr id="219" name="Shape 217"/>
          <p:cNvSpPr/>
          <p:nvPr/>
        </p:nvSpPr>
        <p:spPr>
          <a:xfrm>
            <a:off x="4251960" y="3995928"/>
            <a:ext cx="3749040" cy="457200"/>
          </a:xfrm>
          <a:prstGeom prst="rect">
            <a:avLst/>
          </a:prstGeom>
          <a:solidFill>
            <a:srgbClr val="1A1200"/>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20" name="Shape 218"/>
          <p:cNvSpPr/>
          <p:nvPr/>
        </p:nvSpPr>
        <p:spPr>
          <a:xfrm>
            <a:off x="4251960" y="3995928"/>
            <a:ext cx="54864" cy="457200"/>
          </a:xfrm>
          <a:prstGeom prst="rect">
            <a:avLst/>
          </a:prstGeom>
          <a:solidFill>
            <a:srgbClr val="FFD700"/>
          </a:solidFill>
          <a:ln/>
        </p:spPr>
      </p:sp>
      <p:sp>
        <p:nvSpPr>
          <p:cNvPr id="221" name="Text 219"/>
          <p:cNvSpPr/>
          <p:nvPr/>
        </p:nvSpPr>
        <p:spPr>
          <a:xfrm>
            <a:off x="4361688" y="3995928"/>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metricsEngine.js</a:t>
            </a:r>
            <a:endParaRPr lang="en-US" sz="850" dirty="0"/>
          </a:p>
        </p:txBody>
      </p:sp>
      <p:sp>
        <p:nvSpPr>
          <p:cNvPr id="222" name="Shape 220"/>
          <p:cNvSpPr/>
          <p:nvPr/>
        </p:nvSpPr>
        <p:spPr>
          <a:xfrm>
            <a:off x="4251960" y="4535424"/>
            <a:ext cx="3749040" cy="457200"/>
          </a:xfrm>
          <a:prstGeom prst="rect">
            <a:avLst/>
          </a:prstGeom>
          <a:solidFill>
            <a:srgbClr val="1A1200"/>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23" name="Shape 221"/>
          <p:cNvSpPr/>
          <p:nvPr/>
        </p:nvSpPr>
        <p:spPr>
          <a:xfrm>
            <a:off x="4251960" y="4535424"/>
            <a:ext cx="54864" cy="457200"/>
          </a:xfrm>
          <a:prstGeom prst="rect">
            <a:avLst/>
          </a:prstGeom>
          <a:solidFill>
            <a:srgbClr val="FFD700"/>
          </a:solidFill>
          <a:ln/>
        </p:spPr>
      </p:sp>
      <p:sp>
        <p:nvSpPr>
          <p:cNvPr id="224" name="Text 222"/>
          <p:cNvSpPr/>
          <p:nvPr/>
        </p:nvSpPr>
        <p:spPr>
          <a:xfrm>
            <a:off x="4361688" y="4535424"/>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POST /api/auth/login</a:t>
            </a:r>
            <a:endParaRPr lang="en-US" sz="850" dirty="0"/>
          </a:p>
        </p:txBody>
      </p:sp>
      <p:sp>
        <p:nvSpPr>
          <p:cNvPr id="225" name="Shape 223"/>
          <p:cNvSpPr/>
          <p:nvPr/>
        </p:nvSpPr>
        <p:spPr>
          <a:xfrm>
            <a:off x="4251960" y="5074920"/>
            <a:ext cx="3749040" cy="457200"/>
          </a:xfrm>
          <a:prstGeom prst="rect">
            <a:avLst/>
          </a:prstGeom>
          <a:solidFill>
            <a:srgbClr val="1A1200"/>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26" name="Shape 224"/>
          <p:cNvSpPr/>
          <p:nvPr/>
        </p:nvSpPr>
        <p:spPr>
          <a:xfrm>
            <a:off x="4251960" y="5074920"/>
            <a:ext cx="54864" cy="457200"/>
          </a:xfrm>
          <a:prstGeom prst="rect">
            <a:avLst/>
          </a:prstGeom>
          <a:solidFill>
            <a:srgbClr val="FFD700"/>
          </a:solidFill>
          <a:ln/>
        </p:spPr>
      </p:sp>
      <p:sp>
        <p:nvSpPr>
          <p:cNvPr id="227" name="Text 225"/>
          <p:cNvSpPr/>
          <p:nvPr/>
        </p:nvSpPr>
        <p:spPr>
          <a:xfrm>
            <a:off x="4361688" y="5074920"/>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POST /api/analyze-risk</a:t>
            </a:r>
            <a:endParaRPr lang="en-US" sz="850" dirty="0"/>
          </a:p>
        </p:txBody>
      </p:sp>
      <p:sp>
        <p:nvSpPr>
          <p:cNvPr id="228" name="Shape 226"/>
          <p:cNvSpPr/>
          <p:nvPr/>
        </p:nvSpPr>
        <p:spPr>
          <a:xfrm>
            <a:off x="4251960" y="5614416"/>
            <a:ext cx="3749040" cy="457200"/>
          </a:xfrm>
          <a:prstGeom prst="rect">
            <a:avLst/>
          </a:prstGeom>
          <a:solidFill>
            <a:srgbClr val="1A1200"/>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29" name="Shape 227"/>
          <p:cNvSpPr/>
          <p:nvPr/>
        </p:nvSpPr>
        <p:spPr>
          <a:xfrm>
            <a:off x="4251960" y="5614416"/>
            <a:ext cx="54864" cy="457200"/>
          </a:xfrm>
          <a:prstGeom prst="rect">
            <a:avLst/>
          </a:prstGeom>
          <a:solidFill>
            <a:srgbClr val="FFD700"/>
          </a:solidFill>
          <a:ln/>
        </p:spPr>
      </p:sp>
      <p:sp>
        <p:nvSpPr>
          <p:cNvPr id="230" name="Text 228"/>
          <p:cNvSpPr/>
          <p:nvPr/>
        </p:nvSpPr>
        <p:spPr>
          <a:xfrm>
            <a:off x="4361688" y="5614416"/>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GET /api/districts/:name</a:t>
            </a:r>
            <a:endParaRPr lang="en-US" sz="850" dirty="0"/>
          </a:p>
        </p:txBody>
      </p:sp>
      <p:sp>
        <p:nvSpPr>
          <p:cNvPr id="231" name="Shape 229"/>
          <p:cNvSpPr/>
          <p:nvPr/>
        </p:nvSpPr>
        <p:spPr>
          <a:xfrm>
            <a:off x="4251960" y="6153912"/>
            <a:ext cx="3749040" cy="457200"/>
          </a:xfrm>
          <a:prstGeom prst="rect">
            <a:avLst/>
          </a:prstGeom>
          <a:solidFill>
            <a:srgbClr val="1A1200"/>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32" name="Shape 230"/>
          <p:cNvSpPr/>
          <p:nvPr/>
        </p:nvSpPr>
        <p:spPr>
          <a:xfrm>
            <a:off x="4251960" y="6153912"/>
            <a:ext cx="54864" cy="457200"/>
          </a:xfrm>
          <a:prstGeom prst="rect">
            <a:avLst/>
          </a:prstGeom>
          <a:solidFill>
            <a:srgbClr val="FFD700"/>
          </a:solidFill>
          <a:ln/>
        </p:spPr>
      </p:sp>
      <p:sp>
        <p:nvSpPr>
          <p:cNvPr id="233" name="Text 231"/>
          <p:cNvSpPr/>
          <p:nvPr/>
        </p:nvSpPr>
        <p:spPr>
          <a:xfrm>
            <a:off x="4361688" y="6153912"/>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FastAPI /api/vitals</a:t>
            </a:r>
            <a:endParaRPr lang="en-US" sz="850" dirty="0"/>
          </a:p>
        </p:txBody>
      </p:sp>
      <p:sp>
        <p:nvSpPr>
          <p:cNvPr id="234" name="Shape 232"/>
          <p:cNvSpPr/>
          <p:nvPr/>
        </p:nvSpPr>
        <p:spPr>
          <a:xfrm>
            <a:off x="8229600" y="1298448"/>
            <a:ext cx="3749040" cy="457200"/>
          </a:xfrm>
          <a:prstGeom prst="rect">
            <a:avLst/>
          </a:prstGeom>
          <a:solidFill>
            <a:srgbClr val="100018"/>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35" name="Shape 233"/>
          <p:cNvSpPr/>
          <p:nvPr/>
        </p:nvSpPr>
        <p:spPr>
          <a:xfrm>
            <a:off x="8229600" y="1298448"/>
            <a:ext cx="54864" cy="457200"/>
          </a:xfrm>
          <a:prstGeom prst="rect">
            <a:avLst/>
          </a:prstGeom>
          <a:solidFill>
            <a:srgbClr val="B44FFF"/>
          </a:solidFill>
          <a:ln/>
        </p:spPr>
      </p:sp>
      <p:sp>
        <p:nvSpPr>
          <p:cNvPr id="236" name="Text 234"/>
          <p:cNvSpPr/>
          <p:nvPr/>
        </p:nvSpPr>
        <p:spPr>
          <a:xfrm>
            <a:off x="8339328" y="1298448"/>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Google Gemini Pro API</a:t>
            </a:r>
            <a:endParaRPr lang="en-US" sz="850" dirty="0"/>
          </a:p>
        </p:txBody>
      </p:sp>
      <p:sp>
        <p:nvSpPr>
          <p:cNvPr id="237" name="Shape 235"/>
          <p:cNvSpPr/>
          <p:nvPr/>
        </p:nvSpPr>
        <p:spPr>
          <a:xfrm>
            <a:off x="8229600" y="1837944"/>
            <a:ext cx="3749040" cy="457200"/>
          </a:xfrm>
          <a:prstGeom prst="rect">
            <a:avLst/>
          </a:prstGeom>
          <a:solidFill>
            <a:srgbClr val="100018"/>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38" name="Shape 236"/>
          <p:cNvSpPr/>
          <p:nvPr/>
        </p:nvSpPr>
        <p:spPr>
          <a:xfrm>
            <a:off x="8229600" y="1837944"/>
            <a:ext cx="54864" cy="457200"/>
          </a:xfrm>
          <a:prstGeom prst="rect">
            <a:avLst/>
          </a:prstGeom>
          <a:solidFill>
            <a:srgbClr val="B44FFF"/>
          </a:solidFill>
          <a:ln/>
        </p:spPr>
      </p:sp>
      <p:sp>
        <p:nvSpPr>
          <p:cNvPr id="239" name="Text 237"/>
          <p:cNvSpPr/>
          <p:nvPr/>
        </p:nvSpPr>
        <p:spPr>
          <a:xfrm>
            <a:off x="8339328" y="1837944"/>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TN AgriStack (Farmer IDs)</a:t>
            </a:r>
            <a:endParaRPr lang="en-US" sz="850" dirty="0"/>
          </a:p>
        </p:txBody>
      </p:sp>
      <p:sp>
        <p:nvSpPr>
          <p:cNvPr id="240" name="Shape 238"/>
          <p:cNvSpPr/>
          <p:nvPr/>
        </p:nvSpPr>
        <p:spPr>
          <a:xfrm>
            <a:off x="8229600" y="2377440"/>
            <a:ext cx="3749040" cy="457200"/>
          </a:xfrm>
          <a:prstGeom prst="rect">
            <a:avLst/>
          </a:prstGeom>
          <a:solidFill>
            <a:srgbClr val="100018"/>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41" name="Shape 239"/>
          <p:cNvSpPr/>
          <p:nvPr/>
        </p:nvSpPr>
        <p:spPr>
          <a:xfrm>
            <a:off x="8229600" y="2377440"/>
            <a:ext cx="54864" cy="457200"/>
          </a:xfrm>
          <a:prstGeom prst="rect">
            <a:avLst/>
          </a:prstGeom>
          <a:solidFill>
            <a:srgbClr val="B44FFF"/>
          </a:solidFill>
          <a:ln/>
        </p:spPr>
      </p:sp>
      <p:sp>
        <p:nvSpPr>
          <p:cNvPr id="242" name="Text 240"/>
          <p:cNvSpPr/>
          <p:nvPr/>
        </p:nvSpPr>
        <p:spPr>
          <a:xfrm>
            <a:off x="8339328" y="2377440"/>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Leaflet + OpenStreetMap</a:t>
            </a:r>
            <a:endParaRPr lang="en-US" sz="850" dirty="0"/>
          </a:p>
        </p:txBody>
      </p:sp>
      <p:sp>
        <p:nvSpPr>
          <p:cNvPr id="243" name="Shape 241"/>
          <p:cNvSpPr/>
          <p:nvPr/>
        </p:nvSpPr>
        <p:spPr>
          <a:xfrm>
            <a:off x="8229600" y="2916936"/>
            <a:ext cx="3749040" cy="457200"/>
          </a:xfrm>
          <a:prstGeom prst="rect">
            <a:avLst/>
          </a:prstGeom>
          <a:solidFill>
            <a:srgbClr val="100018"/>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44" name="Shape 242"/>
          <p:cNvSpPr/>
          <p:nvPr/>
        </p:nvSpPr>
        <p:spPr>
          <a:xfrm>
            <a:off x="8229600" y="2916936"/>
            <a:ext cx="54864" cy="457200"/>
          </a:xfrm>
          <a:prstGeom prst="rect">
            <a:avLst/>
          </a:prstGeom>
          <a:solidFill>
            <a:srgbClr val="B44FFF"/>
          </a:solidFill>
          <a:ln/>
        </p:spPr>
      </p:sp>
      <p:sp>
        <p:nvSpPr>
          <p:cNvPr id="245" name="Text 243"/>
          <p:cNvSpPr/>
          <p:nvPr/>
        </p:nvSpPr>
        <p:spPr>
          <a:xfrm>
            <a:off x="8339328" y="2916936"/>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Recharts Visualization</a:t>
            </a:r>
            <a:endParaRPr lang="en-US" sz="850" dirty="0"/>
          </a:p>
        </p:txBody>
      </p:sp>
      <p:sp>
        <p:nvSpPr>
          <p:cNvPr id="246" name="Shape 244"/>
          <p:cNvSpPr/>
          <p:nvPr/>
        </p:nvSpPr>
        <p:spPr>
          <a:xfrm>
            <a:off x="8229600" y="3456432"/>
            <a:ext cx="3749040" cy="457200"/>
          </a:xfrm>
          <a:prstGeom prst="rect">
            <a:avLst/>
          </a:prstGeom>
          <a:solidFill>
            <a:srgbClr val="100018"/>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47" name="Shape 245"/>
          <p:cNvSpPr/>
          <p:nvPr/>
        </p:nvSpPr>
        <p:spPr>
          <a:xfrm>
            <a:off x="8229600" y="3456432"/>
            <a:ext cx="54864" cy="457200"/>
          </a:xfrm>
          <a:prstGeom prst="rect">
            <a:avLst/>
          </a:prstGeom>
          <a:solidFill>
            <a:srgbClr val="B44FFF"/>
          </a:solidFill>
          <a:ln/>
        </p:spPr>
      </p:sp>
      <p:sp>
        <p:nvSpPr>
          <p:cNvPr id="248" name="Text 246"/>
          <p:cNvSpPr/>
          <p:nvPr/>
        </p:nvSpPr>
        <p:spPr>
          <a:xfrm>
            <a:off x="8339328" y="3456432"/>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MongoDB + Mongoose</a:t>
            </a:r>
            <a:endParaRPr lang="en-US" sz="850" dirty="0"/>
          </a:p>
        </p:txBody>
      </p:sp>
      <p:sp>
        <p:nvSpPr>
          <p:cNvPr id="249" name="Shape 247"/>
          <p:cNvSpPr/>
          <p:nvPr/>
        </p:nvSpPr>
        <p:spPr>
          <a:xfrm>
            <a:off x="8229600" y="3995928"/>
            <a:ext cx="3749040" cy="457200"/>
          </a:xfrm>
          <a:prstGeom prst="rect">
            <a:avLst/>
          </a:prstGeom>
          <a:solidFill>
            <a:srgbClr val="100018"/>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50" name="Shape 248"/>
          <p:cNvSpPr/>
          <p:nvPr/>
        </p:nvSpPr>
        <p:spPr>
          <a:xfrm>
            <a:off x="8229600" y="3995928"/>
            <a:ext cx="54864" cy="457200"/>
          </a:xfrm>
          <a:prstGeom prst="rect">
            <a:avLst/>
          </a:prstGeom>
          <a:solidFill>
            <a:srgbClr val="B44FFF"/>
          </a:solidFill>
          <a:ln/>
        </p:spPr>
      </p:sp>
      <p:sp>
        <p:nvSpPr>
          <p:cNvPr id="251" name="Text 249"/>
          <p:cNvSpPr/>
          <p:nvPr/>
        </p:nvSpPr>
        <p:spPr>
          <a:xfrm>
            <a:off x="8339328" y="3995928"/>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JWT + bcryptjs Auth</a:t>
            </a:r>
            <a:endParaRPr lang="en-US" sz="850" dirty="0"/>
          </a:p>
        </p:txBody>
      </p:sp>
      <p:sp>
        <p:nvSpPr>
          <p:cNvPr id="252" name="Shape 250"/>
          <p:cNvSpPr/>
          <p:nvPr/>
        </p:nvSpPr>
        <p:spPr>
          <a:xfrm>
            <a:off x="8229600" y="4535424"/>
            <a:ext cx="3749040" cy="457200"/>
          </a:xfrm>
          <a:prstGeom prst="rect">
            <a:avLst/>
          </a:prstGeom>
          <a:solidFill>
            <a:srgbClr val="100018"/>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53" name="Shape 251"/>
          <p:cNvSpPr/>
          <p:nvPr/>
        </p:nvSpPr>
        <p:spPr>
          <a:xfrm>
            <a:off x="8229600" y="4535424"/>
            <a:ext cx="54864" cy="457200"/>
          </a:xfrm>
          <a:prstGeom prst="rect">
            <a:avLst/>
          </a:prstGeom>
          <a:solidFill>
            <a:srgbClr val="B44FFF"/>
          </a:solidFill>
          <a:ln/>
        </p:spPr>
      </p:sp>
      <p:sp>
        <p:nvSpPr>
          <p:cNvPr id="254" name="Text 252"/>
          <p:cNvSpPr/>
          <p:nvPr/>
        </p:nvSpPr>
        <p:spPr>
          <a:xfrm>
            <a:off x="8339328" y="4535424"/>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Vercel (Frontend CDN)</a:t>
            </a:r>
            <a:endParaRPr lang="en-US" sz="850" dirty="0"/>
          </a:p>
        </p:txBody>
      </p:sp>
      <p:sp>
        <p:nvSpPr>
          <p:cNvPr id="255" name="Shape 253"/>
          <p:cNvSpPr/>
          <p:nvPr/>
        </p:nvSpPr>
        <p:spPr>
          <a:xfrm>
            <a:off x="8229600" y="5074920"/>
            <a:ext cx="3749040" cy="457200"/>
          </a:xfrm>
          <a:prstGeom prst="rect">
            <a:avLst/>
          </a:prstGeom>
          <a:solidFill>
            <a:srgbClr val="100018"/>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56" name="Shape 254"/>
          <p:cNvSpPr/>
          <p:nvPr/>
        </p:nvSpPr>
        <p:spPr>
          <a:xfrm>
            <a:off x="8229600" y="5074920"/>
            <a:ext cx="54864" cy="457200"/>
          </a:xfrm>
          <a:prstGeom prst="rect">
            <a:avLst/>
          </a:prstGeom>
          <a:solidFill>
            <a:srgbClr val="B44FFF"/>
          </a:solidFill>
          <a:ln/>
        </p:spPr>
      </p:sp>
      <p:sp>
        <p:nvSpPr>
          <p:cNvPr id="257" name="Text 255"/>
          <p:cNvSpPr/>
          <p:nvPr/>
        </p:nvSpPr>
        <p:spPr>
          <a:xfrm>
            <a:off x="8339328" y="5074920"/>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Render (FastAPI host)</a:t>
            </a:r>
            <a:endParaRPr lang="en-US" sz="850" dirty="0"/>
          </a:p>
        </p:txBody>
      </p:sp>
      <p:sp>
        <p:nvSpPr>
          <p:cNvPr id="258" name="Shape 256"/>
          <p:cNvSpPr/>
          <p:nvPr/>
        </p:nvSpPr>
        <p:spPr>
          <a:xfrm>
            <a:off x="8229600" y="5614416"/>
            <a:ext cx="3749040" cy="457200"/>
          </a:xfrm>
          <a:prstGeom prst="rect">
            <a:avLst/>
          </a:prstGeom>
          <a:solidFill>
            <a:srgbClr val="100018"/>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59" name="Shape 257"/>
          <p:cNvSpPr/>
          <p:nvPr/>
        </p:nvSpPr>
        <p:spPr>
          <a:xfrm>
            <a:off x="8229600" y="5614416"/>
            <a:ext cx="54864" cy="457200"/>
          </a:xfrm>
          <a:prstGeom prst="rect">
            <a:avLst/>
          </a:prstGeom>
          <a:solidFill>
            <a:srgbClr val="B44FFF"/>
          </a:solidFill>
          <a:ln/>
        </p:spPr>
      </p:sp>
      <p:sp>
        <p:nvSpPr>
          <p:cNvPr id="260" name="Text 258"/>
          <p:cNvSpPr/>
          <p:nvPr/>
        </p:nvSpPr>
        <p:spPr>
          <a:xfrm>
            <a:off x="8339328" y="5614416"/>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i18next (6 languages)</a:t>
            </a:r>
            <a:endParaRPr lang="en-US" sz="850" dirty="0"/>
          </a:p>
        </p:txBody>
      </p:sp>
      <p:sp>
        <p:nvSpPr>
          <p:cNvPr id="261" name="Shape 259"/>
          <p:cNvSpPr/>
          <p:nvPr/>
        </p:nvSpPr>
        <p:spPr>
          <a:xfrm>
            <a:off x="8229600" y="6153912"/>
            <a:ext cx="3749040" cy="457200"/>
          </a:xfrm>
          <a:prstGeom prst="rect">
            <a:avLst/>
          </a:prstGeom>
          <a:solidFill>
            <a:srgbClr val="100018"/>
          </a:solidFill>
          <a:ln w="9525">
            <a:solidFill>
              <a:srgbClr val="000000"/>
            </a:solidFill>
            <a:prstDash val="solid"/>
          </a:ln>
          <a:effectLst>
            <a:outerShdw sx="100000" sy="100000" kx="0" ky="0" algn="bl" rotWithShape="0" blurRad="152400" dist="50800" dir="2700000">
              <a:srgbClr val="000000">
                <a:alpha val="60000"/>
              </a:srgbClr>
            </a:outerShdw>
          </a:effectLst>
        </p:spPr>
      </p:sp>
      <p:sp>
        <p:nvSpPr>
          <p:cNvPr id="262" name="Shape 260"/>
          <p:cNvSpPr/>
          <p:nvPr/>
        </p:nvSpPr>
        <p:spPr>
          <a:xfrm>
            <a:off x="8229600" y="6153912"/>
            <a:ext cx="54864" cy="457200"/>
          </a:xfrm>
          <a:prstGeom prst="rect">
            <a:avLst/>
          </a:prstGeom>
          <a:solidFill>
            <a:srgbClr val="B44FFF"/>
          </a:solidFill>
          <a:ln/>
        </p:spPr>
      </p:sp>
      <p:sp>
        <p:nvSpPr>
          <p:cNvPr id="263" name="Text 261"/>
          <p:cNvSpPr/>
          <p:nvPr/>
        </p:nvSpPr>
        <p:spPr>
          <a:xfrm>
            <a:off x="8339328" y="6153912"/>
            <a:ext cx="361188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OpenWeatherMap API</a:t>
            </a:r>
            <a:endParaRPr lang="en-US" sz="850" dirty="0"/>
          </a:p>
        </p:txBody>
      </p:sp>
      <p:sp>
        <p:nvSpPr>
          <p:cNvPr id="264" name="Shape 262"/>
          <p:cNvSpPr/>
          <p:nvPr/>
        </p:nvSpPr>
        <p:spPr>
          <a:xfrm>
            <a:off x="4023360" y="3200400"/>
            <a:ext cx="228600" cy="36576"/>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265" name="Shape 263"/>
          <p:cNvSpPr/>
          <p:nvPr/>
        </p:nvSpPr>
        <p:spPr>
          <a:xfrm>
            <a:off x="8001000" y="3200400"/>
            <a:ext cx="228600" cy="36576"/>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266" name="Shape 264"/>
          <p:cNvSpPr/>
          <p:nvPr/>
        </p:nvSpPr>
        <p:spPr>
          <a:xfrm>
            <a:off x="0" y="6492240"/>
            <a:ext cx="12188952" cy="27432"/>
          </a:xfrm>
          <a:prstGeom prst="rect">
            <a:avLst/>
          </a:prstGeom>
          <a:solidFill>
            <a:srgbClr val="00D4FF"/>
          </a:solidFill>
          <a:ln/>
          <a:effectLst>
            <a:outerShdw sx="100000" sy="100000" kx="0" ky="0" algn="bl" rotWithShape="0" blurRad="254000" dist="50800" dir="16200000">
              <a:srgbClr val="00D4FF">
                <a:alpha val="50000"/>
              </a:srgbClr>
            </a:outerShdw>
          </a:effectLst>
        </p:spPr>
      </p:sp>
      <p:sp>
        <p:nvSpPr>
          <p:cNvPr id="267" name="Shape 265"/>
          <p:cNvSpPr/>
          <p:nvPr/>
        </p:nvSpPr>
        <p:spPr>
          <a:xfrm>
            <a:off x="0" y="6519672"/>
            <a:ext cx="12188952" cy="9144"/>
          </a:xfrm>
          <a:prstGeom prst="rect">
            <a:avLst/>
          </a:prstGeom>
          <a:solidFill>
            <a:srgbClr val="000000"/>
          </a:solidFill>
          <a:ln/>
        </p:spPr>
      </p:sp>
      <p:sp>
        <p:nvSpPr>
          <p:cNvPr id="268" name="Text 266"/>
          <p:cNvSpPr/>
          <p:nvPr/>
        </p:nvSpPr>
        <p:spPr>
          <a:xfrm>
            <a:off x="0" y="6510528"/>
            <a:ext cx="12188952" cy="347472"/>
          </a:xfrm>
          <a:prstGeom prst="rect">
            <a:avLst/>
          </a:prstGeom>
          <a:noFill/>
          <a:ln/>
        </p:spPr>
        <p:txBody>
          <a:bodyPr wrap="square" rtlCol="0" anchor="ctr"/>
          <a:lstStyle/>
          <a:p>
            <a:pPr algn="ctr" indent="0" marL="0">
              <a:buNone/>
            </a:pPr>
            <a:r>
              <a:rPr lang="en-US" sz="1000" dirty="0">
                <a:solidFill>
                  <a:srgbClr val="00D4FF"/>
                </a:solidFill>
                <a:latin typeface="Calibri" pitchFamily="34" charset="0"/>
                <a:ea typeface="Calibri" pitchFamily="34" charset="-122"/>
                <a:cs typeface="Calibri" pitchFamily="34" charset="-120"/>
              </a:rPr>
              <a:t>Data flows: Frontend ←→ Backend APIs ←→ External Services  |  All connections secured via JWT + CORS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D0A"/>
        </a:solidFill>
      </p:bgPr>
    </p:bg>
    <p:spTree>
      <p:nvGrpSpPr>
        <p:cNvPr id="1" name=""/>
        <p:cNvGrpSpPr/>
        <p:nvPr/>
      </p:nvGrpSpPr>
      <p:grpSpPr>
        <a:xfrm>
          <a:off x="0" y="0"/>
          <a:ext cx="0" cy="0"/>
          <a:chOff x="0" y="0"/>
          <a:chExt cx="0" cy="0"/>
        </a:xfrm>
      </p:grpSpPr>
      <p:sp>
        <p:nvSpPr>
          <p:cNvPr id="2" name="Shape 0"/>
          <p:cNvSpPr/>
          <p:nvPr/>
        </p:nvSpPr>
        <p:spPr>
          <a:xfrm>
            <a:off x="0" y="0"/>
            <a:ext cx="457200" cy="9144"/>
          </a:xfrm>
          <a:prstGeom prst="rect">
            <a:avLst/>
          </a:prstGeom>
          <a:solidFill>
            <a:srgbClr val="1A3A2A"/>
          </a:solidFill>
          <a:ln w="12700">
            <a:solidFill>
              <a:srgbClr val="1A3A2A"/>
            </a:solidFill>
            <a:prstDash val="solid"/>
          </a:ln>
        </p:spPr>
      </p:sp>
      <p:sp>
        <p:nvSpPr>
          <p:cNvPr id="3" name="Shape 1"/>
          <p:cNvSpPr/>
          <p:nvPr/>
        </p:nvSpPr>
        <p:spPr>
          <a:xfrm>
            <a:off x="594360" y="0"/>
            <a:ext cx="457200" cy="9144"/>
          </a:xfrm>
          <a:prstGeom prst="rect">
            <a:avLst/>
          </a:prstGeom>
          <a:solidFill>
            <a:srgbClr val="1A3A2A"/>
          </a:solidFill>
          <a:ln w="12700">
            <a:solidFill>
              <a:srgbClr val="1A3A2A"/>
            </a:solidFill>
            <a:prstDash val="solid"/>
          </a:ln>
        </p:spPr>
      </p:sp>
      <p:sp>
        <p:nvSpPr>
          <p:cNvPr id="4" name="Shape 2"/>
          <p:cNvSpPr/>
          <p:nvPr/>
        </p:nvSpPr>
        <p:spPr>
          <a:xfrm>
            <a:off x="1188720" y="0"/>
            <a:ext cx="457200" cy="9144"/>
          </a:xfrm>
          <a:prstGeom prst="rect">
            <a:avLst/>
          </a:prstGeom>
          <a:solidFill>
            <a:srgbClr val="1A3A2A"/>
          </a:solidFill>
          <a:ln w="12700">
            <a:solidFill>
              <a:srgbClr val="1A3A2A"/>
            </a:solidFill>
            <a:prstDash val="solid"/>
          </a:ln>
        </p:spPr>
      </p:sp>
      <p:sp>
        <p:nvSpPr>
          <p:cNvPr id="5" name="Shape 3"/>
          <p:cNvSpPr/>
          <p:nvPr/>
        </p:nvSpPr>
        <p:spPr>
          <a:xfrm>
            <a:off x="1783080" y="0"/>
            <a:ext cx="457200" cy="9144"/>
          </a:xfrm>
          <a:prstGeom prst="rect">
            <a:avLst/>
          </a:prstGeom>
          <a:solidFill>
            <a:srgbClr val="1A3A2A"/>
          </a:solidFill>
          <a:ln w="12700">
            <a:solidFill>
              <a:srgbClr val="1A3A2A"/>
            </a:solidFill>
            <a:prstDash val="solid"/>
          </a:ln>
        </p:spPr>
      </p:sp>
      <p:sp>
        <p:nvSpPr>
          <p:cNvPr id="6" name="Shape 4"/>
          <p:cNvSpPr/>
          <p:nvPr/>
        </p:nvSpPr>
        <p:spPr>
          <a:xfrm>
            <a:off x="2377440" y="0"/>
            <a:ext cx="457200" cy="9144"/>
          </a:xfrm>
          <a:prstGeom prst="rect">
            <a:avLst/>
          </a:prstGeom>
          <a:solidFill>
            <a:srgbClr val="1A3A2A"/>
          </a:solidFill>
          <a:ln w="12700">
            <a:solidFill>
              <a:srgbClr val="1A3A2A"/>
            </a:solidFill>
            <a:prstDash val="solid"/>
          </a:ln>
        </p:spPr>
      </p:sp>
      <p:sp>
        <p:nvSpPr>
          <p:cNvPr id="7" name="Shape 5"/>
          <p:cNvSpPr/>
          <p:nvPr/>
        </p:nvSpPr>
        <p:spPr>
          <a:xfrm>
            <a:off x="2971800" y="0"/>
            <a:ext cx="457200" cy="9144"/>
          </a:xfrm>
          <a:prstGeom prst="rect">
            <a:avLst/>
          </a:prstGeom>
          <a:solidFill>
            <a:srgbClr val="1A3A2A"/>
          </a:solidFill>
          <a:ln w="12700">
            <a:solidFill>
              <a:srgbClr val="1A3A2A"/>
            </a:solidFill>
            <a:prstDash val="solid"/>
          </a:ln>
        </p:spPr>
      </p:sp>
      <p:sp>
        <p:nvSpPr>
          <p:cNvPr id="8" name="Shape 6"/>
          <p:cNvSpPr/>
          <p:nvPr/>
        </p:nvSpPr>
        <p:spPr>
          <a:xfrm>
            <a:off x="3566160" y="0"/>
            <a:ext cx="457200" cy="9144"/>
          </a:xfrm>
          <a:prstGeom prst="rect">
            <a:avLst/>
          </a:prstGeom>
          <a:solidFill>
            <a:srgbClr val="1A3A2A"/>
          </a:solidFill>
          <a:ln w="12700">
            <a:solidFill>
              <a:srgbClr val="1A3A2A"/>
            </a:solidFill>
            <a:prstDash val="solid"/>
          </a:ln>
        </p:spPr>
      </p:sp>
      <p:sp>
        <p:nvSpPr>
          <p:cNvPr id="9" name="Shape 7"/>
          <p:cNvSpPr/>
          <p:nvPr/>
        </p:nvSpPr>
        <p:spPr>
          <a:xfrm>
            <a:off x="4160520" y="0"/>
            <a:ext cx="457200" cy="9144"/>
          </a:xfrm>
          <a:prstGeom prst="rect">
            <a:avLst/>
          </a:prstGeom>
          <a:solidFill>
            <a:srgbClr val="1A3A2A"/>
          </a:solidFill>
          <a:ln w="12700">
            <a:solidFill>
              <a:srgbClr val="1A3A2A"/>
            </a:solidFill>
            <a:prstDash val="solid"/>
          </a:ln>
        </p:spPr>
      </p:sp>
      <p:sp>
        <p:nvSpPr>
          <p:cNvPr id="10" name="Shape 8"/>
          <p:cNvSpPr/>
          <p:nvPr/>
        </p:nvSpPr>
        <p:spPr>
          <a:xfrm>
            <a:off x="4754880" y="0"/>
            <a:ext cx="457200" cy="9144"/>
          </a:xfrm>
          <a:prstGeom prst="rect">
            <a:avLst/>
          </a:prstGeom>
          <a:solidFill>
            <a:srgbClr val="1A3A2A"/>
          </a:solidFill>
          <a:ln w="12700">
            <a:solidFill>
              <a:srgbClr val="1A3A2A"/>
            </a:solidFill>
            <a:prstDash val="solid"/>
          </a:ln>
        </p:spPr>
      </p:sp>
      <p:sp>
        <p:nvSpPr>
          <p:cNvPr id="11" name="Shape 9"/>
          <p:cNvSpPr/>
          <p:nvPr/>
        </p:nvSpPr>
        <p:spPr>
          <a:xfrm>
            <a:off x="5349240" y="0"/>
            <a:ext cx="457200" cy="9144"/>
          </a:xfrm>
          <a:prstGeom prst="rect">
            <a:avLst/>
          </a:prstGeom>
          <a:solidFill>
            <a:srgbClr val="1A3A2A"/>
          </a:solidFill>
          <a:ln w="12700">
            <a:solidFill>
              <a:srgbClr val="1A3A2A"/>
            </a:solidFill>
            <a:prstDash val="solid"/>
          </a:ln>
        </p:spPr>
      </p:sp>
      <p:sp>
        <p:nvSpPr>
          <p:cNvPr id="12" name="Shape 10"/>
          <p:cNvSpPr/>
          <p:nvPr/>
        </p:nvSpPr>
        <p:spPr>
          <a:xfrm>
            <a:off x="5943600" y="0"/>
            <a:ext cx="457200" cy="9144"/>
          </a:xfrm>
          <a:prstGeom prst="rect">
            <a:avLst/>
          </a:prstGeom>
          <a:solidFill>
            <a:srgbClr val="1A3A2A"/>
          </a:solidFill>
          <a:ln w="12700">
            <a:solidFill>
              <a:srgbClr val="1A3A2A"/>
            </a:solidFill>
            <a:prstDash val="solid"/>
          </a:ln>
        </p:spPr>
      </p:sp>
      <p:sp>
        <p:nvSpPr>
          <p:cNvPr id="13" name="Shape 11"/>
          <p:cNvSpPr/>
          <p:nvPr/>
        </p:nvSpPr>
        <p:spPr>
          <a:xfrm>
            <a:off x="6537960" y="0"/>
            <a:ext cx="457200" cy="9144"/>
          </a:xfrm>
          <a:prstGeom prst="rect">
            <a:avLst/>
          </a:prstGeom>
          <a:solidFill>
            <a:srgbClr val="1A3A2A"/>
          </a:solidFill>
          <a:ln w="12700">
            <a:solidFill>
              <a:srgbClr val="1A3A2A"/>
            </a:solidFill>
            <a:prstDash val="solid"/>
          </a:ln>
        </p:spPr>
      </p:sp>
      <p:sp>
        <p:nvSpPr>
          <p:cNvPr id="14" name="Shape 12"/>
          <p:cNvSpPr/>
          <p:nvPr/>
        </p:nvSpPr>
        <p:spPr>
          <a:xfrm>
            <a:off x="7132320" y="0"/>
            <a:ext cx="457200" cy="9144"/>
          </a:xfrm>
          <a:prstGeom prst="rect">
            <a:avLst/>
          </a:prstGeom>
          <a:solidFill>
            <a:srgbClr val="1A3A2A"/>
          </a:solidFill>
          <a:ln w="12700">
            <a:solidFill>
              <a:srgbClr val="1A3A2A"/>
            </a:solidFill>
            <a:prstDash val="solid"/>
          </a:ln>
        </p:spPr>
      </p:sp>
      <p:sp>
        <p:nvSpPr>
          <p:cNvPr id="15" name="Shape 13"/>
          <p:cNvSpPr/>
          <p:nvPr/>
        </p:nvSpPr>
        <p:spPr>
          <a:xfrm>
            <a:off x="7726680" y="0"/>
            <a:ext cx="457200" cy="9144"/>
          </a:xfrm>
          <a:prstGeom prst="rect">
            <a:avLst/>
          </a:prstGeom>
          <a:solidFill>
            <a:srgbClr val="1A3A2A"/>
          </a:solidFill>
          <a:ln w="12700">
            <a:solidFill>
              <a:srgbClr val="1A3A2A"/>
            </a:solidFill>
            <a:prstDash val="solid"/>
          </a:ln>
        </p:spPr>
      </p:sp>
      <p:sp>
        <p:nvSpPr>
          <p:cNvPr id="16" name="Shape 14"/>
          <p:cNvSpPr/>
          <p:nvPr/>
        </p:nvSpPr>
        <p:spPr>
          <a:xfrm>
            <a:off x="8321040" y="0"/>
            <a:ext cx="457200" cy="9144"/>
          </a:xfrm>
          <a:prstGeom prst="rect">
            <a:avLst/>
          </a:prstGeom>
          <a:solidFill>
            <a:srgbClr val="1A3A2A"/>
          </a:solidFill>
          <a:ln w="12700">
            <a:solidFill>
              <a:srgbClr val="1A3A2A"/>
            </a:solidFill>
            <a:prstDash val="solid"/>
          </a:ln>
        </p:spPr>
      </p:sp>
      <p:sp>
        <p:nvSpPr>
          <p:cNvPr id="17" name="Shape 15"/>
          <p:cNvSpPr/>
          <p:nvPr/>
        </p:nvSpPr>
        <p:spPr>
          <a:xfrm>
            <a:off x="8915400" y="0"/>
            <a:ext cx="457200" cy="9144"/>
          </a:xfrm>
          <a:prstGeom prst="rect">
            <a:avLst/>
          </a:prstGeom>
          <a:solidFill>
            <a:srgbClr val="1A3A2A"/>
          </a:solidFill>
          <a:ln w="12700">
            <a:solidFill>
              <a:srgbClr val="1A3A2A"/>
            </a:solidFill>
            <a:prstDash val="solid"/>
          </a:ln>
        </p:spPr>
      </p:sp>
      <p:sp>
        <p:nvSpPr>
          <p:cNvPr id="18" name="Shape 16"/>
          <p:cNvSpPr/>
          <p:nvPr/>
        </p:nvSpPr>
        <p:spPr>
          <a:xfrm>
            <a:off x="9509760" y="0"/>
            <a:ext cx="457200" cy="9144"/>
          </a:xfrm>
          <a:prstGeom prst="rect">
            <a:avLst/>
          </a:prstGeom>
          <a:solidFill>
            <a:srgbClr val="1A3A2A"/>
          </a:solidFill>
          <a:ln w="12700">
            <a:solidFill>
              <a:srgbClr val="1A3A2A"/>
            </a:solidFill>
            <a:prstDash val="solid"/>
          </a:ln>
        </p:spPr>
      </p:sp>
      <p:sp>
        <p:nvSpPr>
          <p:cNvPr id="19" name="Shape 17"/>
          <p:cNvSpPr/>
          <p:nvPr/>
        </p:nvSpPr>
        <p:spPr>
          <a:xfrm>
            <a:off x="10104120" y="0"/>
            <a:ext cx="457200" cy="9144"/>
          </a:xfrm>
          <a:prstGeom prst="rect">
            <a:avLst/>
          </a:prstGeom>
          <a:solidFill>
            <a:srgbClr val="1A3A2A"/>
          </a:solidFill>
          <a:ln w="12700">
            <a:solidFill>
              <a:srgbClr val="1A3A2A"/>
            </a:solidFill>
            <a:prstDash val="solid"/>
          </a:ln>
        </p:spPr>
      </p:sp>
      <p:sp>
        <p:nvSpPr>
          <p:cNvPr id="20" name="Shape 18"/>
          <p:cNvSpPr/>
          <p:nvPr/>
        </p:nvSpPr>
        <p:spPr>
          <a:xfrm>
            <a:off x="10698480" y="0"/>
            <a:ext cx="457200" cy="9144"/>
          </a:xfrm>
          <a:prstGeom prst="rect">
            <a:avLst/>
          </a:prstGeom>
          <a:solidFill>
            <a:srgbClr val="1A3A2A"/>
          </a:solidFill>
          <a:ln w="12700">
            <a:solidFill>
              <a:srgbClr val="1A3A2A"/>
            </a:solidFill>
            <a:prstDash val="solid"/>
          </a:ln>
        </p:spPr>
      </p:sp>
      <p:sp>
        <p:nvSpPr>
          <p:cNvPr id="21" name="Shape 19"/>
          <p:cNvSpPr/>
          <p:nvPr/>
        </p:nvSpPr>
        <p:spPr>
          <a:xfrm>
            <a:off x="11292840" y="0"/>
            <a:ext cx="457200" cy="9144"/>
          </a:xfrm>
          <a:prstGeom prst="rect">
            <a:avLst/>
          </a:prstGeom>
          <a:solidFill>
            <a:srgbClr val="1A3A2A"/>
          </a:solidFill>
          <a:ln w="12700">
            <a:solidFill>
              <a:srgbClr val="1A3A2A"/>
            </a:solidFill>
            <a:prstDash val="solid"/>
          </a:ln>
        </p:spPr>
      </p:sp>
      <p:sp>
        <p:nvSpPr>
          <p:cNvPr id="22" name="Shape 20"/>
          <p:cNvSpPr/>
          <p:nvPr/>
        </p:nvSpPr>
        <p:spPr>
          <a:xfrm>
            <a:off x="292608" y="502920"/>
            <a:ext cx="457200" cy="9144"/>
          </a:xfrm>
          <a:prstGeom prst="rect">
            <a:avLst/>
          </a:prstGeom>
          <a:solidFill>
            <a:srgbClr val="1A3A2A"/>
          </a:solidFill>
          <a:ln w="12700">
            <a:solidFill>
              <a:srgbClr val="1A3A2A"/>
            </a:solidFill>
            <a:prstDash val="solid"/>
          </a:ln>
        </p:spPr>
      </p:sp>
      <p:sp>
        <p:nvSpPr>
          <p:cNvPr id="23" name="Shape 21"/>
          <p:cNvSpPr/>
          <p:nvPr/>
        </p:nvSpPr>
        <p:spPr>
          <a:xfrm>
            <a:off x="886968" y="502920"/>
            <a:ext cx="457200" cy="9144"/>
          </a:xfrm>
          <a:prstGeom prst="rect">
            <a:avLst/>
          </a:prstGeom>
          <a:solidFill>
            <a:srgbClr val="1A3A2A"/>
          </a:solidFill>
          <a:ln w="12700">
            <a:solidFill>
              <a:srgbClr val="1A3A2A"/>
            </a:solidFill>
            <a:prstDash val="solid"/>
          </a:ln>
        </p:spPr>
      </p:sp>
      <p:sp>
        <p:nvSpPr>
          <p:cNvPr id="24" name="Shape 22"/>
          <p:cNvSpPr/>
          <p:nvPr/>
        </p:nvSpPr>
        <p:spPr>
          <a:xfrm>
            <a:off x="1481328" y="502920"/>
            <a:ext cx="457200" cy="9144"/>
          </a:xfrm>
          <a:prstGeom prst="rect">
            <a:avLst/>
          </a:prstGeom>
          <a:solidFill>
            <a:srgbClr val="1A3A2A"/>
          </a:solidFill>
          <a:ln w="12700">
            <a:solidFill>
              <a:srgbClr val="1A3A2A"/>
            </a:solidFill>
            <a:prstDash val="solid"/>
          </a:ln>
        </p:spPr>
      </p:sp>
      <p:sp>
        <p:nvSpPr>
          <p:cNvPr id="25" name="Shape 23"/>
          <p:cNvSpPr/>
          <p:nvPr/>
        </p:nvSpPr>
        <p:spPr>
          <a:xfrm>
            <a:off x="2075688" y="502920"/>
            <a:ext cx="457200" cy="9144"/>
          </a:xfrm>
          <a:prstGeom prst="rect">
            <a:avLst/>
          </a:prstGeom>
          <a:solidFill>
            <a:srgbClr val="1A3A2A"/>
          </a:solidFill>
          <a:ln w="12700">
            <a:solidFill>
              <a:srgbClr val="1A3A2A"/>
            </a:solidFill>
            <a:prstDash val="solid"/>
          </a:ln>
        </p:spPr>
      </p:sp>
      <p:sp>
        <p:nvSpPr>
          <p:cNvPr id="26" name="Shape 24"/>
          <p:cNvSpPr/>
          <p:nvPr/>
        </p:nvSpPr>
        <p:spPr>
          <a:xfrm>
            <a:off x="2670048" y="502920"/>
            <a:ext cx="457200" cy="9144"/>
          </a:xfrm>
          <a:prstGeom prst="rect">
            <a:avLst/>
          </a:prstGeom>
          <a:solidFill>
            <a:srgbClr val="1A3A2A"/>
          </a:solidFill>
          <a:ln w="12700">
            <a:solidFill>
              <a:srgbClr val="1A3A2A"/>
            </a:solidFill>
            <a:prstDash val="solid"/>
          </a:ln>
        </p:spPr>
      </p:sp>
      <p:sp>
        <p:nvSpPr>
          <p:cNvPr id="27" name="Shape 25"/>
          <p:cNvSpPr/>
          <p:nvPr/>
        </p:nvSpPr>
        <p:spPr>
          <a:xfrm>
            <a:off x="3264408" y="502920"/>
            <a:ext cx="457200" cy="9144"/>
          </a:xfrm>
          <a:prstGeom prst="rect">
            <a:avLst/>
          </a:prstGeom>
          <a:solidFill>
            <a:srgbClr val="1A3A2A"/>
          </a:solidFill>
          <a:ln w="12700">
            <a:solidFill>
              <a:srgbClr val="1A3A2A"/>
            </a:solidFill>
            <a:prstDash val="solid"/>
          </a:ln>
        </p:spPr>
      </p:sp>
      <p:sp>
        <p:nvSpPr>
          <p:cNvPr id="28" name="Shape 26"/>
          <p:cNvSpPr/>
          <p:nvPr/>
        </p:nvSpPr>
        <p:spPr>
          <a:xfrm>
            <a:off x="3858768" y="502920"/>
            <a:ext cx="457200" cy="9144"/>
          </a:xfrm>
          <a:prstGeom prst="rect">
            <a:avLst/>
          </a:prstGeom>
          <a:solidFill>
            <a:srgbClr val="1A3A2A"/>
          </a:solidFill>
          <a:ln w="12700">
            <a:solidFill>
              <a:srgbClr val="1A3A2A"/>
            </a:solidFill>
            <a:prstDash val="solid"/>
          </a:ln>
        </p:spPr>
      </p:sp>
      <p:sp>
        <p:nvSpPr>
          <p:cNvPr id="29" name="Shape 27"/>
          <p:cNvSpPr/>
          <p:nvPr/>
        </p:nvSpPr>
        <p:spPr>
          <a:xfrm>
            <a:off x="4453128" y="502920"/>
            <a:ext cx="457200" cy="9144"/>
          </a:xfrm>
          <a:prstGeom prst="rect">
            <a:avLst/>
          </a:prstGeom>
          <a:solidFill>
            <a:srgbClr val="1A3A2A"/>
          </a:solidFill>
          <a:ln w="12700">
            <a:solidFill>
              <a:srgbClr val="1A3A2A"/>
            </a:solidFill>
            <a:prstDash val="solid"/>
          </a:ln>
        </p:spPr>
      </p:sp>
      <p:sp>
        <p:nvSpPr>
          <p:cNvPr id="30" name="Shape 28"/>
          <p:cNvSpPr/>
          <p:nvPr/>
        </p:nvSpPr>
        <p:spPr>
          <a:xfrm>
            <a:off x="5047488" y="502920"/>
            <a:ext cx="457200" cy="9144"/>
          </a:xfrm>
          <a:prstGeom prst="rect">
            <a:avLst/>
          </a:prstGeom>
          <a:solidFill>
            <a:srgbClr val="1A3A2A"/>
          </a:solidFill>
          <a:ln w="12700">
            <a:solidFill>
              <a:srgbClr val="1A3A2A"/>
            </a:solidFill>
            <a:prstDash val="solid"/>
          </a:ln>
        </p:spPr>
      </p:sp>
      <p:sp>
        <p:nvSpPr>
          <p:cNvPr id="31" name="Shape 29"/>
          <p:cNvSpPr/>
          <p:nvPr/>
        </p:nvSpPr>
        <p:spPr>
          <a:xfrm>
            <a:off x="5641848" y="502920"/>
            <a:ext cx="457200" cy="9144"/>
          </a:xfrm>
          <a:prstGeom prst="rect">
            <a:avLst/>
          </a:prstGeom>
          <a:solidFill>
            <a:srgbClr val="1A3A2A"/>
          </a:solidFill>
          <a:ln w="12700">
            <a:solidFill>
              <a:srgbClr val="1A3A2A"/>
            </a:solidFill>
            <a:prstDash val="solid"/>
          </a:ln>
        </p:spPr>
      </p:sp>
      <p:sp>
        <p:nvSpPr>
          <p:cNvPr id="32" name="Shape 30"/>
          <p:cNvSpPr/>
          <p:nvPr/>
        </p:nvSpPr>
        <p:spPr>
          <a:xfrm>
            <a:off x="6236208" y="502920"/>
            <a:ext cx="457200" cy="9144"/>
          </a:xfrm>
          <a:prstGeom prst="rect">
            <a:avLst/>
          </a:prstGeom>
          <a:solidFill>
            <a:srgbClr val="1A3A2A"/>
          </a:solidFill>
          <a:ln w="12700">
            <a:solidFill>
              <a:srgbClr val="1A3A2A"/>
            </a:solidFill>
            <a:prstDash val="solid"/>
          </a:ln>
        </p:spPr>
      </p:sp>
      <p:sp>
        <p:nvSpPr>
          <p:cNvPr id="33" name="Shape 31"/>
          <p:cNvSpPr/>
          <p:nvPr/>
        </p:nvSpPr>
        <p:spPr>
          <a:xfrm>
            <a:off x="6830568" y="502920"/>
            <a:ext cx="457200" cy="9144"/>
          </a:xfrm>
          <a:prstGeom prst="rect">
            <a:avLst/>
          </a:prstGeom>
          <a:solidFill>
            <a:srgbClr val="1A3A2A"/>
          </a:solidFill>
          <a:ln w="12700">
            <a:solidFill>
              <a:srgbClr val="1A3A2A"/>
            </a:solidFill>
            <a:prstDash val="solid"/>
          </a:ln>
        </p:spPr>
      </p:sp>
      <p:sp>
        <p:nvSpPr>
          <p:cNvPr id="34" name="Shape 32"/>
          <p:cNvSpPr/>
          <p:nvPr/>
        </p:nvSpPr>
        <p:spPr>
          <a:xfrm>
            <a:off x="7424928" y="502920"/>
            <a:ext cx="457200" cy="9144"/>
          </a:xfrm>
          <a:prstGeom prst="rect">
            <a:avLst/>
          </a:prstGeom>
          <a:solidFill>
            <a:srgbClr val="1A3A2A"/>
          </a:solidFill>
          <a:ln w="12700">
            <a:solidFill>
              <a:srgbClr val="1A3A2A"/>
            </a:solidFill>
            <a:prstDash val="solid"/>
          </a:ln>
        </p:spPr>
      </p:sp>
      <p:sp>
        <p:nvSpPr>
          <p:cNvPr id="35" name="Shape 33"/>
          <p:cNvSpPr/>
          <p:nvPr/>
        </p:nvSpPr>
        <p:spPr>
          <a:xfrm>
            <a:off x="8019288" y="502920"/>
            <a:ext cx="457200" cy="9144"/>
          </a:xfrm>
          <a:prstGeom prst="rect">
            <a:avLst/>
          </a:prstGeom>
          <a:solidFill>
            <a:srgbClr val="1A3A2A"/>
          </a:solidFill>
          <a:ln w="12700">
            <a:solidFill>
              <a:srgbClr val="1A3A2A"/>
            </a:solidFill>
            <a:prstDash val="solid"/>
          </a:ln>
        </p:spPr>
      </p:sp>
      <p:sp>
        <p:nvSpPr>
          <p:cNvPr id="36" name="Shape 34"/>
          <p:cNvSpPr/>
          <p:nvPr/>
        </p:nvSpPr>
        <p:spPr>
          <a:xfrm>
            <a:off x="8613648" y="502920"/>
            <a:ext cx="457200" cy="9144"/>
          </a:xfrm>
          <a:prstGeom prst="rect">
            <a:avLst/>
          </a:prstGeom>
          <a:solidFill>
            <a:srgbClr val="1A3A2A"/>
          </a:solidFill>
          <a:ln w="12700">
            <a:solidFill>
              <a:srgbClr val="1A3A2A"/>
            </a:solidFill>
            <a:prstDash val="solid"/>
          </a:ln>
        </p:spPr>
      </p:sp>
      <p:sp>
        <p:nvSpPr>
          <p:cNvPr id="37" name="Shape 35"/>
          <p:cNvSpPr/>
          <p:nvPr/>
        </p:nvSpPr>
        <p:spPr>
          <a:xfrm>
            <a:off x="9208008" y="502920"/>
            <a:ext cx="457200" cy="9144"/>
          </a:xfrm>
          <a:prstGeom prst="rect">
            <a:avLst/>
          </a:prstGeom>
          <a:solidFill>
            <a:srgbClr val="1A3A2A"/>
          </a:solidFill>
          <a:ln w="12700">
            <a:solidFill>
              <a:srgbClr val="1A3A2A"/>
            </a:solidFill>
            <a:prstDash val="solid"/>
          </a:ln>
        </p:spPr>
      </p:sp>
      <p:sp>
        <p:nvSpPr>
          <p:cNvPr id="38" name="Shape 36"/>
          <p:cNvSpPr/>
          <p:nvPr/>
        </p:nvSpPr>
        <p:spPr>
          <a:xfrm>
            <a:off x="9802368" y="502920"/>
            <a:ext cx="457200" cy="9144"/>
          </a:xfrm>
          <a:prstGeom prst="rect">
            <a:avLst/>
          </a:prstGeom>
          <a:solidFill>
            <a:srgbClr val="1A3A2A"/>
          </a:solidFill>
          <a:ln w="12700">
            <a:solidFill>
              <a:srgbClr val="1A3A2A"/>
            </a:solidFill>
            <a:prstDash val="solid"/>
          </a:ln>
        </p:spPr>
      </p:sp>
      <p:sp>
        <p:nvSpPr>
          <p:cNvPr id="39" name="Shape 37"/>
          <p:cNvSpPr/>
          <p:nvPr/>
        </p:nvSpPr>
        <p:spPr>
          <a:xfrm>
            <a:off x="10396728" y="502920"/>
            <a:ext cx="457200" cy="9144"/>
          </a:xfrm>
          <a:prstGeom prst="rect">
            <a:avLst/>
          </a:prstGeom>
          <a:solidFill>
            <a:srgbClr val="1A3A2A"/>
          </a:solidFill>
          <a:ln w="12700">
            <a:solidFill>
              <a:srgbClr val="1A3A2A"/>
            </a:solidFill>
            <a:prstDash val="solid"/>
          </a:ln>
        </p:spPr>
      </p:sp>
      <p:sp>
        <p:nvSpPr>
          <p:cNvPr id="40" name="Shape 38"/>
          <p:cNvSpPr/>
          <p:nvPr/>
        </p:nvSpPr>
        <p:spPr>
          <a:xfrm>
            <a:off x="10991088" y="502920"/>
            <a:ext cx="457200" cy="9144"/>
          </a:xfrm>
          <a:prstGeom prst="rect">
            <a:avLst/>
          </a:prstGeom>
          <a:solidFill>
            <a:srgbClr val="1A3A2A"/>
          </a:solidFill>
          <a:ln w="12700">
            <a:solidFill>
              <a:srgbClr val="1A3A2A"/>
            </a:solidFill>
            <a:prstDash val="solid"/>
          </a:ln>
        </p:spPr>
      </p:sp>
      <p:sp>
        <p:nvSpPr>
          <p:cNvPr id="41" name="Shape 39"/>
          <p:cNvSpPr/>
          <p:nvPr/>
        </p:nvSpPr>
        <p:spPr>
          <a:xfrm>
            <a:off x="11585448" y="502920"/>
            <a:ext cx="457200" cy="9144"/>
          </a:xfrm>
          <a:prstGeom prst="rect">
            <a:avLst/>
          </a:prstGeom>
          <a:solidFill>
            <a:srgbClr val="1A3A2A"/>
          </a:solidFill>
          <a:ln w="12700">
            <a:solidFill>
              <a:srgbClr val="1A3A2A"/>
            </a:solidFill>
            <a:prstDash val="solid"/>
          </a:ln>
        </p:spPr>
      </p:sp>
      <p:sp>
        <p:nvSpPr>
          <p:cNvPr id="42" name="Shape 40"/>
          <p:cNvSpPr/>
          <p:nvPr/>
        </p:nvSpPr>
        <p:spPr>
          <a:xfrm>
            <a:off x="0" y="1005840"/>
            <a:ext cx="457200" cy="9144"/>
          </a:xfrm>
          <a:prstGeom prst="rect">
            <a:avLst/>
          </a:prstGeom>
          <a:solidFill>
            <a:srgbClr val="1A3A2A"/>
          </a:solidFill>
          <a:ln w="12700">
            <a:solidFill>
              <a:srgbClr val="1A3A2A"/>
            </a:solidFill>
            <a:prstDash val="solid"/>
          </a:ln>
        </p:spPr>
      </p:sp>
      <p:sp>
        <p:nvSpPr>
          <p:cNvPr id="43" name="Shape 41"/>
          <p:cNvSpPr/>
          <p:nvPr/>
        </p:nvSpPr>
        <p:spPr>
          <a:xfrm>
            <a:off x="594360" y="1005840"/>
            <a:ext cx="457200" cy="9144"/>
          </a:xfrm>
          <a:prstGeom prst="rect">
            <a:avLst/>
          </a:prstGeom>
          <a:solidFill>
            <a:srgbClr val="1A3A2A"/>
          </a:solidFill>
          <a:ln w="12700">
            <a:solidFill>
              <a:srgbClr val="1A3A2A"/>
            </a:solidFill>
            <a:prstDash val="solid"/>
          </a:ln>
        </p:spPr>
      </p:sp>
      <p:sp>
        <p:nvSpPr>
          <p:cNvPr id="44" name="Shape 42"/>
          <p:cNvSpPr/>
          <p:nvPr/>
        </p:nvSpPr>
        <p:spPr>
          <a:xfrm>
            <a:off x="1188720" y="1005840"/>
            <a:ext cx="457200" cy="9144"/>
          </a:xfrm>
          <a:prstGeom prst="rect">
            <a:avLst/>
          </a:prstGeom>
          <a:solidFill>
            <a:srgbClr val="1A3A2A"/>
          </a:solidFill>
          <a:ln w="12700">
            <a:solidFill>
              <a:srgbClr val="1A3A2A"/>
            </a:solidFill>
            <a:prstDash val="solid"/>
          </a:ln>
        </p:spPr>
      </p:sp>
      <p:sp>
        <p:nvSpPr>
          <p:cNvPr id="45" name="Shape 43"/>
          <p:cNvSpPr/>
          <p:nvPr/>
        </p:nvSpPr>
        <p:spPr>
          <a:xfrm>
            <a:off x="1783080" y="1005840"/>
            <a:ext cx="457200" cy="9144"/>
          </a:xfrm>
          <a:prstGeom prst="rect">
            <a:avLst/>
          </a:prstGeom>
          <a:solidFill>
            <a:srgbClr val="1A3A2A"/>
          </a:solidFill>
          <a:ln w="12700">
            <a:solidFill>
              <a:srgbClr val="1A3A2A"/>
            </a:solidFill>
            <a:prstDash val="solid"/>
          </a:ln>
        </p:spPr>
      </p:sp>
      <p:sp>
        <p:nvSpPr>
          <p:cNvPr id="46" name="Shape 44"/>
          <p:cNvSpPr/>
          <p:nvPr/>
        </p:nvSpPr>
        <p:spPr>
          <a:xfrm>
            <a:off x="2377440" y="1005840"/>
            <a:ext cx="457200" cy="9144"/>
          </a:xfrm>
          <a:prstGeom prst="rect">
            <a:avLst/>
          </a:prstGeom>
          <a:solidFill>
            <a:srgbClr val="1A3A2A"/>
          </a:solidFill>
          <a:ln w="12700">
            <a:solidFill>
              <a:srgbClr val="1A3A2A"/>
            </a:solidFill>
            <a:prstDash val="solid"/>
          </a:ln>
        </p:spPr>
      </p:sp>
      <p:sp>
        <p:nvSpPr>
          <p:cNvPr id="47" name="Shape 45"/>
          <p:cNvSpPr/>
          <p:nvPr/>
        </p:nvSpPr>
        <p:spPr>
          <a:xfrm>
            <a:off x="2971800" y="1005840"/>
            <a:ext cx="457200" cy="9144"/>
          </a:xfrm>
          <a:prstGeom prst="rect">
            <a:avLst/>
          </a:prstGeom>
          <a:solidFill>
            <a:srgbClr val="1A3A2A"/>
          </a:solidFill>
          <a:ln w="12700">
            <a:solidFill>
              <a:srgbClr val="1A3A2A"/>
            </a:solidFill>
            <a:prstDash val="solid"/>
          </a:ln>
        </p:spPr>
      </p:sp>
      <p:sp>
        <p:nvSpPr>
          <p:cNvPr id="48" name="Shape 46"/>
          <p:cNvSpPr/>
          <p:nvPr/>
        </p:nvSpPr>
        <p:spPr>
          <a:xfrm>
            <a:off x="3566160" y="1005840"/>
            <a:ext cx="457200" cy="9144"/>
          </a:xfrm>
          <a:prstGeom prst="rect">
            <a:avLst/>
          </a:prstGeom>
          <a:solidFill>
            <a:srgbClr val="1A3A2A"/>
          </a:solidFill>
          <a:ln w="12700">
            <a:solidFill>
              <a:srgbClr val="1A3A2A"/>
            </a:solidFill>
            <a:prstDash val="solid"/>
          </a:ln>
        </p:spPr>
      </p:sp>
      <p:sp>
        <p:nvSpPr>
          <p:cNvPr id="49" name="Shape 47"/>
          <p:cNvSpPr/>
          <p:nvPr/>
        </p:nvSpPr>
        <p:spPr>
          <a:xfrm>
            <a:off x="4160520" y="1005840"/>
            <a:ext cx="457200" cy="9144"/>
          </a:xfrm>
          <a:prstGeom prst="rect">
            <a:avLst/>
          </a:prstGeom>
          <a:solidFill>
            <a:srgbClr val="1A3A2A"/>
          </a:solidFill>
          <a:ln w="12700">
            <a:solidFill>
              <a:srgbClr val="1A3A2A"/>
            </a:solidFill>
            <a:prstDash val="solid"/>
          </a:ln>
        </p:spPr>
      </p:sp>
      <p:sp>
        <p:nvSpPr>
          <p:cNvPr id="50" name="Shape 48"/>
          <p:cNvSpPr/>
          <p:nvPr/>
        </p:nvSpPr>
        <p:spPr>
          <a:xfrm>
            <a:off x="4754880" y="1005840"/>
            <a:ext cx="457200" cy="9144"/>
          </a:xfrm>
          <a:prstGeom prst="rect">
            <a:avLst/>
          </a:prstGeom>
          <a:solidFill>
            <a:srgbClr val="1A3A2A"/>
          </a:solidFill>
          <a:ln w="12700">
            <a:solidFill>
              <a:srgbClr val="1A3A2A"/>
            </a:solidFill>
            <a:prstDash val="solid"/>
          </a:ln>
        </p:spPr>
      </p:sp>
      <p:sp>
        <p:nvSpPr>
          <p:cNvPr id="51" name="Shape 49"/>
          <p:cNvSpPr/>
          <p:nvPr/>
        </p:nvSpPr>
        <p:spPr>
          <a:xfrm>
            <a:off x="5349240" y="1005840"/>
            <a:ext cx="457200" cy="9144"/>
          </a:xfrm>
          <a:prstGeom prst="rect">
            <a:avLst/>
          </a:prstGeom>
          <a:solidFill>
            <a:srgbClr val="1A3A2A"/>
          </a:solidFill>
          <a:ln w="12700">
            <a:solidFill>
              <a:srgbClr val="1A3A2A"/>
            </a:solidFill>
            <a:prstDash val="solid"/>
          </a:ln>
        </p:spPr>
      </p:sp>
      <p:sp>
        <p:nvSpPr>
          <p:cNvPr id="52" name="Shape 50"/>
          <p:cNvSpPr/>
          <p:nvPr/>
        </p:nvSpPr>
        <p:spPr>
          <a:xfrm>
            <a:off x="5943600" y="1005840"/>
            <a:ext cx="457200" cy="9144"/>
          </a:xfrm>
          <a:prstGeom prst="rect">
            <a:avLst/>
          </a:prstGeom>
          <a:solidFill>
            <a:srgbClr val="1A3A2A"/>
          </a:solidFill>
          <a:ln w="12700">
            <a:solidFill>
              <a:srgbClr val="1A3A2A"/>
            </a:solidFill>
            <a:prstDash val="solid"/>
          </a:ln>
        </p:spPr>
      </p:sp>
      <p:sp>
        <p:nvSpPr>
          <p:cNvPr id="53" name="Shape 51"/>
          <p:cNvSpPr/>
          <p:nvPr/>
        </p:nvSpPr>
        <p:spPr>
          <a:xfrm>
            <a:off x="6537960" y="1005840"/>
            <a:ext cx="457200" cy="9144"/>
          </a:xfrm>
          <a:prstGeom prst="rect">
            <a:avLst/>
          </a:prstGeom>
          <a:solidFill>
            <a:srgbClr val="1A3A2A"/>
          </a:solidFill>
          <a:ln w="12700">
            <a:solidFill>
              <a:srgbClr val="1A3A2A"/>
            </a:solidFill>
            <a:prstDash val="solid"/>
          </a:ln>
        </p:spPr>
      </p:sp>
      <p:sp>
        <p:nvSpPr>
          <p:cNvPr id="54" name="Shape 52"/>
          <p:cNvSpPr/>
          <p:nvPr/>
        </p:nvSpPr>
        <p:spPr>
          <a:xfrm>
            <a:off x="7132320" y="1005840"/>
            <a:ext cx="457200" cy="9144"/>
          </a:xfrm>
          <a:prstGeom prst="rect">
            <a:avLst/>
          </a:prstGeom>
          <a:solidFill>
            <a:srgbClr val="1A3A2A"/>
          </a:solidFill>
          <a:ln w="12700">
            <a:solidFill>
              <a:srgbClr val="1A3A2A"/>
            </a:solidFill>
            <a:prstDash val="solid"/>
          </a:ln>
        </p:spPr>
      </p:sp>
      <p:sp>
        <p:nvSpPr>
          <p:cNvPr id="55" name="Shape 53"/>
          <p:cNvSpPr/>
          <p:nvPr/>
        </p:nvSpPr>
        <p:spPr>
          <a:xfrm>
            <a:off x="7726680" y="1005840"/>
            <a:ext cx="457200" cy="9144"/>
          </a:xfrm>
          <a:prstGeom prst="rect">
            <a:avLst/>
          </a:prstGeom>
          <a:solidFill>
            <a:srgbClr val="1A3A2A"/>
          </a:solidFill>
          <a:ln w="12700">
            <a:solidFill>
              <a:srgbClr val="1A3A2A"/>
            </a:solidFill>
            <a:prstDash val="solid"/>
          </a:ln>
        </p:spPr>
      </p:sp>
      <p:sp>
        <p:nvSpPr>
          <p:cNvPr id="56" name="Shape 54"/>
          <p:cNvSpPr/>
          <p:nvPr/>
        </p:nvSpPr>
        <p:spPr>
          <a:xfrm>
            <a:off x="8321040" y="1005840"/>
            <a:ext cx="457200" cy="9144"/>
          </a:xfrm>
          <a:prstGeom prst="rect">
            <a:avLst/>
          </a:prstGeom>
          <a:solidFill>
            <a:srgbClr val="1A3A2A"/>
          </a:solidFill>
          <a:ln w="12700">
            <a:solidFill>
              <a:srgbClr val="1A3A2A"/>
            </a:solidFill>
            <a:prstDash val="solid"/>
          </a:ln>
        </p:spPr>
      </p:sp>
      <p:sp>
        <p:nvSpPr>
          <p:cNvPr id="57" name="Shape 55"/>
          <p:cNvSpPr/>
          <p:nvPr/>
        </p:nvSpPr>
        <p:spPr>
          <a:xfrm>
            <a:off x="8915400" y="1005840"/>
            <a:ext cx="457200" cy="9144"/>
          </a:xfrm>
          <a:prstGeom prst="rect">
            <a:avLst/>
          </a:prstGeom>
          <a:solidFill>
            <a:srgbClr val="1A3A2A"/>
          </a:solidFill>
          <a:ln w="12700">
            <a:solidFill>
              <a:srgbClr val="1A3A2A"/>
            </a:solidFill>
            <a:prstDash val="solid"/>
          </a:ln>
        </p:spPr>
      </p:sp>
      <p:sp>
        <p:nvSpPr>
          <p:cNvPr id="58" name="Shape 56"/>
          <p:cNvSpPr/>
          <p:nvPr/>
        </p:nvSpPr>
        <p:spPr>
          <a:xfrm>
            <a:off x="9509760" y="1005840"/>
            <a:ext cx="457200" cy="9144"/>
          </a:xfrm>
          <a:prstGeom prst="rect">
            <a:avLst/>
          </a:prstGeom>
          <a:solidFill>
            <a:srgbClr val="1A3A2A"/>
          </a:solidFill>
          <a:ln w="12700">
            <a:solidFill>
              <a:srgbClr val="1A3A2A"/>
            </a:solidFill>
            <a:prstDash val="solid"/>
          </a:ln>
        </p:spPr>
      </p:sp>
      <p:sp>
        <p:nvSpPr>
          <p:cNvPr id="59" name="Shape 57"/>
          <p:cNvSpPr/>
          <p:nvPr/>
        </p:nvSpPr>
        <p:spPr>
          <a:xfrm>
            <a:off x="10104120" y="1005840"/>
            <a:ext cx="457200" cy="9144"/>
          </a:xfrm>
          <a:prstGeom prst="rect">
            <a:avLst/>
          </a:prstGeom>
          <a:solidFill>
            <a:srgbClr val="1A3A2A"/>
          </a:solidFill>
          <a:ln w="12700">
            <a:solidFill>
              <a:srgbClr val="1A3A2A"/>
            </a:solidFill>
            <a:prstDash val="solid"/>
          </a:ln>
        </p:spPr>
      </p:sp>
      <p:sp>
        <p:nvSpPr>
          <p:cNvPr id="60" name="Shape 58"/>
          <p:cNvSpPr/>
          <p:nvPr/>
        </p:nvSpPr>
        <p:spPr>
          <a:xfrm>
            <a:off x="10698480" y="1005840"/>
            <a:ext cx="457200" cy="9144"/>
          </a:xfrm>
          <a:prstGeom prst="rect">
            <a:avLst/>
          </a:prstGeom>
          <a:solidFill>
            <a:srgbClr val="1A3A2A"/>
          </a:solidFill>
          <a:ln w="12700">
            <a:solidFill>
              <a:srgbClr val="1A3A2A"/>
            </a:solidFill>
            <a:prstDash val="solid"/>
          </a:ln>
        </p:spPr>
      </p:sp>
      <p:sp>
        <p:nvSpPr>
          <p:cNvPr id="61" name="Shape 59"/>
          <p:cNvSpPr/>
          <p:nvPr/>
        </p:nvSpPr>
        <p:spPr>
          <a:xfrm>
            <a:off x="11292840" y="1005840"/>
            <a:ext cx="457200" cy="9144"/>
          </a:xfrm>
          <a:prstGeom prst="rect">
            <a:avLst/>
          </a:prstGeom>
          <a:solidFill>
            <a:srgbClr val="1A3A2A"/>
          </a:solidFill>
          <a:ln w="12700">
            <a:solidFill>
              <a:srgbClr val="1A3A2A"/>
            </a:solidFill>
            <a:prstDash val="solid"/>
          </a:ln>
        </p:spPr>
      </p:sp>
      <p:sp>
        <p:nvSpPr>
          <p:cNvPr id="62" name="Shape 60"/>
          <p:cNvSpPr/>
          <p:nvPr/>
        </p:nvSpPr>
        <p:spPr>
          <a:xfrm>
            <a:off x="292608" y="1508760"/>
            <a:ext cx="457200" cy="9144"/>
          </a:xfrm>
          <a:prstGeom prst="rect">
            <a:avLst/>
          </a:prstGeom>
          <a:solidFill>
            <a:srgbClr val="1A3A2A"/>
          </a:solidFill>
          <a:ln w="12700">
            <a:solidFill>
              <a:srgbClr val="1A3A2A"/>
            </a:solidFill>
            <a:prstDash val="solid"/>
          </a:ln>
        </p:spPr>
      </p:sp>
      <p:sp>
        <p:nvSpPr>
          <p:cNvPr id="63" name="Shape 61"/>
          <p:cNvSpPr/>
          <p:nvPr/>
        </p:nvSpPr>
        <p:spPr>
          <a:xfrm>
            <a:off x="886968" y="1508760"/>
            <a:ext cx="457200" cy="9144"/>
          </a:xfrm>
          <a:prstGeom prst="rect">
            <a:avLst/>
          </a:prstGeom>
          <a:solidFill>
            <a:srgbClr val="1A3A2A"/>
          </a:solidFill>
          <a:ln w="12700">
            <a:solidFill>
              <a:srgbClr val="1A3A2A"/>
            </a:solidFill>
            <a:prstDash val="solid"/>
          </a:ln>
        </p:spPr>
      </p:sp>
      <p:sp>
        <p:nvSpPr>
          <p:cNvPr id="64" name="Shape 62"/>
          <p:cNvSpPr/>
          <p:nvPr/>
        </p:nvSpPr>
        <p:spPr>
          <a:xfrm>
            <a:off x="1481328" y="1508760"/>
            <a:ext cx="457200" cy="9144"/>
          </a:xfrm>
          <a:prstGeom prst="rect">
            <a:avLst/>
          </a:prstGeom>
          <a:solidFill>
            <a:srgbClr val="1A3A2A"/>
          </a:solidFill>
          <a:ln w="12700">
            <a:solidFill>
              <a:srgbClr val="1A3A2A"/>
            </a:solidFill>
            <a:prstDash val="solid"/>
          </a:ln>
        </p:spPr>
      </p:sp>
      <p:sp>
        <p:nvSpPr>
          <p:cNvPr id="65" name="Shape 63"/>
          <p:cNvSpPr/>
          <p:nvPr/>
        </p:nvSpPr>
        <p:spPr>
          <a:xfrm>
            <a:off x="2075688" y="1508760"/>
            <a:ext cx="457200" cy="9144"/>
          </a:xfrm>
          <a:prstGeom prst="rect">
            <a:avLst/>
          </a:prstGeom>
          <a:solidFill>
            <a:srgbClr val="1A3A2A"/>
          </a:solidFill>
          <a:ln w="12700">
            <a:solidFill>
              <a:srgbClr val="1A3A2A"/>
            </a:solidFill>
            <a:prstDash val="solid"/>
          </a:ln>
        </p:spPr>
      </p:sp>
      <p:sp>
        <p:nvSpPr>
          <p:cNvPr id="66" name="Shape 64"/>
          <p:cNvSpPr/>
          <p:nvPr/>
        </p:nvSpPr>
        <p:spPr>
          <a:xfrm>
            <a:off x="2670048" y="1508760"/>
            <a:ext cx="457200" cy="9144"/>
          </a:xfrm>
          <a:prstGeom prst="rect">
            <a:avLst/>
          </a:prstGeom>
          <a:solidFill>
            <a:srgbClr val="1A3A2A"/>
          </a:solidFill>
          <a:ln w="12700">
            <a:solidFill>
              <a:srgbClr val="1A3A2A"/>
            </a:solidFill>
            <a:prstDash val="solid"/>
          </a:ln>
        </p:spPr>
      </p:sp>
      <p:sp>
        <p:nvSpPr>
          <p:cNvPr id="67" name="Shape 65"/>
          <p:cNvSpPr/>
          <p:nvPr/>
        </p:nvSpPr>
        <p:spPr>
          <a:xfrm>
            <a:off x="3264408" y="1508760"/>
            <a:ext cx="457200" cy="9144"/>
          </a:xfrm>
          <a:prstGeom prst="rect">
            <a:avLst/>
          </a:prstGeom>
          <a:solidFill>
            <a:srgbClr val="1A3A2A"/>
          </a:solidFill>
          <a:ln w="12700">
            <a:solidFill>
              <a:srgbClr val="1A3A2A"/>
            </a:solidFill>
            <a:prstDash val="solid"/>
          </a:ln>
        </p:spPr>
      </p:sp>
      <p:sp>
        <p:nvSpPr>
          <p:cNvPr id="68" name="Shape 66"/>
          <p:cNvSpPr/>
          <p:nvPr/>
        </p:nvSpPr>
        <p:spPr>
          <a:xfrm>
            <a:off x="3858768" y="1508760"/>
            <a:ext cx="457200" cy="9144"/>
          </a:xfrm>
          <a:prstGeom prst="rect">
            <a:avLst/>
          </a:prstGeom>
          <a:solidFill>
            <a:srgbClr val="1A3A2A"/>
          </a:solidFill>
          <a:ln w="12700">
            <a:solidFill>
              <a:srgbClr val="1A3A2A"/>
            </a:solidFill>
            <a:prstDash val="solid"/>
          </a:ln>
        </p:spPr>
      </p:sp>
      <p:sp>
        <p:nvSpPr>
          <p:cNvPr id="69" name="Shape 67"/>
          <p:cNvSpPr/>
          <p:nvPr/>
        </p:nvSpPr>
        <p:spPr>
          <a:xfrm>
            <a:off x="4453128" y="1508760"/>
            <a:ext cx="457200" cy="9144"/>
          </a:xfrm>
          <a:prstGeom prst="rect">
            <a:avLst/>
          </a:prstGeom>
          <a:solidFill>
            <a:srgbClr val="1A3A2A"/>
          </a:solidFill>
          <a:ln w="12700">
            <a:solidFill>
              <a:srgbClr val="1A3A2A"/>
            </a:solidFill>
            <a:prstDash val="solid"/>
          </a:ln>
        </p:spPr>
      </p:sp>
      <p:sp>
        <p:nvSpPr>
          <p:cNvPr id="70" name="Shape 68"/>
          <p:cNvSpPr/>
          <p:nvPr/>
        </p:nvSpPr>
        <p:spPr>
          <a:xfrm>
            <a:off x="5047488" y="1508760"/>
            <a:ext cx="457200" cy="9144"/>
          </a:xfrm>
          <a:prstGeom prst="rect">
            <a:avLst/>
          </a:prstGeom>
          <a:solidFill>
            <a:srgbClr val="1A3A2A"/>
          </a:solidFill>
          <a:ln w="12700">
            <a:solidFill>
              <a:srgbClr val="1A3A2A"/>
            </a:solidFill>
            <a:prstDash val="solid"/>
          </a:ln>
        </p:spPr>
      </p:sp>
      <p:sp>
        <p:nvSpPr>
          <p:cNvPr id="71" name="Shape 69"/>
          <p:cNvSpPr/>
          <p:nvPr/>
        </p:nvSpPr>
        <p:spPr>
          <a:xfrm>
            <a:off x="5641848" y="1508760"/>
            <a:ext cx="457200" cy="9144"/>
          </a:xfrm>
          <a:prstGeom prst="rect">
            <a:avLst/>
          </a:prstGeom>
          <a:solidFill>
            <a:srgbClr val="1A3A2A"/>
          </a:solidFill>
          <a:ln w="12700">
            <a:solidFill>
              <a:srgbClr val="1A3A2A"/>
            </a:solidFill>
            <a:prstDash val="solid"/>
          </a:ln>
        </p:spPr>
      </p:sp>
      <p:sp>
        <p:nvSpPr>
          <p:cNvPr id="72" name="Shape 70"/>
          <p:cNvSpPr/>
          <p:nvPr/>
        </p:nvSpPr>
        <p:spPr>
          <a:xfrm>
            <a:off x="6236208" y="1508760"/>
            <a:ext cx="457200" cy="9144"/>
          </a:xfrm>
          <a:prstGeom prst="rect">
            <a:avLst/>
          </a:prstGeom>
          <a:solidFill>
            <a:srgbClr val="1A3A2A"/>
          </a:solidFill>
          <a:ln w="12700">
            <a:solidFill>
              <a:srgbClr val="1A3A2A"/>
            </a:solidFill>
            <a:prstDash val="solid"/>
          </a:ln>
        </p:spPr>
      </p:sp>
      <p:sp>
        <p:nvSpPr>
          <p:cNvPr id="73" name="Shape 71"/>
          <p:cNvSpPr/>
          <p:nvPr/>
        </p:nvSpPr>
        <p:spPr>
          <a:xfrm>
            <a:off x="6830568" y="1508760"/>
            <a:ext cx="457200" cy="9144"/>
          </a:xfrm>
          <a:prstGeom prst="rect">
            <a:avLst/>
          </a:prstGeom>
          <a:solidFill>
            <a:srgbClr val="1A3A2A"/>
          </a:solidFill>
          <a:ln w="12700">
            <a:solidFill>
              <a:srgbClr val="1A3A2A"/>
            </a:solidFill>
            <a:prstDash val="solid"/>
          </a:ln>
        </p:spPr>
      </p:sp>
      <p:sp>
        <p:nvSpPr>
          <p:cNvPr id="74" name="Shape 72"/>
          <p:cNvSpPr/>
          <p:nvPr/>
        </p:nvSpPr>
        <p:spPr>
          <a:xfrm>
            <a:off x="7424928" y="1508760"/>
            <a:ext cx="457200" cy="9144"/>
          </a:xfrm>
          <a:prstGeom prst="rect">
            <a:avLst/>
          </a:prstGeom>
          <a:solidFill>
            <a:srgbClr val="1A3A2A"/>
          </a:solidFill>
          <a:ln w="12700">
            <a:solidFill>
              <a:srgbClr val="1A3A2A"/>
            </a:solidFill>
            <a:prstDash val="solid"/>
          </a:ln>
        </p:spPr>
      </p:sp>
      <p:sp>
        <p:nvSpPr>
          <p:cNvPr id="75" name="Shape 73"/>
          <p:cNvSpPr/>
          <p:nvPr/>
        </p:nvSpPr>
        <p:spPr>
          <a:xfrm>
            <a:off x="8019288" y="1508760"/>
            <a:ext cx="457200" cy="9144"/>
          </a:xfrm>
          <a:prstGeom prst="rect">
            <a:avLst/>
          </a:prstGeom>
          <a:solidFill>
            <a:srgbClr val="1A3A2A"/>
          </a:solidFill>
          <a:ln w="12700">
            <a:solidFill>
              <a:srgbClr val="1A3A2A"/>
            </a:solidFill>
            <a:prstDash val="solid"/>
          </a:ln>
        </p:spPr>
      </p:sp>
      <p:sp>
        <p:nvSpPr>
          <p:cNvPr id="76" name="Shape 74"/>
          <p:cNvSpPr/>
          <p:nvPr/>
        </p:nvSpPr>
        <p:spPr>
          <a:xfrm>
            <a:off x="8613648" y="1508760"/>
            <a:ext cx="457200" cy="9144"/>
          </a:xfrm>
          <a:prstGeom prst="rect">
            <a:avLst/>
          </a:prstGeom>
          <a:solidFill>
            <a:srgbClr val="1A3A2A"/>
          </a:solidFill>
          <a:ln w="12700">
            <a:solidFill>
              <a:srgbClr val="1A3A2A"/>
            </a:solidFill>
            <a:prstDash val="solid"/>
          </a:ln>
        </p:spPr>
      </p:sp>
      <p:sp>
        <p:nvSpPr>
          <p:cNvPr id="77" name="Shape 75"/>
          <p:cNvSpPr/>
          <p:nvPr/>
        </p:nvSpPr>
        <p:spPr>
          <a:xfrm>
            <a:off x="9208008" y="1508760"/>
            <a:ext cx="457200" cy="9144"/>
          </a:xfrm>
          <a:prstGeom prst="rect">
            <a:avLst/>
          </a:prstGeom>
          <a:solidFill>
            <a:srgbClr val="1A3A2A"/>
          </a:solidFill>
          <a:ln w="12700">
            <a:solidFill>
              <a:srgbClr val="1A3A2A"/>
            </a:solidFill>
            <a:prstDash val="solid"/>
          </a:ln>
        </p:spPr>
      </p:sp>
      <p:sp>
        <p:nvSpPr>
          <p:cNvPr id="78" name="Shape 76"/>
          <p:cNvSpPr/>
          <p:nvPr/>
        </p:nvSpPr>
        <p:spPr>
          <a:xfrm>
            <a:off x="9802368" y="1508760"/>
            <a:ext cx="457200" cy="9144"/>
          </a:xfrm>
          <a:prstGeom prst="rect">
            <a:avLst/>
          </a:prstGeom>
          <a:solidFill>
            <a:srgbClr val="1A3A2A"/>
          </a:solidFill>
          <a:ln w="12700">
            <a:solidFill>
              <a:srgbClr val="1A3A2A"/>
            </a:solidFill>
            <a:prstDash val="solid"/>
          </a:ln>
        </p:spPr>
      </p:sp>
      <p:sp>
        <p:nvSpPr>
          <p:cNvPr id="79" name="Shape 77"/>
          <p:cNvSpPr/>
          <p:nvPr/>
        </p:nvSpPr>
        <p:spPr>
          <a:xfrm>
            <a:off x="10396728" y="1508760"/>
            <a:ext cx="457200" cy="9144"/>
          </a:xfrm>
          <a:prstGeom prst="rect">
            <a:avLst/>
          </a:prstGeom>
          <a:solidFill>
            <a:srgbClr val="1A3A2A"/>
          </a:solidFill>
          <a:ln w="12700">
            <a:solidFill>
              <a:srgbClr val="1A3A2A"/>
            </a:solidFill>
            <a:prstDash val="solid"/>
          </a:ln>
        </p:spPr>
      </p:sp>
      <p:sp>
        <p:nvSpPr>
          <p:cNvPr id="80" name="Shape 78"/>
          <p:cNvSpPr/>
          <p:nvPr/>
        </p:nvSpPr>
        <p:spPr>
          <a:xfrm>
            <a:off x="10991088" y="1508760"/>
            <a:ext cx="457200" cy="9144"/>
          </a:xfrm>
          <a:prstGeom prst="rect">
            <a:avLst/>
          </a:prstGeom>
          <a:solidFill>
            <a:srgbClr val="1A3A2A"/>
          </a:solidFill>
          <a:ln w="12700">
            <a:solidFill>
              <a:srgbClr val="1A3A2A"/>
            </a:solidFill>
            <a:prstDash val="solid"/>
          </a:ln>
        </p:spPr>
      </p:sp>
      <p:sp>
        <p:nvSpPr>
          <p:cNvPr id="81" name="Shape 79"/>
          <p:cNvSpPr/>
          <p:nvPr/>
        </p:nvSpPr>
        <p:spPr>
          <a:xfrm>
            <a:off x="11585448" y="1508760"/>
            <a:ext cx="457200" cy="9144"/>
          </a:xfrm>
          <a:prstGeom prst="rect">
            <a:avLst/>
          </a:prstGeom>
          <a:solidFill>
            <a:srgbClr val="1A3A2A"/>
          </a:solidFill>
          <a:ln w="12700">
            <a:solidFill>
              <a:srgbClr val="1A3A2A"/>
            </a:solidFill>
            <a:prstDash val="solid"/>
          </a:ln>
        </p:spPr>
      </p:sp>
      <p:sp>
        <p:nvSpPr>
          <p:cNvPr id="82" name="Shape 80"/>
          <p:cNvSpPr/>
          <p:nvPr/>
        </p:nvSpPr>
        <p:spPr>
          <a:xfrm>
            <a:off x="0" y="2011680"/>
            <a:ext cx="457200" cy="9144"/>
          </a:xfrm>
          <a:prstGeom prst="rect">
            <a:avLst/>
          </a:prstGeom>
          <a:solidFill>
            <a:srgbClr val="1A3A2A"/>
          </a:solidFill>
          <a:ln w="12700">
            <a:solidFill>
              <a:srgbClr val="1A3A2A"/>
            </a:solidFill>
            <a:prstDash val="solid"/>
          </a:ln>
        </p:spPr>
      </p:sp>
      <p:sp>
        <p:nvSpPr>
          <p:cNvPr id="83" name="Shape 81"/>
          <p:cNvSpPr/>
          <p:nvPr/>
        </p:nvSpPr>
        <p:spPr>
          <a:xfrm>
            <a:off x="594360" y="2011680"/>
            <a:ext cx="457200" cy="9144"/>
          </a:xfrm>
          <a:prstGeom prst="rect">
            <a:avLst/>
          </a:prstGeom>
          <a:solidFill>
            <a:srgbClr val="1A3A2A"/>
          </a:solidFill>
          <a:ln w="12700">
            <a:solidFill>
              <a:srgbClr val="1A3A2A"/>
            </a:solidFill>
            <a:prstDash val="solid"/>
          </a:ln>
        </p:spPr>
      </p:sp>
      <p:sp>
        <p:nvSpPr>
          <p:cNvPr id="84" name="Shape 82"/>
          <p:cNvSpPr/>
          <p:nvPr/>
        </p:nvSpPr>
        <p:spPr>
          <a:xfrm>
            <a:off x="1188720" y="2011680"/>
            <a:ext cx="457200" cy="9144"/>
          </a:xfrm>
          <a:prstGeom prst="rect">
            <a:avLst/>
          </a:prstGeom>
          <a:solidFill>
            <a:srgbClr val="1A3A2A"/>
          </a:solidFill>
          <a:ln w="12700">
            <a:solidFill>
              <a:srgbClr val="1A3A2A"/>
            </a:solidFill>
            <a:prstDash val="solid"/>
          </a:ln>
        </p:spPr>
      </p:sp>
      <p:sp>
        <p:nvSpPr>
          <p:cNvPr id="85" name="Shape 83"/>
          <p:cNvSpPr/>
          <p:nvPr/>
        </p:nvSpPr>
        <p:spPr>
          <a:xfrm>
            <a:off x="1783080" y="2011680"/>
            <a:ext cx="457200" cy="9144"/>
          </a:xfrm>
          <a:prstGeom prst="rect">
            <a:avLst/>
          </a:prstGeom>
          <a:solidFill>
            <a:srgbClr val="1A3A2A"/>
          </a:solidFill>
          <a:ln w="12700">
            <a:solidFill>
              <a:srgbClr val="1A3A2A"/>
            </a:solidFill>
            <a:prstDash val="solid"/>
          </a:ln>
        </p:spPr>
      </p:sp>
      <p:sp>
        <p:nvSpPr>
          <p:cNvPr id="86" name="Shape 84"/>
          <p:cNvSpPr/>
          <p:nvPr/>
        </p:nvSpPr>
        <p:spPr>
          <a:xfrm>
            <a:off x="2377440" y="2011680"/>
            <a:ext cx="457200" cy="9144"/>
          </a:xfrm>
          <a:prstGeom prst="rect">
            <a:avLst/>
          </a:prstGeom>
          <a:solidFill>
            <a:srgbClr val="1A3A2A"/>
          </a:solidFill>
          <a:ln w="12700">
            <a:solidFill>
              <a:srgbClr val="1A3A2A"/>
            </a:solidFill>
            <a:prstDash val="solid"/>
          </a:ln>
        </p:spPr>
      </p:sp>
      <p:sp>
        <p:nvSpPr>
          <p:cNvPr id="87" name="Shape 85"/>
          <p:cNvSpPr/>
          <p:nvPr/>
        </p:nvSpPr>
        <p:spPr>
          <a:xfrm>
            <a:off x="2971800" y="2011680"/>
            <a:ext cx="457200" cy="9144"/>
          </a:xfrm>
          <a:prstGeom prst="rect">
            <a:avLst/>
          </a:prstGeom>
          <a:solidFill>
            <a:srgbClr val="1A3A2A"/>
          </a:solidFill>
          <a:ln w="12700">
            <a:solidFill>
              <a:srgbClr val="1A3A2A"/>
            </a:solidFill>
            <a:prstDash val="solid"/>
          </a:ln>
        </p:spPr>
      </p:sp>
      <p:sp>
        <p:nvSpPr>
          <p:cNvPr id="88" name="Shape 86"/>
          <p:cNvSpPr/>
          <p:nvPr/>
        </p:nvSpPr>
        <p:spPr>
          <a:xfrm>
            <a:off x="3566160" y="2011680"/>
            <a:ext cx="457200" cy="9144"/>
          </a:xfrm>
          <a:prstGeom prst="rect">
            <a:avLst/>
          </a:prstGeom>
          <a:solidFill>
            <a:srgbClr val="1A3A2A"/>
          </a:solidFill>
          <a:ln w="12700">
            <a:solidFill>
              <a:srgbClr val="1A3A2A"/>
            </a:solidFill>
            <a:prstDash val="solid"/>
          </a:ln>
        </p:spPr>
      </p:sp>
      <p:sp>
        <p:nvSpPr>
          <p:cNvPr id="89" name="Shape 87"/>
          <p:cNvSpPr/>
          <p:nvPr/>
        </p:nvSpPr>
        <p:spPr>
          <a:xfrm>
            <a:off x="4160520" y="2011680"/>
            <a:ext cx="457200" cy="9144"/>
          </a:xfrm>
          <a:prstGeom prst="rect">
            <a:avLst/>
          </a:prstGeom>
          <a:solidFill>
            <a:srgbClr val="1A3A2A"/>
          </a:solidFill>
          <a:ln w="12700">
            <a:solidFill>
              <a:srgbClr val="1A3A2A"/>
            </a:solidFill>
            <a:prstDash val="solid"/>
          </a:ln>
        </p:spPr>
      </p:sp>
      <p:sp>
        <p:nvSpPr>
          <p:cNvPr id="90" name="Shape 88"/>
          <p:cNvSpPr/>
          <p:nvPr/>
        </p:nvSpPr>
        <p:spPr>
          <a:xfrm>
            <a:off x="4754880" y="2011680"/>
            <a:ext cx="457200" cy="9144"/>
          </a:xfrm>
          <a:prstGeom prst="rect">
            <a:avLst/>
          </a:prstGeom>
          <a:solidFill>
            <a:srgbClr val="1A3A2A"/>
          </a:solidFill>
          <a:ln w="12700">
            <a:solidFill>
              <a:srgbClr val="1A3A2A"/>
            </a:solidFill>
            <a:prstDash val="solid"/>
          </a:ln>
        </p:spPr>
      </p:sp>
      <p:sp>
        <p:nvSpPr>
          <p:cNvPr id="91" name="Shape 89"/>
          <p:cNvSpPr/>
          <p:nvPr/>
        </p:nvSpPr>
        <p:spPr>
          <a:xfrm>
            <a:off x="5349240" y="2011680"/>
            <a:ext cx="457200" cy="9144"/>
          </a:xfrm>
          <a:prstGeom prst="rect">
            <a:avLst/>
          </a:prstGeom>
          <a:solidFill>
            <a:srgbClr val="1A3A2A"/>
          </a:solidFill>
          <a:ln w="12700">
            <a:solidFill>
              <a:srgbClr val="1A3A2A"/>
            </a:solidFill>
            <a:prstDash val="solid"/>
          </a:ln>
        </p:spPr>
      </p:sp>
      <p:sp>
        <p:nvSpPr>
          <p:cNvPr id="92" name="Shape 90"/>
          <p:cNvSpPr/>
          <p:nvPr/>
        </p:nvSpPr>
        <p:spPr>
          <a:xfrm>
            <a:off x="5943600" y="2011680"/>
            <a:ext cx="457200" cy="9144"/>
          </a:xfrm>
          <a:prstGeom prst="rect">
            <a:avLst/>
          </a:prstGeom>
          <a:solidFill>
            <a:srgbClr val="1A3A2A"/>
          </a:solidFill>
          <a:ln w="12700">
            <a:solidFill>
              <a:srgbClr val="1A3A2A"/>
            </a:solidFill>
            <a:prstDash val="solid"/>
          </a:ln>
        </p:spPr>
      </p:sp>
      <p:sp>
        <p:nvSpPr>
          <p:cNvPr id="93" name="Shape 91"/>
          <p:cNvSpPr/>
          <p:nvPr/>
        </p:nvSpPr>
        <p:spPr>
          <a:xfrm>
            <a:off x="6537960" y="2011680"/>
            <a:ext cx="457200" cy="9144"/>
          </a:xfrm>
          <a:prstGeom prst="rect">
            <a:avLst/>
          </a:prstGeom>
          <a:solidFill>
            <a:srgbClr val="1A3A2A"/>
          </a:solidFill>
          <a:ln w="12700">
            <a:solidFill>
              <a:srgbClr val="1A3A2A"/>
            </a:solidFill>
            <a:prstDash val="solid"/>
          </a:ln>
        </p:spPr>
      </p:sp>
      <p:sp>
        <p:nvSpPr>
          <p:cNvPr id="94" name="Shape 92"/>
          <p:cNvSpPr/>
          <p:nvPr/>
        </p:nvSpPr>
        <p:spPr>
          <a:xfrm>
            <a:off x="7132320" y="2011680"/>
            <a:ext cx="457200" cy="9144"/>
          </a:xfrm>
          <a:prstGeom prst="rect">
            <a:avLst/>
          </a:prstGeom>
          <a:solidFill>
            <a:srgbClr val="1A3A2A"/>
          </a:solidFill>
          <a:ln w="12700">
            <a:solidFill>
              <a:srgbClr val="1A3A2A"/>
            </a:solidFill>
            <a:prstDash val="solid"/>
          </a:ln>
        </p:spPr>
      </p:sp>
      <p:sp>
        <p:nvSpPr>
          <p:cNvPr id="95" name="Shape 93"/>
          <p:cNvSpPr/>
          <p:nvPr/>
        </p:nvSpPr>
        <p:spPr>
          <a:xfrm>
            <a:off x="7726680" y="2011680"/>
            <a:ext cx="457200" cy="9144"/>
          </a:xfrm>
          <a:prstGeom prst="rect">
            <a:avLst/>
          </a:prstGeom>
          <a:solidFill>
            <a:srgbClr val="1A3A2A"/>
          </a:solidFill>
          <a:ln w="12700">
            <a:solidFill>
              <a:srgbClr val="1A3A2A"/>
            </a:solidFill>
            <a:prstDash val="solid"/>
          </a:ln>
        </p:spPr>
      </p:sp>
      <p:sp>
        <p:nvSpPr>
          <p:cNvPr id="96" name="Shape 94"/>
          <p:cNvSpPr/>
          <p:nvPr/>
        </p:nvSpPr>
        <p:spPr>
          <a:xfrm>
            <a:off x="8321040" y="2011680"/>
            <a:ext cx="457200" cy="9144"/>
          </a:xfrm>
          <a:prstGeom prst="rect">
            <a:avLst/>
          </a:prstGeom>
          <a:solidFill>
            <a:srgbClr val="1A3A2A"/>
          </a:solidFill>
          <a:ln w="12700">
            <a:solidFill>
              <a:srgbClr val="1A3A2A"/>
            </a:solidFill>
            <a:prstDash val="solid"/>
          </a:ln>
        </p:spPr>
      </p:sp>
      <p:sp>
        <p:nvSpPr>
          <p:cNvPr id="97" name="Shape 95"/>
          <p:cNvSpPr/>
          <p:nvPr/>
        </p:nvSpPr>
        <p:spPr>
          <a:xfrm>
            <a:off x="8915400" y="2011680"/>
            <a:ext cx="457200" cy="9144"/>
          </a:xfrm>
          <a:prstGeom prst="rect">
            <a:avLst/>
          </a:prstGeom>
          <a:solidFill>
            <a:srgbClr val="1A3A2A"/>
          </a:solidFill>
          <a:ln w="12700">
            <a:solidFill>
              <a:srgbClr val="1A3A2A"/>
            </a:solidFill>
            <a:prstDash val="solid"/>
          </a:ln>
        </p:spPr>
      </p:sp>
      <p:sp>
        <p:nvSpPr>
          <p:cNvPr id="98" name="Shape 96"/>
          <p:cNvSpPr/>
          <p:nvPr/>
        </p:nvSpPr>
        <p:spPr>
          <a:xfrm>
            <a:off x="9509760" y="2011680"/>
            <a:ext cx="457200" cy="9144"/>
          </a:xfrm>
          <a:prstGeom prst="rect">
            <a:avLst/>
          </a:prstGeom>
          <a:solidFill>
            <a:srgbClr val="1A3A2A"/>
          </a:solidFill>
          <a:ln w="12700">
            <a:solidFill>
              <a:srgbClr val="1A3A2A"/>
            </a:solidFill>
            <a:prstDash val="solid"/>
          </a:ln>
        </p:spPr>
      </p:sp>
      <p:sp>
        <p:nvSpPr>
          <p:cNvPr id="99" name="Shape 97"/>
          <p:cNvSpPr/>
          <p:nvPr/>
        </p:nvSpPr>
        <p:spPr>
          <a:xfrm>
            <a:off x="10104120" y="2011680"/>
            <a:ext cx="457200" cy="9144"/>
          </a:xfrm>
          <a:prstGeom prst="rect">
            <a:avLst/>
          </a:prstGeom>
          <a:solidFill>
            <a:srgbClr val="1A3A2A"/>
          </a:solidFill>
          <a:ln w="12700">
            <a:solidFill>
              <a:srgbClr val="1A3A2A"/>
            </a:solidFill>
            <a:prstDash val="solid"/>
          </a:ln>
        </p:spPr>
      </p:sp>
      <p:sp>
        <p:nvSpPr>
          <p:cNvPr id="100" name="Shape 98"/>
          <p:cNvSpPr/>
          <p:nvPr/>
        </p:nvSpPr>
        <p:spPr>
          <a:xfrm>
            <a:off x="10698480" y="2011680"/>
            <a:ext cx="457200" cy="9144"/>
          </a:xfrm>
          <a:prstGeom prst="rect">
            <a:avLst/>
          </a:prstGeom>
          <a:solidFill>
            <a:srgbClr val="1A3A2A"/>
          </a:solidFill>
          <a:ln w="12700">
            <a:solidFill>
              <a:srgbClr val="1A3A2A"/>
            </a:solidFill>
            <a:prstDash val="solid"/>
          </a:ln>
        </p:spPr>
      </p:sp>
      <p:sp>
        <p:nvSpPr>
          <p:cNvPr id="101" name="Shape 99"/>
          <p:cNvSpPr/>
          <p:nvPr/>
        </p:nvSpPr>
        <p:spPr>
          <a:xfrm>
            <a:off x="11292840" y="2011680"/>
            <a:ext cx="457200" cy="9144"/>
          </a:xfrm>
          <a:prstGeom prst="rect">
            <a:avLst/>
          </a:prstGeom>
          <a:solidFill>
            <a:srgbClr val="1A3A2A"/>
          </a:solidFill>
          <a:ln w="12700">
            <a:solidFill>
              <a:srgbClr val="1A3A2A"/>
            </a:solidFill>
            <a:prstDash val="solid"/>
          </a:ln>
        </p:spPr>
      </p:sp>
      <p:sp>
        <p:nvSpPr>
          <p:cNvPr id="102" name="Shape 100"/>
          <p:cNvSpPr/>
          <p:nvPr/>
        </p:nvSpPr>
        <p:spPr>
          <a:xfrm>
            <a:off x="292608" y="2514600"/>
            <a:ext cx="457200" cy="9144"/>
          </a:xfrm>
          <a:prstGeom prst="rect">
            <a:avLst/>
          </a:prstGeom>
          <a:solidFill>
            <a:srgbClr val="1A3A2A"/>
          </a:solidFill>
          <a:ln w="12700">
            <a:solidFill>
              <a:srgbClr val="1A3A2A"/>
            </a:solidFill>
            <a:prstDash val="solid"/>
          </a:ln>
        </p:spPr>
      </p:sp>
      <p:sp>
        <p:nvSpPr>
          <p:cNvPr id="103" name="Shape 101"/>
          <p:cNvSpPr/>
          <p:nvPr/>
        </p:nvSpPr>
        <p:spPr>
          <a:xfrm>
            <a:off x="886968" y="2514600"/>
            <a:ext cx="457200" cy="9144"/>
          </a:xfrm>
          <a:prstGeom prst="rect">
            <a:avLst/>
          </a:prstGeom>
          <a:solidFill>
            <a:srgbClr val="1A3A2A"/>
          </a:solidFill>
          <a:ln w="12700">
            <a:solidFill>
              <a:srgbClr val="1A3A2A"/>
            </a:solidFill>
            <a:prstDash val="solid"/>
          </a:ln>
        </p:spPr>
      </p:sp>
      <p:sp>
        <p:nvSpPr>
          <p:cNvPr id="104" name="Shape 102"/>
          <p:cNvSpPr/>
          <p:nvPr/>
        </p:nvSpPr>
        <p:spPr>
          <a:xfrm>
            <a:off x="1481328" y="2514600"/>
            <a:ext cx="457200" cy="9144"/>
          </a:xfrm>
          <a:prstGeom prst="rect">
            <a:avLst/>
          </a:prstGeom>
          <a:solidFill>
            <a:srgbClr val="1A3A2A"/>
          </a:solidFill>
          <a:ln w="12700">
            <a:solidFill>
              <a:srgbClr val="1A3A2A"/>
            </a:solidFill>
            <a:prstDash val="solid"/>
          </a:ln>
        </p:spPr>
      </p:sp>
      <p:sp>
        <p:nvSpPr>
          <p:cNvPr id="105" name="Shape 103"/>
          <p:cNvSpPr/>
          <p:nvPr/>
        </p:nvSpPr>
        <p:spPr>
          <a:xfrm>
            <a:off x="2075688" y="2514600"/>
            <a:ext cx="457200" cy="9144"/>
          </a:xfrm>
          <a:prstGeom prst="rect">
            <a:avLst/>
          </a:prstGeom>
          <a:solidFill>
            <a:srgbClr val="1A3A2A"/>
          </a:solidFill>
          <a:ln w="12700">
            <a:solidFill>
              <a:srgbClr val="1A3A2A"/>
            </a:solidFill>
            <a:prstDash val="solid"/>
          </a:ln>
        </p:spPr>
      </p:sp>
      <p:sp>
        <p:nvSpPr>
          <p:cNvPr id="106" name="Shape 104"/>
          <p:cNvSpPr/>
          <p:nvPr/>
        </p:nvSpPr>
        <p:spPr>
          <a:xfrm>
            <a:off x="2670048" y="2514600"/>
            <a:ext cx="457200" cy="9144"/>
          </a:xfrm>
          <a:prstGeom prst="rect">
            <a:avLst/>
          </a:prstGeom>
          <a:solidFill>
            <a:srgbClr val="1A3A2A"/>
          </a:solidFill>
          <a:ln w="12700">
            <a:solidFill>
              <a:srgbClr val="1A3A2A"/>
            </a:solidFill>
            <a:prstDash val="solid"/>
          </a:ln>
        </p:spPr>
      </p:sp>
      <p:sp>
        <p:nvSpPr>
          <p:cNvPr id="107" name="Shape 105"/>
          <p:cNvSpPr/>
          <p:nvPr/>
        </p:nvSpPr>
        <p:spPr>
          <a:xfrm>
            <a:off x="3264408" y="2514600"/>
            <a:ext cx="457200" cy="9144"/>
          </a:xfrm>
          <a:prstGeom prst="rect">
            <a:avLst/>
          </a:prstGeom>
          <a:solidFill>
            <a:srgbClr val="1A3A2A"/>
          </a:solidFill>
          <a:ln w="12700">
            <a:solidFill>
              <a:srgbClr val="1A3A2A"/>
            </a:solidFill>
            <a:prstDash val="solid"/>
          </a:ln>
        </p:spPr>
      </p:sp>
      <p:sp>
        <p:nvSpPr>
          <p:cNvPr id="108" name="Shape 106"/>
          <p:cNvSpPr/>
          <p:nvPr/>
        </p:nvSpPr>
        <p:spPr>
          <a:xfrm>
            <a:off x="3858768" y="2514600"/>
            <a:ext cx="457200" cy="9144"/>
          </a:xfrm>
          <a:prstGeom prst="rect">
            <a:avLst/>
          </a:prstGeom>
          <a:solidFill>
            <a:srgbClr val="1A3A2A"/>
          </a:solidFill>
          <a:ln w="12700">
            <a:solidFill>
              <a:srgbClr val="1A3A2A"/>
            </a:solidFill>
            <a:prstDash val="solid"/>
          </a:ln>
        </p:spPr>
      </p:sp>
      <p:sp>
        <p:nvSpPr>
          <p:cNvPr id="109" name="Shape 107"/>
          <p:cNvSpPr/>
          <p:nvPr/>
        </p:nvSpPr>
        <p:spPr>
          <a:xfrm>
            <a:off x="4453128" y="2514600"/>
            <a:ext cx="457200" cy="9144"/>
          </a:xfrm>
          <a:prstGeom prst="rect">
            <a:avLst/>
          </a:prstGeom>
          <a:solidFill>
            <a:srgbClr val="1A3A2A"/>
          </a:solidFill>
          <a:ln w="12700">
            <a:solidFill>
              <a:srgbClr val="1A3A2A"/>
            </a:solidFill>
            <a:prstDash val="solid"/>
          </a:ln>
        </p:spPr>
      </p:sp>
      <p:sp>
        <p:nvSpPr>
          <p:cNvPr id="110" name="Shape 108"/>
          <p:cNvSpPr/>
          <p:nvPr/>
        </p:nvSpPr>
        <p:spPr>
          <a:xfrm>
            <a:off x="5047488" y="2514600"/>
            <a:ext cx="457200" cy="9144"/>
          </a:xfrm>
          <a:prstGeom prst="rect">
            <a:avLst/>
          </a:prstGeom>
          <a:solidFill>
            <a:srgbClr val="1A3A2A"/>
          </a:solidFill>
          <a:ln w="12700">
            <a:solidFill>
              <a:srgbClr val="1A3A2A"/>
            </a:solidFill>
            <a:prstDash val="solid"/>
          </a:ln>
        </p:spPr>
      </p:sp>
      <p:sp>
        <p:nvSpPr>
          <p:cNvPr id="111" name="Shape 109"/>
          <p:cNvSpPr/>
          <p:nvPr/>
        </p:nvSpPr>
        <p:spPr>
          <a:xfrm>
            <a:off x="5641848" y="2514600"/>
            <a:ext cx="457200" cy="9144"/>
          </a:xfrm>
          <a:prstGeom prst="rect">
            <a:avLst/>
          </a:prstGeom>
          <a:solidFill>
            <a:srgbClr val="1A3A2A"/>
          </a:solidFill>
          <a:ln w="12700">
            <a:solidFill>
              <a:srgbClr val="1A3A2A"/>
            </a:solidFill>
            <a:prstDash val="solid"/>
          </a:ln>
        </p:spPr>
      </p:sp>
      <p:sp>
        <p:nvSpPr>
          <p:cNvPr id="112" name="Shape 110"/>
          <p:cNvSpPr/>
          <p:nvPr/>
        </p:nvSpPr>
        <p:spPr>
          <a:xfrm>
            <a:off x="6236208" y="2514600"/>
            <a:ext cx="457200" cy="9144"/>
          </a:xfrm>
          <a:prstGeom prst="rect">
            <a:avLst/>
          </a:prstGeom>
          <a:solidFill>
            <a:srgbClr val="1A3A2A"/>
          </a:solidFill>
          <a:ln w="12700">
            <a:solidFill>
              <a:srgbClr val="1A3A2A"/>
            </a:solidFill>
            <a:prstDash val="solid"/>
          </a:ln>
        </p:spPr>
      </p:sp>
      <p:sp>
        <p:nvSpPr>
          <p:cNvPr id="113" name="Shape 111"/>
          <p:cNvSpPr/>
          <p:nvPr/>
        </p:nvSpPr>
        <p:spPr>
          <a:xfrm>
            <a:off x="6830568" y="2514600"/>
            <a:ext cx="457200" cy="9144"/>
          </a:xfrm>
          <a:prstGeom prst="rect">
            <a:avLst/>
          </a:prstGeom>
          <a:solidFill>
            <a:srgbClr val="1A3A2A"/>
          </a:solidFill>
          <a:ln w="12700">
            <a:solidFill>
              <a:srgbClr val="1A3A2A"/>
            </a:solidFill>
            <a:prstDash val="solid"/>
          </a:ln>
        </p:spPr>
      </p:sp>
      <p:sp>
        <p:nvSpPr>
          <p:cNvPr id="114" name="Shape 112"/>
          <p:cNvSpPr/>
          <p:nvPr/>
        </p:nvSpPr>
        <p:spPr>
          <a:xfrm>
            <a:off x="7424928" y="2514600"/>
            <a:ext cx="457200" cy="9144"/>
          </a:xfrm>
          <a:prstGeom prst="rect">
            <a:avLst/>
          </a:prstGeom>
          <a:solidFill>
            <a:srgbClr val="1A3A2A"/>
          </a:solidFill>
          <a:ln w="12700">
            <a:solidFill>
              <a:srgbClr val="1A3A2A"/>
            </a:solidFill>
            <a:prstDash val="solid"/>
          </a:ln>
        </p:spPr>
      </p:sp>
      <p:sp>
        <p:nvSpPr>
          <p:cNvPr id="115" name="Shape 113"/>
          <p:cNvSpPr/>
          <p:nvPr/>
        </p:nvSpPr>
        <p:spPr>
          <a:xfrm>
            <a:off x="8019288" y="2514600"/>
            <a:ext cx="457200" cy="9144"/>
          </a:xfrm>
          <a:prstGeom prst="rect">
            <a:avLst/>
          </a:prstGeom>
          <a:solidFill>
            <a:srgbClr val="1A3A2A"/>
          </a:solidFill>
          <a:ln w="12700">
            <a:solidFill>
              <a:srgbClr val="1A3A2A"/>
            </a:solidFill>
            <a:prstDash val="solid"/>
          </a:ln>
        </p:spPr>
      </p:sp>
      <p:sp>
        <p:nvSpPr>
          <p:cNvPr id="116" name="Shape 114"/>
          <p:cNvSpPr/>
          <p:nvPr/>
        </p:nvSpPr>
        <p:spPr>
          <a:xfrm>
            <a:off x="8613648" y="2514600"/>
            <a:ext cx="457200" cy="9144"/>
          </a:xfrm>
          <a:prstGeom prst="rect">
            <a:avLst/>
          </a:prstGeom>
          <a:solidFill>
            <a:srgbClr val="1A3A2A"/>
          </a:solidFill>
          <a:ln w="12700">
            <a:solidFill>
              <a:srgbClr val="1A3A2A"/>
            </a:solidFill>
            <a:prstDash val="solid"/>
          </a:ln>
        </p:spPr>
      </p:sp>
      <p:sp>
        <p:nvSpPr>
          <p:cNvPr id="117" name="Shape 115"/>
          <p:cNvSpPr/>
          <p:nvPr/>
        </p:nvSpPr>
        <p:spPr>
          <a:xfrm>
            <a:off x="9208008" y="2514600"/>
            <a:ext cx="457200" cy="9144"/>
          </a:xfrm>
          <a:prstGeom prst="rect">
            <a:avLst/>
          </a:prstGeom>
          <a:solidFill>
            <a:srgbClr val="1A3A2A"/>
          </a:solidFill>
          <a:ln w="12700">
            <a:solidFill>
              <a:srgbClr val="1A3A2A"/>
            </a:solidFill>
            <a:prstDash val="solid"/>
          </a:ln>
        </p:spPr>
      </p:sp>
      <p:sp>
        <p:nvSpPr>
          <p:cNvPr id="118" name="Shape 116"/>
          <p:cNvSpPr/>
          <p:nvPr/>
        </p:nvSpPr>
        <p:spPr>
          <a:xfrm>
            <a:off x="9802368" y="2514600"/>
            <a:ext cx="457200" cy="9144"/>
          </a:xfrm>
          <a:prstGeom prst="rect">
            <a:avLst/>
          </a:prstGeom>
          <a:solidFill>
            <a:srgbClr val="1A3A2A"/>
          </a:solidFill>
          <a:ln w="12700">
            <a:solidFill>
              <a:srgbClr val="1A3A2A"/>
            </a:solidFill>
            <a:prstDash val="solid"/>
          </a:ln>
        </p:spPr>
      </p:sp>
      <p:sp>
        <p:nvSpPr>
          <p:cNvPr id="119" name="Shape 117"/>
          <p:cNvSpPr/>
          <p:nvPr/>
        </p:nvSpPr>
        <p:spPr>
          <a:xfrm>
            <a:off x="10396728" y="2514600"/>
            <a:ext cx="457200" cy="9144"/>
          </a:xfrm>
          <a:prstGeom prst="rect">
            <a:avLst/>
          </a:prstGeom>
          <a:solidFill>
            <a:srgbClr val="1A3A2A"/>
          </a:solidFill>
          <a:ln w="12700">
            <a:solidFill>
              <a:srgbClr val="1A3A2A"/>
            </a:solidFill>
            <a:prstDash val="solid"/>
          </a:ln>
        </p:spPr>
      </p:sp>
      <p:sp>
        <p:nvSpPr>
          <p:cNvPr id="120" name="Shape 118"/>
          <p:cNvSpPr/>
          <p:nvPr/>
        </p:nvSpPr>
        <p:spPr>
          <a:xfrm>
            <a:off x="10991088" y="2514600"/>
            <a:ext cx="457200" cy="9144"/>
          </a:xfrm>
          <a:prstGeom prst="rect">
            <a:avLst/>
          </a:prstGeom>
          <a:solidFill>
            <a:srgbClr val="1A3A2A"/>
          </a:solidFill>
          <a:ln w="12700">
            <a:solidFill>
              <a:srgbClr val="1A3A2A"/>
            </a:solidFill>
            <a:prstDash val="solid"/>
          </a:ln>
        </p:spPr>
      </p:sp>
      <p:sp>
        <p:nvSpPr>
          <p:cNvPr id="121" name="Shape 119"/>
          <p:cNvSpPr/>
          <p:nvPr/>
        </p:nvSpPr>
        <p:spPr>
          <a:xfrm>
            <a:off x="11585448" y="2514600"/>
            <a:ext cx="457200" cy="9144"/>
          </a:xfrm>
          <a:prstGeom prst="rect">
            <a:avLst/>
          </a:prstGeom>
          <a:solidFill>
            <a:srgbClr val="1A3A2A"/>
          </a:solidFill>
          <a:ln w="12700">
            <a:solidFill>
              <a:srgbClr val="1A3A2A"/>
            </a:solidFill>
            <a:prstDash val="solid"/>
          </a:ln>
        </p:spPr>
      </p:sp>
      <p:sp>
        <p:nvSpPr>
          <p:cNvPr id="122" name="Shape 120"/>
          <p:cNvSpPr/>
          <p:nvPr/>
        </p:nvSpPr>
        <p:spPr>
          <a:xfrm>
            <a:off x="0" y="3017520"/>
            <a:ext cx="457200" cy="9144"/>
          </a:xfrm>
          <a:prstGeom prst="rect">
            <a:avLst/>
          </a:prstGeom>
          <a:solidFill>
            <a:srgbClr val="1A3A2A"/>
          </a:solidFill>
          <a:ln w="12700">
            <a:solidFill>
              <a:srgbClr val="1A3A2A"/>
            </a:solidFill>
            <a:prstDash val="solid"/>
          </a:ln>
        </p:spPr>
      </p:sp>
      <p:sp>
        <p:nvSpPr>
          <p:cNvPr id="123" name="Shape 121"/>
          <p:cNvSpPr/>
          <p:nvPr/>
        </p:nvSpPr>
        <p:spPr>
          <a:xfrm>
            <a:off x="594360" y="3017520"/>
            <a:ext cx="457200" cy="9144"/>
          </a:xfrm>
          <a:prstGeom prst="rect">
            <a:avLst/>
          </a:prstGeom>
          <a:solidFill>
            <a:srgbClr val="1A3A2A"/>
          </a:solidFill>
          <a:ln w="12700">
            <a:solidFill>
              <a:srgbClr val="1A3A2A"/>
            </a:solidFill>
            <a:prstDash val="solid"/>
          </a:ln>
        </p:spPr>
      </p:sp>
      <p:sp>
        <p:nvSpPr>
          <p:cNvPr id="124" name="Shape 122"/>
          <p:cNvSpPr/>
          <p:nvPr/>
        </p:nvSpPr>
        <p:spPr>
          <a:xfrm>
            <a:off x="1188720" y="3017520"/>
            <a:ext cx="457200" cy="9144"/>
          </a:xfrm>
          <a:prstGeom prst="rect">
            <a:avLst/>
          </a:prstGeom>
          <a:solidFill>
            <a:srgbClr val="1A3A2A"/>
          </a:solidFill>
          <a:ln w="12700">
            <a:solidFill>
              <a:srgbClr val="1A3A2A"/>
            </a:solidFill>
            <a:prstDash val="solid"/>
          </a:ln>
        </p:spPr>
      </p:sp>
      <p:sp>
        <p:nvSpPr>
          <p:cNvPr id="125" name="Shape 123"/>
          <p:cNvSpPr/>
          <p:nvPr/>
        </p:nvSpPr>
        <p:spPr>
          <a:xfrm>
            <a:off x="1783080" y="3017520"/>
            <a:ext cx="457200" cy="9144"/>
          </a:xfrm>
          <a:prstGeom prst="rect">
            <a:avLst/>
          </a:prstGeom>
          <a:solidFill>
            <a:srgbClr val="1A3A2A"/>
          </a:solidFill>
          <a:ln w="12700">
            <a:solidFill>
              <a:srgbClr val="1A3A2A"/>
            </a:solidFill>
            <a:prstDash val="solid"/>
          </a:ln>
        </p:spPr>
      </p:sp>
      <p:sp>
        <p:nvSpPr>
          <p:cNvPr id="126" name="Shape 124"/>
          <p:cNvSpPr/>
          <p:nvPr/>
        </p:nvSpPr>
        <p:spPr>
          <a:xfrm>
            <a:off x="2377440" y="3017520"/>
            <a:ext cx="457200" cy="9144"/>
          </a:xfrm>
          <a:prstGeom prst="rect">
            <a:avLst/>
          </a:prstGeom>
          <a:solidFill>
            <a:srgbClr val="1A3A2A"/>
          </a:solidFill>
          <a:ln w="12700">
            <a:solidFill>
              <a:srgbClr val="1A3A2A"/>
            </a:solidFill>
            <a:prstDash val="solid"/>
          </a:ln>
        </p:spPr>
      </p:sp>
      <p:sp>
        <p:nvSpPr>
          <p:cNvPr id="127" name="Shape 125"/>
          <p:cNvSpPr/>
          <p:nvPr/>
        </p:nvSpPr>
        <p:spPr>
          <a:xfrm>
            <a:off x="2971800" y="3017520"/>
            <a:ext cx="457200" cy="9144"/>
          </a:xfrm>
          <a:prstGeom prst="rect">
            <a:avLst/>
          </a:prstGeom>
          <a:solidFill>
            <a:srgbClr val="1A3A2A"/>
          </a:solidFill>
          <a:ln w="12700">
            <a:solidFill>
              <a:srgbClr val="1A3A2A"/>
            </a:solidFill>
            <a:prstDash val="solid"/>
          </a:ln>
        </p:spPr>
      </p:sp>
      <p:sp>
        <p:nvSpPr>
          <p:cNvPr id="128" name="Shape 126"/>
          <p:cNvSpPr/>
          <p:nvPr/>
        </p:nvSpPr>
        <p:spPr>
          <a:xfrm>
            <a:off x="3566160" y="3017520"/>
            <a:ext cx="457200" cy="9144"/>
          </a:xfrm>
          <a:prstGeom prst="rect">
            <a:avLst/>
          </a:prstGeom>
          <a:solidFill>
            <a:srgbClr val="1A3A2A"/>
          </a:solidFill>
          <a:ln w="12700">
            <a:solidFill>
              <a:srgbClr val="1A3A2A"/>
            </a:solidFill>
            <a:prstDash val="solid"/>
          </a:ln>
        </p:spPr>
      </p:sp>
      <p:sp>
        <p:nvSpPr>
          <p:cNvPr id="129" name="Shape 127"/>
          <p:cNvSpPr/>
          <p:nvPr/>
        </p:nvSpPr>
        <p:spPr>
          <a:xfrm>
            <a:off x="4160520" y="3017520"/>
            <a:ext cx="457200" cy="9144"/>
          </a:xfrm>
          <a:prstGeom prst="rect">
            <a:avLst/>
          </a:prstGeom>
          <a:solidFill>
            <a:srgbClr val="1A3A2A"/>
          </a:solidFill>
          <a:ln w="12700">
            <a:solidFill>
              <a:srgbClr val="1A3A2A"/>
            </a:solidFill>
            <a:prstDash val="solid"/>
          </a:ln>
        </p:spPr>
      </p:sp>
      <p:sp>
        <p:nvSpPr>
          <p:cNvPr id="130" name="Shape 128"/>
          <p:cNvSpPr/>
          <p:nvPr/>
        </p:nvSpPr>
        <p:spPr>
          <a:xfrm>
            <a:off x="4754880" y="3017520"/>
            <a:ext cx="457200" cy="9144"/>
          </a:xfrm>
          <a:prstGeom prst="rect">
            <a:avLst/>
          </a:prstGeom>
          <a:solidFill>
            <a:srgbClr val="1A3A2A"/>
          </a:solidFill>
          <a:ln w="12700">
            <a:solidFill>
              <a:srgbClr val="1A3A2A"/>
            </a:solidFill>
            <a:prstDash val="solid"/>
          </a:ln>
        </p:spPr>
      </p:sp>
      <p:sp>
        <p:nvSpPr>
          <p:cNvPr id="131" name="Shape 129"/>
          <p:cNvSpPr/>
          <p:nvPr/>
        </p:nvSpPr>
        <p:spPr>
          <a:xfrm>
            <a:off x="5349240" y="3017520"/>
            <a:ext cx="457200" cy="9144"/>
          </a:xfrm>
          <a:prstGeom prst="rect">
            <a:avLst/>
          </a:prstGeom>
          <a:solidFill>
            <a:srgbClr val="1A3A2A"/>
          </a:solidFill>
          <a:ln w="12700">
            <a:solidFill>
              <a:srgbClr val="1A3A2A"/>
            </a:solidFill>
            <a:prstDash val="solid"/>
          </a:ln>
        </p:spPr>
      </p:sp>
      <p:sp>
        <p:nvSpPr>
          <p:cNvPr id="132" name="Shape 130"/>
          <p:cNvSpPr/>
          <p:nvPr/>
        </p:nvSpPr>
        <p:spPr>
          <a:xfrm>
            <a:off x="5943600" y="3017520"/>
            <a:ext cx="457200" cy="9144"/>
          </a:xfrm>
          <a:prstGeom prst="rect">
            <a:avLst/>
          </a:prstGeom>
          <a:solidFill>
            <a:srgbClr val="1A3A2A"/>
          </a:solidFill>
          <a:ln w="12700">
            <a:solidFill>
              <a:srgbClr val="1A3A2A"/>
            </a:solidFill>
            <a:prstDash val="solid"/>
          </a:ln>
        </p:spPr>
      </p:sp>
      <p:sp>
        <p:nvSpPr>
          <p:cNvPr id="133" name="Shape 131"/>
          <p:cNvSpPr/>
          <p:nvPr/>
        </p:nvSpPr>
        <p:spPr>
          <a:xfrm>
            <a:off x="6537960" y="3017520"/>
            <a:ext cx="457200" cy="9144"/>
          </a:xfrm>
          <a:prstGeom prst="rect">
            <a:avLst/>
          </a:prstGeom>
          <a:solidFill>
            <a:srgbClr val="1A3A2A"/>
          </a:solidFill>
          <a:ln w="12700">
            <a:solidFill>
              <a:srgbClr val="1A3A2A"/>
            </a:solidFill>
            <a:prstDash val="solid"/>
          </a:ln>
        </p:spPr>
      </p:sp>
      <p:sp>
        <p:nvSpPr>
          <p:cNvPr id="134" name="Shape 132"/>
          <p:cNvSpPr/>
          <p:nvPr/>
        </p:nvSpPr>
        <p:spPr>
          <a:xfrm>
            <a:off x="7132320" y="3017520"/>
            <a:ext cx="457200" cy="9144"/>
          </a:xfrm>
          <a:prstGeom prst="rect">
            <a:avLst/>
          </a:prstGeom>
          <a:solidFill>
            <a:srgbClr val="1A3A2A"/>
          </a:solidFill>
          <a:ln w="12700">
            <a:solidFill>
              <a:srgbClr val="1A3A2A"/>
            </a:solidFill>
            <a:prstDash val="solid"/>
          </a:ln>
        </p:spPr>
      </p:sp>
      <p:sp>
        <p:nvSpPr>
          <p:cNvPr id="135" name="Shape 133"/>
          <p:cNvSpPr/>
          <p:nvPr/>
        </p:nvSpPr>
        <p:spPr>
          <a:xfrm>
            <a:off x="7726680" y="3017520"/>
            <a:ext cx="457200" cy="9144"/>
          </a:xfrm>
          <a:prstGeom prst="rect">
            <a:avLst/>
          </a:prstGeom>
          <a:solidFill>
            <a:srgbClr val="1A3A2A"/>
          </a:solidFill>
          <a:ln w="12700">
            <a:solidFill>
              <a:srgbClr val="1A3A2A"/>
            </a:solidFill>
            <a:prstDash val="solid"/>
          </a:ln>
        </p:spPr>
      </p:sp>
      <p:sp>
        <p:nvSpPr>
          <p:cNvPr id="136" name="Shape 134"/>
          <p:cNvSpPr/>
          <p:nvPr/>
        </p:nvSpPr>
        <p:spPr>
          <a:xfrm>
            <a:off x="8321040" y="3017520"/>
            <a:ext cx="457200" cy="9144"/>
          </a:xfrm>
          <a:prstGeom prst="rect">
            <a:avLst/>
          </a:prstGeom>
          <a:solidFill>
            <a:srgbClr val="1A3A2A"/>
          </a:solidFill>
          <a:ln w="12700">
            <a:solidFill>
              <a:srgbClr val="1A3A2A"/>
            </a:solidFill>
            <a:prstDash val="solid"/>
          </a:ln>
        </p:spPr>
      </p:sp>
      <p:sp>
        <p:nvSpPr>
          <p:cNvPr id="137" name="Shape 135"/>
          <p:cNvSpPr/>
          <p:nvPr/>
        </p:nvSpPr>
        <p:spPr>
          <a:xfrm>
            <a:off x="8915400" y="3017520"/>
            <a:ext cx="457200" cy="9144"/>
          </a:xfrm>
          <a:prstGeom prst="rect">
            <a:avLst/>
          </a:prstGeom>
          <a:solidFill>
            <a:srgbClr val="1A3A2A"/>
          </a:solidFill>
          <a:ln w="12700">
            <a:solidFill>
              <a:srgbClr val="1A3A2A"/>
            </a:solidFill>
            <a:prstDash val="solid"/>
          </a:ln>
        </p:spPr>
      </p:sp>
      <p:sp>
        <p:nvSpPr>
          <p:cNvPr id="138" name="Shape 136"/>
          <p:cNvSpPr/>
          <p:nvPr/>
        </p:nvSpPr>
        <p:spPr>
          <a:xfrm>
            <a:off x="9509760" y="3017520"/>
            <a:ext cx="457200" cy="9144"/>
          </a:xfrm>
          <a:prstGeom prst="rect">
            <a:avLst/>
          </a:prstGeom>
          <a:solidFill>
            <a:srgbClr val="1A3A2A"/>
          </a:solidFill>
          <a:ln w="12700">
            <a:solidFill>
              <a:srgbClr val="1A3A2A"/>
            </a:solidFill>
            <a:prstDash val="solid"/>
          </a:ln>
        </p:spPr>
      </p:sp>
      <p:sp>
        <p:nvSpPr>
          <p:cNvPr id="139" name="Shape 137"/>
          <p:cNvSpPr/>
          <p:nvPr/>
        </p:nvSpPr>
        <p:spPr>
          <a:xfrm>
            <a:off x="10104120" y="3017520"/>
            <a:ext cx="457200" cy="9144"/>
          </a:xfrm>
          <a:prstGeom prst="rect">
            <a:avLst/>
          </a:prstGeom>
          <a:solidFill>
            <a:srgbClr val="1A3A2A"/>
          </a:solidFill>
          <a:ln w="12700">
            <a:solidFill>
              <a:srgbClr val="1A3A2A"/>
            </a:solidFill>
            <a:prstDash val="solid"/>
          </a:ln>
        </p:spPr>
      </p:sp>
      <p:sp>
        <p:nvSpPr>
          <p:cNvPr id="140" name="Shape 138"/>
          <p:cNvSpPr/>
          <p:nvPr/>
        </p:nvSpPr>
        <p:spPr>
          <a:xfrm>
            <a:off x="10698480" y="3017520"/>
            <a:ext cx="457200" cy="9144"/>
          </a:xfrm>
          <a:prstGeom prst="rect">
            <a:avLst/>
          </a:prstGeom>
          <a:solidFill>
            <a:srgbClr val="1A3A2A"/>
          </a:solidFill>
          <a:ln w="12700">
            <a:solidFill>
              <a:srgbClr val="1A3A2A"/>
            </a:solidFill>
            <a:prstDash val="solid"/>
          </a:ln>
        </p:spPr>
      </p:sp>
      <p:sp>
        <p:nvSpPr>
          <p:cNvPr id="141" name="Shape 139"/>
          <p:cNvSpPr/>
          <p:nvPr/>
        </p:nvSpPr>
        <p:spPr>
          <a:xfrm>
            <a:off x="11292840" y="3017520"/>
            <a:ext cx="457200" cy="9144"/>
          </a:xfrm>
          <a:prstGeom prst="rect">
            <a:avLst/>
          </a:prstGeom>
          <a:solidFill>
            <a:srgbClr val="1A3A2A"/>
          </a:solidFill>
          <a:ln w="12700">
            <a:solidFill>
              <a:srgbClr val="1A3A2A"/>
            </a:solidFill>
            <a:prstDash val="solid"/>
          </a:ln>
        </p:spPr>
      </p:sp>
      <p:sp>
        <p:nvSpPr>
          <p:cNvPr id="142" name="Shape 140"/>
          <p:cNvSpPr/>
          <p:nvPr/>
        </p:nvSpPr>
        <p:spPr>
          <a:xfrm>
            <a:off x="292608" y="3520440"/>
            <a:ext cx="457200" cy="9144"/>
          </a:xfrm>
          <a:prstGeom prst="rect">
            <a:avLst/>
          </a:prstGeom>
          <a:solidFill>
            <a:srgbClr val="1A3A2A"/>
          </a:solidFill>
          <a:ln w="12700">
            <a:solidFill>
              <a:srgbClr val="1A3A2A"/>
            </a:solidFill>
            <a:prstDash val="solid"/>
          </a:ln>
        </p:spPr>
      </p:sp>
      <p:sp>
        <p:nvSpPr>
          <p:cNvPr id="143" name="Shape 141"/>
          <p:cNvSpPr/>
          <p:nvPr/>
        </p:nvSpPr>
        <p:spPr>
          <a:xfrm>
            <a:off x="886968" y="3520440"/>
            <a:ext cx="457200" cy="9144"/>
          </a:xfrm>
          <a:prstGeom prst="rect">
            <a:avLst/>
          </a:prstGeom>
          <a:solidFill>
            <a:srgbClr val="1A3A2A"/>
          </a:solidFill>
          <a:ln w="12700">
            <a:solidFill>
              <a:srgbClr val="1A3A2A"/>
            </a:solidFill>
            <a:prstDash val="solid"/>
          </a:ln>
        </p:spPr>
      </p:sp>
      <p:sp>
        <p:nvSpPr>
          <p:cNvPr id="144" name="Shape 142"/>
          <p:cNvSpPr/>
          <p:nvPr/>
        </p:nvSpPr>
        <p:spPr>
          <a:xfrm>
            <a:off x="1481328" y="3520440"/>
            <a:ext cx="457200" cy="9144"/>
          </a:xfrm>
          <a:prstGeom prst="rect">
            <a:avLst/>
          </a:prstGeom>
          <a:solidFill>
            <a:srgbClr val="1A3A2A"/>
          </a:solidFill>
          <a:ln w="12700">
            <a:solidFill>
              <a:srgbClr val="1A3A2A"/>
            </a:solidFill>
            <a:prstDash val="solid"/>
          </a:ln>
        </p:spPr>
      </p:sp>
      <p:sp>
        <p:nvSpPr>
          <p:cNvPr id="145" name="Shape 143"/>
          <p:cNvSpPr/>
          <p:nvPr/>
        </p:nvSpPr>
        <p:spPr>
          <a:xfrm>
            <a:off x="2075688" y="3520440"/>
            <a:ext cx="457200" cy="9144"/>
          </a:xfrm>
          <a:prstGeom prst="rect">
            <a:avLst/>
          </a:prstGeom>
          <a:solidFill>
            <a:srgbClr val="1A3A2A"/>
          </a:solidFill>
          <a:ln w="12700">
            <a:solidFill>
              <a:srgbClr val="1A3A2A"/>
            </a:solidFill>
            <a:prstDash val="solid"/>
          </a:ln>
        </p:spPr>
      </p:sp>
      <p:sp>
        <p:nvSpPr>
          <p:cNvPr id="146" name="Shape 144"/>
          <p:cNvSpPr/>
          <p:nvPr/>
        </p:nvSpPr>
        <p:spPr>
          <a:xfrm>
            <a:off x="2670048" y="3520440"/>
            <a:ext cx="457200" cy="9144"/>
          </a:xfrm>
          <a:prstGeom prst="rect">
            <a:avLst/>
          </a:prstGeom>
          <a:solidFill>
            <a:srgbClr val="1A3A2A"/>
          </a:solidFill>
          <a:ln w="12700">
            <a:solidFill>
              <a:srgbClr val="1A3A2A"/>
            </a:solidFill>
            <a:prstDash val="solid"/>
          </a:ln>
        </p:spPr>
      </p:sp>
      <p:sp>
        <p:nvSpPr>
          <p:cNvPr id="147" name="Shape 145"/>
          <p:cNvSpPr/>
          <p:nvPr/>
        </p:nvSpPr>
        <p:spPr>
          <a:xfrm>
            <a:off x="3264408" y="3520440"/>
            <a:ext cx="457200" cy="9144"/>
          </a:xfrm>
          <a:prstGeom prst="rect">
            <a:avLst/>
          </a:prstGeom>
          <a:solidFill>
            <a:srgbClr val="1A3A2A"/>
          </a:solidFill>
          <a:ln w="12700">
            <a:solidFill>
              <a:srgbClr val="1A3A2A"/>
            </a:solidFill>
            <a:prstDash val="solid"/>
          </a:ln>
        </p:spPr>
      </p:sp>
      <p:sp>
        <p:nvSpPr>
          <p:cNvPr id="148" name="Shape 146"/>
          <p:cNvSpPr/>
          <p:nvPr/>
        </p:nvSpPr>
        <p:spPr>
          <a:xfrm>
            <a:off x="3858768" y="3520440"/>
            <a:ext cx="457200" cy="9144"/>
          </a:xfrm>
          <a:prstGeom prst="rect">
            <a:avLst/>
          </a:prstGeom>
          <a:solidFill>
            <a:srgbClr val="1A3A2A"/>
          </a:solidFill>
          <a:ln w="12700">
            <a:solidFill>
              <a:srgbClr val="1A3A2A"/>
            </a:solidFill>
            <a:prstDash val="solid"/>
          </a:ln>
        </p:spPr>
      </p:sp>
      <p:sp>
        <p:nvSpPr>
          <p:cNvPr id="149" name="Shape 147"/>
          <p:cNvSpPr/>
          <p:nvPr/>
        </p:nvSpPr>
        <p:spPr>
          <a:xfrm>
            <a:off x="4453128" y="3520440"/>
            <a:ext cx="457200" cy="9144"/>
          </a:xfrm>
          <a:prstGeom prst="rect">
            <a:avLst/>
          </a:prstGeom>
          <a:solidFill>
            <a:srgbClr val="1A3A2A"/>
          </a:solidFill>
          <a:ln w="12700">
            <a:solidFill>
              <a:srgbClr val="1A3A2A"/>
            </a:solidFill>
            <a:prstDash val="solid"/>
          </a:ln>
        </p:spPr>
      </p:sp>
      <p:sp>
        <p:nvSpPr>
          <p:cNvPr id="150" name="Shape 148"/>
          <p:cNvSpPr/>
          <p:nvPr/>
        </p:nvSpPr>
        <p:spPr>
          <a:xfrm>
            <a:off x="5047488" y="3520440"/>
            <a:ext cx="457200" cy="9144"/>
          </a:xfrm>
          <a:prstGeom prst="rect">
            <a:avLst/>
          </a:prstGeom>
          <a:solidFill>
            <a:srgbClr val="1A3A2A"/>
          </a:solidFill>
          <a:ln w="12700">
            <a:solidFill>
              <a:srgbClr val="1A3A2A"/>
            </a:solidFill>
            <a:prstDash val="solid"/>
          </a:ln>
        </p:spPr>
      </p:sp>
      <p:sp>
        <p:nvSpPr>
          <p:cNvPr id="151" name="Shape 149"/>
          <p:cNvSpPr/>
          <p:nvPr/>
        </p:nvSpPr>
        <p:spPr>
          <a:xfrm>
            <a:off x="5641848" y="3520440"/>
            <a:ext cx="457200" cy="9144"/>
          </a:xfrm>
          <a:prstGeom prst="rect">
            <a:avLst/>
          </a:prstGeom>
          <a:solidFill>
            <a:srgbClr val="1A3A2A"/>
          </a:solidFill>
          <a:ln w="12700">
            <a:solidFill>
              <a:srgbClr val="1A3A2A"/>
            </a:solidFill>
            <a:prstDash val="solid"/>
          </a:ln>
        </p:spPr>
      </p:sp>
      <p:sp>
        <p:nvSpPr>
          <p:cNvPr id="152" name="Shape 150"/>
          <p:cNvSpPr/>
          <p:nvPr/>
        </p:nvSpPr>
        <p:spPr>
          <a:xfrm>
            <a:off x="6236208" y="3520440"/>
            <a:ext cx="457200" cy="9144"/>
          </a:xfrm>
          <a:prstGeom prst="rect">
            <a:avLst/>
          </a:prstGeom>
          <a:solidFill>
            <a:srgbClr val="1A3A2A"/>
          </a:solidFill>
          <a:ln w="12700">
            <a:solidFill>
              <a:srgbClr val="1A3A2A"/>
            </a:solidFill>
            <a:prstDash val="solid"/>
          </a:ln>
        </p:spPr>
      </p:sp>
      <p:sp>
        <p:nvSpPr>
          <p:cNvPr id="153" name="Shape 151"/>
          <p:cNvSpPr/>
          <p:nvPr/>
        </p:nvSpPr>
        <p:spPr>
          <a:xfrm>
            <a:off x="6830568" y="3520440"/>
            <a:ext cx="457200" cy="9144"/>
          </a:xfrm>
          <a:prstGeom prst="rect">
            <a:avLst/>
          </a:prstGeom>
          <a:solidFill>
            <a:srgbClr val="1A3A2A"/>
          </a:solidFill>
          <a:ln w="12700">
            <a:solidFill>
              <a:srgbClr val="1A3A2A"/>
            </a:solidFill>
            <a:prstDash val="solid"/>
          </a:ln>
        </p:spPr>
      </p:sp>
      <p:sp>
        <p:nvSpPr>
          <p:cNvPr id="154" name="Shape 152"/>
          <p:cNvSpPr/>
          <p:nvPr/>
        </p:nvSpPr>
        <p:spPr>
          <a:xfrm>
            <a:off x="7424928" y="3520440"/>
            <a:ext cx="457200" cy="9144"/>
          </a:xfrm>
          <a:prstGeom prst="rect">
            <a:avLst/>
          </a:prstGeom>
          <a:solidFill>
            <a:srgbClr val="1A3A2A"/>
          </a:solidFill>
          <a:ln w="12700">
            <a:solidFill>
              <a:srgbClr val="1A3A2A"/>
            </a:solidFill>
            <a:prstDash val="solid"/>
          </a:ln>
        </p:spPr>
      </p:sp>
      <p:sp>
        <p:nvSpPr>
          <p:cNvPr id="155" name="Shape 153"/>
          <p:cNvSpPr/>
          <p:nvPr/>
        </p:nvSpPr>
        <p:spPr>
          <a:xfrm>
            <a:off x="8019288" y="3520440"/>
            <a:ext cx="457200" cy="9144"/>
          </a:xfrm>
          <a:prstGeom prst="rect">
            <a:avLst/>
          </a:prstGeom>
          <a:solidFill>
            <a:srgbClr val="1A3A2A"/>
          </a:solidFill>
          <a:ln w="12700">
            <a:solidFill>
              <a:srgbClr val="1A3A2A"/>
            </a:solidFill>
            <a:prstDash val="solid"/>
          </a:ln>
        </p:spPr>
      </p:sp>
      <p:sp>
        <p:nvSpPr>
          <p:cNvPr id="156" name="Shape 154"/>
          <p:cNvSpPr/>
          <p:nvPr/>
        </p:nvSpPr>
        <p:spPr>
          <a:xfrm>
            <a:off x="8613648" y="3520440"/>
            <a:ext cx="457200" cy="9144"/>
          </a:xfrm>
          <a:prstGeom prst="rect">
            <a:avLst/>
          </a:prstGeom>
          <a:solidFill>
            <a:srgbClr val="1A3A2A"/>
          </a:solidFill>
          <a:ln w="12700">
            <a:solidFill>
              <a:srgbClr val="1A3A2A"/>
            </a:solidFill>
            <a:prstDash val="solid"/>
          </a:ln>
        </p:spPr>
      </p:sp>
      <p:sp>
        <p:nvSpPr>
          <p:cNvPr id="157" name="Shape 155"/>
          <p:cNvSpPr/>
          <p:nvPr/>
        </p:nvSpPr>
        <p:spPr>
          <a:xfrm>
            <a:off x="9208008" y="3520440"/>
            <a:ext cx="457200" cy="9144"/>
          </a:xfrm>
          <a:prstGeom prst="rect">
            <a:avLst/>
          </a:prstGeom>
          <a:solidFill>
            <a:srgbClr val="1A3A2A"/>
          </a:solidFill>
          <a:ln w="12700">
            <a:solidFill>
              <a:srgbClr val="1A3A2A"/>
            </a:solidFill>
            <a:prstDash val="solid"/>
          </a:ln>
        </p:spPr>
      </p:sp>
      <p:sp>
        <p:nvSpPr>
          <p:cNvPr id="158" name="Shape 156"/>
          <p:cNvSpPr/>
          <p:nvPr/>
        </p:nvSpPr>
        <p:spPr>
          <a:xfrm>
            <a:off x="9802368" y="3520440"/>
            <a:ext cx="457200" cy="9144"/>
          </a:xfrm>
          <a:prstGeom prst="rect">
            <a:avLst/>
          </a:prstGeom>
          <a:solidFill>
            <a:srgbClr val="1A3A2A"/>
          </a:solidFill>
          <a:ln w="12700">
            <a:solidFill>
              <a:srgbClr val="1A3A2A"/>
            </a:solidFill>
            <a:prstDash val="solid"/>
          </a:ln>
        </p:spPr>
      </p:sp>
      <p:sp>
        <p:nvSpPr>
          <p:cNvPr id="159" name="Shape 157"/>
          <p:cNvSpPr/>
          <p:nvPr/>
        </p:nvSpPr>
        <p:spPr>
          <a:xfrm>
            <a:off x="10396728" y="3520440"/>
            <a:ext cx="457200" cy="9144"/>
          </a:xfrm>
          <a:prstGeom prst="rect">
            <a:avLst/>
          </a:prstGeom>
          <a:solidFill>
            <a:srgbClr val="1A3A2A"/>
          </a:solidFill>
          <a:ln w="12700">
            <a:solidFill>
              <a:srgbClr val="1A3A2A"/>
            </a:solidFill>
            <a:prstDash val="solid"/>
          </a:ln>
        </p:spPr>
      </p:sp>
      <p:sp>
        <p:nvSpPr>
          <p:cNvPr id="160" name="Shape 158"/>
          <p:cNvSpPr/>
          <p:nvPr/>
        </p:nvSpPr>
        <p:spPr>
          <a:xfrm>
            <a:off x="10991088" y="3520440"/>
            <a:ext cx="457200" cy="9144"/>
          </a:xfrm>
          <a:prstGeom prst="rect">
            <a:avLst/>
          </a:prstGeom>
          <a:solidFill>
            <a:srgbClr val="1A3A2A"/>
          </a:solidFill>
          <a:ln w="12700">
            <a:solidFill>
              <a:srgbClr val="1A3A2A"/>
            </a:solidFill>
            <a:prstDash val="solid"/>
          </a:ln>
        </p:spPr>
      </p:sp>
      <p:sp>
        <p:nvSpPr>
          <p:cNvPr id="161" name="Shape 159"/>
          <p:cNvSpPr/>
          <p:nvPr/>
        </p:nvSpPr>
        <p:spPr>
          <a:xfrm>
            <a:off x="11585448" y="3520440"/>
            <a:ext cx="457200" cy="9144"/>
          </a:xfrm>
          <a:prstGeom prst="rect">
            <a:avLst/>
          </a:prstGeom>
          <a:solidFill>
            <a:srgbClr val="1A3A2A"/>
          </a:solidFill>
          <a:ln w="12700">
            <a:solidFill>
              <a:srgbClr val="1A3A2A"/>
            </a:solidFill>
            <a:prstDash val="solid"/>
          </a:ln>
        </p:spPr>
      </p:sp>
      <p:sp>
        <p:nvSpPr>
          <p:cNvPr id="162" name="Shape 160"/>
          <p:cNvSpPr/>
          <p:nvPr/>
        </p:nvSpPr>
        <p:spPr>
          <a:xfrm>
            <a:off x="0" y="0"/>
            <a:ext cx="12188952" cy="18288"/>
          </a:xfrm>
          <a:prstGeom prst="rect">
            <a:avLst/>
          </a:prstGeom>
          <a:solidFill>
            <a:srgbClr val="FFD700"/>
          </a:solidFill>
          <a:ln/>
        </p:spPr>
      </p:sp>
      <p:sp>
        <p:nvSpPr>
          <p:cNvPr id="163" name="Shape 161"/>
          <p:cNvSpPr/>
          <p:nvPr/>
        </p:nvSpPr>
        <p:spPr>
          <a:xfrm>
            <a:off x="0" y="6839712"/>
            <a:ext cx="12188952" cy="18288"/>
          </a:xfrm>
          <a:prstGeom prst="rect">
            <a:avLst/>
          </a:prstGeom>
          <a:solidFill>
            <a:srgbClr val="FFD700"/>
          </a:solidFill>
          <a:ln/>
        </p:spPr>
      </p:sp>
      <p:sp>
        <p:nvSpPr>
          <p:cNvPr id="164" name="Shape 162"/>
          <p:cNvSpPr/>
          <p:nvPr/>
        </p:nvSpPr>
        <p:spPr>
          <a:xfrm>
            <a:off x="0" y="0"/>
            <a:ext cx="73152" cy="6858000"/>
          </a:xfrm>
          <a:prstGeom prst="rect">
            <a:avLst/>
          </a:prstGeom>
          <a:solidFill>
            <a:srgbClr val="FFD700"/>
          </a:solidFill>
          <a:ln/>
          <a:effectLst>
            <a:outerShdw sx="100000" sy="100000" kx="0" ky="0" algn="bl" rotWithShape="0" blurRad="254000" dist="50800" dir="16200000">
              <a:srgbClr val="FFD700">
                <a:alpha val="50000"/>
              </a:srgbClr>
            </a:outerShdw>
          </a:effectLst>
        </p:spPr>
      </p:sp>
      <p:sp>
        <p:nvSpPr>
          <p:cNvPr id="165" name="Text 163"/>
          <p:cNvSpPr/>
          <p:nvPr/>
        </p:nvSpPr>
        <p:spPr>
          <a:xfrm>
            <a:off x="274320" y="91440"/>
            <a:ext cx="7315200" cy="594360"/>
          </a:xfrm>
          <a:prstGeom prst="rect">
            <a:avLst/>
          </a:prstGeom>
          <a:noFill/>
          <a:ln/>
          <a:effectLst>
            <a:outerShdw sx="100000" sy="100000" kx="0" ky="0" algn="bl" rotWithShape="0" blurRad="254000" dist="50800" dir="16200000">
              <a:srgbClr val="FFD700">
                <a:alpha val="50000"/>
              </a:srgbClr>
            </a:outerShdw>
          </a:effectLst>
        </p:spPr>
        <p:txBody>
          <a:bodyPr wrap="square" rtlCol="0" anchor="ctr"/>
          <a:lstStyle/>
          <a:p>
            <a:pPr indent="0" marL="0">
              <a:buNone/>
            </a:pPr>
            <a:r>
              <a:rPr lang="en-US" sz="3400" b="1" dirty="0">
                <a:solidFill>
                  <a:srgbClr val="FFD700"/>
                </a:solidFill>
                <a:latin typeface="Trebuchet MS" pitchFamily="34" charset="0"/>
                <a:ea typeface="Trebuchet MS" pitchFamily="34" charset="-122"/>
                <a:cs typeface="Trebuchet MS" pitchFamily="34" charset="-120"/>
              </a:rPr>
              <a:t>// TECH STACK</a:t>
            </a:r>
            <a:endParaRPr lang="en-US" sz="3400" dirty="0"/>
          </a:p>
        </p:txBody>
      </p:sp>
      <p:sp>
        <p:nvSpPr>
          <p:cNvPr id="166" name="Text 164"/>
          <p:cNvSpPr/>
          <p:nvPr/>
        </p:nvSpPr>
        <p:spPr>
          <a:xfrm>
            <a:off x="274320" y="713232"/>
            <a:ext cx="10058400" cy="292608"/>
          </a:xfrm>
          <a:prstGeom prst="rect">
            <a:avLst/>
          </a:prstGeom>
          <a:noFill/>
          <a:ln/>
        </p:spPr>
        <p:txBody>
          <a:bodyPr wrap="square" rtlCol="0" anchor="ctr"/>
          <a:lstStyle/>
          <a:p>
            <a:pPr indent="0" marL="0">
              <a:buNone/>
            </a:pPr>
            <a:r>
              <a:rPr lang="en-US" sz="1200" i="1" dirty="0">
                <a:solidFill>
                  <a:srgbClr val="4A8A6A"/>
                </a:solidFill>
                <a:latin typeface="Calibri" pitchFamily="34" charset="0"/>
                <a:ea typeface="Calibri" pitchFamily="34" charset="-122"/>
                <a:cs typeface="Calibri" pitchFamily="34" charset="-120"/>
              </a:rPr>
              <a:t>Full-Spectrum Engineering — Extracted from package.json + requirements.txt</a:t>
            </a:r>
            <a:endParaRPr lang="en-US" sz="1200" dirty="0"/>
          </a:p>
        </p:txBody>
      </p:sp>
      <p:sp>
        <p:nvSpPr>
          <p:cNvPr id="167" name="Shape 165"/>
          <p:cNvSpPr/>
          <p:nvPr/>
        </p:nvSpPr>
        <p:spPr>
          <a:xfrm>
            <a:off x="274320" y="1051560"/>
            <a:ext cx="11430000" cy="27432"/>
          </a:xfrm>
          <a:prstGeom prst="rect">
            <a:avLst/>
          </a:prstGeom>
          <a:solidFill>
            <a:srgbClr val="FFD700"/>
          </a:solidFill>
          <a:ln/>
          <a:effectLst>
            <a:outerShdw sx="100000" sy="100000" kx="0" ky="0" algn="bl" rotWithShape="0" blurRad="254000" dist="50800" dir="16200000">
              <a:srgbClr val="FFD700">
                <a:alpha val="50000"/>
              </a:srgbClr>
            </a:outerShdw>
          </a:effectLst>
        </p:spPr>
      </p:sp>
      <p:sp>
        <p:nvSpPr>
          <p:cNvPr id="168" name="Shape 166"/>
          <p:cNvSpPr/>
          <p:nvPr/>
        </p:nvSpPr>
        <p:spPr>
          <a:xfrm>
            <a:off x="274320" y="1234440"/>
            <a:ext cx="5669280" cy="2423160"/>
          </a:xfrm>
          <a:prstGeom prst="rect">
            <a:avLst/>
          </a:prstGeom>
          <a:solidFill>
            <a:srgbClr val="080F1A"/>
          </a:solidFill>
          <a:ln w="19050">
            <a:solidFill>
              <a:srgbClr val="00D4FF"/>
            </a:solidFill>
            <a:prstDash val="solid"/>
          </a:ln>
          <a:effectLst>
            <a:outerShdw sx="100000" sy="100000" kx="0" ky="0" algn="bl" rotWithShape="0" blurRad="254000" dist="50800" dir="16200000">
              <a:srgbClr val="00D4FF">
                <a:alpha val="50000"/>
              </a:srgbClr>
            </a:outerShdw>
          </a:effectLst>
        </p:spPr>
      </p:sp>
      <p:sp>
        <p:nvSpPr>
          <p:cNvPr id="169" name="Shape 167"/>
          <p:cNvSpPr/>
          <p:nvPr/>
        </p:nvSpPr>
        <p:spPr>
          <a:xfrm>
            <a:off x="274320" y="1234440"/>
            <a:ext cx="5669280" cy="438912"/>
          </a:xfrm>
          <a:prstGeom prst="rect">
            <a:avLst/>
          </a:prstGeom>
          <a:solidFill>
            <a:srgbClr val="00D4FF"/>
          </a:solidFill>
          <a:ln/>
        </p:spPr>
      </p:sp>
      <p:sp>
        <p:nvSpPr>
          <p:cNvPr id="170" name="Text 168"/>
          <p:cNvSpPr/>
          <p:nvPr/>
        </p:nvSpPr>
        <p:spPr>
          <a:xfrm>
            <a:off x="274320" y="1234440"/>
            <a:ext cx="5669280" cy="438912"/>
          </a:xfrm>
          <a:prstGeom prst="rect">
            <a:avLst/>
          </a:prstGeom>
          <a:noFill/>
          <a:ln/>
        </p:spPr>
        <p:txBody>
          <a:bodyPr wrap="square" rtlCol="0" anchor="ctr"/>
          <a:lstStyle/>
          <a:p>
            <a:pPr algn="ctr" indent="0" marL="0">
              <a:buNone/>
            </a:pPr>
            <a:r>
              <a:rPr lang="en-US" sz="1300" b="1" dirty="0">
                <a:solidFill>
                  <a:srgbClr val="020806"/>
                </a:solidFill>
                <a:latin typeface="Trebuchet MS" pitchFamily="34" charset="0"/>
                <a:ea typeface="Trebuchet MS" pitchFamily="34" charset="-122"/>
                <a:cs typeface="Trebuchet MS" pitchFamily="34" charset="-120"/>
              </a:rPr>
              <a:t>🖥️ FRONTEND</a:t>
            </a:r>
            <a:endParaRPr lang="en-US" sz="1300" dirty="0"/>
          </a:p>
        </p:txBody>
      </p:sp>
      <p:sp>
        <p:nvSpPr>
          <p:cNvPr id="171" name="Text 169"/>
          <p:cNvSpPr/>
          <p:nvPr/>
        </p:nvSpPr>
        <p:spPr>
          <a:xfrm>
            <a:off x="365760" y="1737360"/>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React ^19.2.0</a:t>
            </a:r>
            <a:endParaRPr lang="en-US" sz="900" dirty="0"/>
          </a:p>
        </p:txBody>
      </p:sp>
      <p:sp>
        <p:nvSpPr>
          <p:cNvPr id="172" name="Text 170"/>
          <p:cNvSpPr/>
          <p:nvPr/>
        </p:nvSpPr>
        <p:spPr>
          <a:xfrm>
            <a:off x="365760" y="2084832"/>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Vite ^7.2.4</a:t>
            </a:r>
            <a:endParaRPr lang="en-US" sz="900" dirty="0"/>
          </a:p>
        </p:txBody>
      </p:sp>
      <p:sp>
        <p:nvSpPr>
          <p:cNvPr id="173" name="Text 171"/>
          <p:cNvSpPr/>
          <p:nvPr/>
        </p:nvSpPr>
        <p:spPr>
          <a:xfrm>
            <a:off x="365760" y="2432304"/>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React Router DOM ^7.13.0</a:t>
            </a:r>
            <a:endParaRPr lang="en-US" sz="900" dirty="0"/>
          </a:p>
        </p:txBody>
      </p:sp>
      <p:sp>
        <p:nvSpPr>
          <p:cNvPr id="174" name="Text 172"/>
          <p:cNvSpPr/>
          <p:nvPr/>
        </p:nvSpPr>
        <p:spPr>
          <a:xfrm>
            <a:off x="365760" y="2779776"/>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Framer Motion ^12.33.0</a:t>
            </a:r>
            <a:endParaRPr lang="en-US" sz="900" dirty="0"/>
          </a:p>
        </p:txBody>
      </p:sp>
      <p:sp>
        <p:nvSpPr>
          <p:cNvPr id="175" name="Text 173"/>
          <p:cNvSpPr/>
          <p:nvPr/>
        </p:nvSpPr>
        <p:spPr>
          <a:xfrm>
            <a:off x="365760" y="3127248"/>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Recharts ^3.7.0</a:t>
            </a:r>
            <a:endParaRPr lang="en-US" sz="900" dirty="0"/>
          </a:p>
        </p:txBody>
      </p:sp>
      <p:sp>
        <p:nvSpPr>
          <p:cNvPr id="176" name="Text 174"/>
          <p:cNvSpPr/>
          <p:nvPr/>
        </p:nvSpPr>
        <p:spPr>
          <a:xfrm>
            <a:off x="3108960" y="1737360"/>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Leaflet ^1.9.4</a:t>
            </a:r>
            <a:endParaRPr lang="en-US" sz="900" dirty="0"/>
          </a:p>
        </p:txBody>
      </p:sp>
      <p:sp>
        <p:nvSpPr>
          <p:cNvPr id="177" name="Text 175"/>
          <p:cNvSpPr/>
          <p:nvPr/>
        </p:nvSpPr>
        <p:spPr>
          <a:xfrm>
            <a:off x="3108960" y="2084832"/>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react-leaflet ^5.0.0</a:t>
            </a:r>
            <a:endParaRPr lang="en-US" sz="900" dirty="0"/>
          </a:p>
        </p:txBody>
      </p:sp>
      <p:sp>
        <p:nvSpPr>
          <p:cNvPr id="178" name="Text 176"/>
          <p:cNvSpPr/>
          <p:nvPr/>
        </p:nvSpPr>
        <p:spPr>
          <a:xfrm>
            <a:off x="3108960" y="2432304"/>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lucide-react ^0.564.0</a:t>
            </a:r>
            <a:endParaRPr lang="en-US" sz="900" dirty="0"/>
          </a:p>
        </p:txBody>
      </p:sp>
      <p:sp>
        <p:nvSpPr>
          <p:cNvPr id="179" name="Text 177"/>
          <p:cNvSpPr/>
          <p:nvPr/>
        </p:nvSpPr>
        <p:spPr>
          <a:xfrm>
            <a:off x="3108960" y="2779776"/>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jsPDF ^4.1.0</a:t>
            </a:r>
            <a:endParaRPr lang="en-US" sz="900" dirty="0"/>
          </a:p>
        </p:txBody>
      </p:sp>
      <p:sp>
        <p:nvSpPr>
          <p:cNvPr id="180" name="Text 178"/>
          <p:cNvSpPr/>
          <p:nvPr/>
        </p:nvSpPr>
        <p:spPr>
          <a:xfrm>
            <a:off x="3108960" y="3127248"/>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react-hot-toast ^2.6.0</a:t>
            </a:r>
            <a:endParaRPr lang="en-US" sz="900" dirty="0"/>
          </a:p>
        </p:txBody>
      </p:sp>
      <p:sp>
        <p:nvSpPr>
          <p:cNvPr id="181" name="Shape 179"/>
          <p:cNvSpPr/>
          <p:nvPr/>
        </p:nvSpPr>
        <p:spPr>
          <a:xfrm>
            <a:off x="6217920" y="1234440"/>
            <a:ext cx="5669280" cy="2423160"/>
          </a:xfrm>
          <a:prstGeom prst="rect">
            <a:avLst/>
          </a:prstGeom>
          <a:solidFill>
            <a:srgbClr val="081A0F"/>
          </a:solidFill>
          <a:ln w="19050">
            <a:solidFill>
              <a:srgbClr val="00FF88"/>
            </a:solidFill>
            <a:prstDash val="solid"/>
          </a:ln>
          <a:effectLst>
            <a:outerShdw sx="100000" sy="100000" kx="0" ky="0" algn="bl" rotWithShape="0" blurRad="254000" dist="50800" dir="16200000">
              <a:srgbClr val="00FF88">
                <a:alpha val="50000"/>
              </a:srgbClr>
            </a:outerShdw>
          </a:effectLst>
        </p:spPr>
      </p:sp>
      <p:sp>
        <p:nvSpPr>
          <p:cNvPr id="182" name="Shape 180"/>
          <p:cNvSpPr/>
          <p:nvPr/>
        </p:nvSpPr>
        <p:spPr>
          <a:xfrm>
            <a:off x="6217920" y="1234440"/>
            <a:ext cx="5669280" cy="438912"/>
          </a:xfrm>
          <a:prstGeom prst="rect">
            <a:avLst/>
          </a:prstGeom>
          <a:solidFill>
            <a:srgbClr val="00FF88"/>
          </a:solidFill>
          <a:ln/>
        </p:spPr>
      </p:sp>
      <p:sp>
        <p:nvSpPr>
          <p:cNvPr id="183" name="Text 181"/>
          <p:cNvSpPr/>
          <p:nvPr/>
        </p:nvSpPr>
        <p:spPr>
          <a:xfrm>
            <a:off x="6217920" y="1234440"/>
            <a:ext cx="5669280" cy="438912"/>
          </a:xfrm>
          <a:prstGeom prst="rect">
            <a:avLst/>
          </a:prstGeom>
          <a:noFill/>
          <a:ln/>
        </p:spPr>
        <p:txBody>
          <a:bodyPr wrap="square" rtlCol="0" anchor="ctr"/>
          <a:lstStyle/>
          <a:p>
            <a:pPr algn="ctr" indent="0" marL="0">
              <a:buNone/>
            </a:pPr>
            <a:r>
              <a:rPr lang="en-US" sz="1300" b="1" dirty="0">
                <a:solidFill>
                  <a:srgbClr val="020806"/>
                </a:solidFill>
                <a:latin typeface="Trebuchet MS" pitchFamily="34" charset="0"/>
                <a:ea typeface="Trebuchet MS" pitchFamily="34" charset="-122"/>
                <a:cs typeface="Trebuchet MS" pitchFamily="34" charset="-120"/>
              </a:rPr>
              <a:t>🧠 AI / ML ENGINE</a:t>
            </a:r>
            <a:endParaRPr lang="en-US" sz="1300" dirty="0"/>
          </a:p>
        </p:txBody>
      </p:sp>
      <p:sp>
        <p:nvSpPr>
          <p:cNvPr id="184" name="Text 182"/>
          <p:cNvSpPr/>
          <p:nvPr/>
        </p:nvSpPr>
        <p:spPr>
          <a:xfrm>
            <a:off x="6309360" y="1737360"/>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Google Gemini Pro API</a:t>
            </a:r>
            <a:endParaRPr lang="en-US" sz="900" dirty="0"/>
          </a:p>
        </p:txBody>
      </p:sp>
      <p:sp>
        <p:nvSpPr>
          <p:cNvPr id="185" name="Text 183"/>
          <p:cNvSpPr/>
          <p:nvPr/>
        </p:nvSpPr>
        <p:spPr>
          <a:xfrm>
            <a:off x="6309360" y="2084832"/>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StateBrain.js (custom)</a:t>
            </a:r>
            <a:endParaRPr lang="en-US" sz="900" dirty="0"/>
          </a:p>
        </p:txBody>
      </p:sp>
      <p:sp>
        <p:nvSpPr>
          <p:cNvPr id="186" name="Text 184"/>
          <p:cNvSpPr/>
          <p:nvPr/>
        </p:nvSpPr>
        <p:spPr>
          <a:xfrm>
            <a:off x="6309360" y="2432304"/>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simulationEngine.js</a:t>
            </a:r>
            <a:endParaRPr lang="en-US" sz="900" dirty="0"/>
          </a:p>
        </p:txBody>
      </p:sp>
      <p:sp>
        <p:nvSpPr>
          <p:cNvPr id="187" name="Text 185"/>
          <p:cNvSpPr/>
          <p:nvPr/>
        </p:nvSpPr>
        <p:spPr>
          <a:xfrm>
            <a:off x="6309360" y="2779776"/>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1000-Season Monte Carlo</a:t>
            </a:r>
            <a:endParaRPr lang="en-US" sz="900" dirty="0"/>
          </a:p>
        </p:txBody>
      </p:sp>
      <p:sp>
        <p:nvSpPr>
          <p:cNvPr id="188" name="Text 186"/>
          <p:cNvSpPr/>
          <p:nvPr/>
        </p:nvSpPr>
        <p:spPr>
          <a:xfrm>
            <a:off x="6309360" y="3127248"/>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Market Glut Predictor</a:t>
            </a:r>
            <a:endParaRPr lang="en-US" sz="900" dirty="0"/>
          </a:p>
        </p:txBody>
      </p:sp>
      <p:sp>
        <p:nvSpPr>
          <p:cNvPr id="189" name="Text 187"/>
          <p:cNvSpPr/>
          <p:nvPr/>
        </p:nvSpPr>
        <p:spPr>
          <a:xfrm>
            <a:off x="9052560" y="1737360"/>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Cross-District Analytics</a:t>
            </a:r>
            <a:endParaRPr lang="en-US" sz="900" dirty="0"/>
          </a:p>
        </p:txBody>
      </p:sp>
      <p:sp>
        <p:nvSpPr>
          <p:cNvPr id="190" name="Text 188"/>
          <p:cNvSpPr/>
          <p:nvPr/>
        </p:nvSpPr>
        <p:spPr>
          <a:xfrm>
            <a:off x="9052560" y="2084832"/>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GeminiService.js</a:t>
            </a:r>
            <a:endParaRPr lang="en-US" sz="900" dirty="0"/>
          </a:p>
        </p:txBody>
      </p:sp>
      <p:sp>
        <p:nvSpPr>
          <p:cNvPr id="191" name="Text 189"/>
          <p:cNvSpPr/>
          <p:nvPr/>
        </p:nvSpPr>
        <p:spPr>
          <a:xfrm>
            <a:off x="9052560" y="2432304"/>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AgriStack Connector</a:t>
            </a:r>
            <a:endParaRPr lang="en-US" sz="900" dirty="0"/>
          </a:p>
        </p:txBody>
      </p:sp>
      <p:sp>
        <p:nvSpPr>
          <p:cNvPr id="192" name="Text 190"/>
          <p:cNvSpPr/>
          <p:nvPr/>
        </p:nvSpPr>
        <p:spPr>
          <a:xfrm>
            <a:off x="9052560" y="2779776"/>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Prompt Engineering</a:t>
            </a:r>
            <a:endParaRPr lang="en-US" sz="900" dirty="0"/>
          </a:p>
        </p:txBody>
      </p:sp>
      <p:sp>
        <p:nvSpPr>
          <p:cNvPr id="193" name="Text 191"/>
          <p:cNvSpPr/>
          <p:nvPr/>
        </p:nvSpPr>
        <p:spPr>
          <a:xfrm>
            <a:off x="9052560" y="3127248"/>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Context-aware advisory</a:t>
            </a:r>
            <a:endParaRPr lang="en-US" sz="900" dirty="0"/>
          </a:p>
        </p:txBody>
      </p:sp>
      <p:sp>
        <p:nvSpPr>
          <p:cNvPr id="194" name="Shape 192"/>
          <p:cNvSpPr/>
          <p:nvPr/>
        </p:nvSpPr>
        <p:spPr>
          <a:xfrm>
            <a:off x="274320" y="3840480"/>
            <a:ext cx="5669280" cy="2423160"/>
          </a:xfrm>
          <a:prstGeom prst="rect">
            <a:avLst/>
          </a:prstGeom>
          <a:solidFill>
            <a:srgbClr val="1A0B05"/>
          </a:solidFill>
          <a:ln w="19050">
            <a:solidFill>
              <a:srgbClr val="FF6B35"/>
            </a:solidFill>
            <a:prstDash val="solid"/>
          </a:ln>
          <a:effectLst>
            <a:outerShdw sx="100000" sy="100000" kx="0" ky="0" algn="bl" rotWithShape="0" blurRad="254000" dist="50800" dir="16200000">
              <a:srgbClr val="FF6B35">
                <a:alpha val="50000"/>
              </a:srgbClr>
            </a:outerShdw>
          </a:effectLst>
        </p:spPr>
      </p:sp>
      <p:sp>
        <p:nvSpPr>
          <p:cNvPr id="195" name="Shape 193"/>
          <p:cNvSpPr/>
          <p:nvPr/>
        </p:nvSpPr>
        <p:spPr>
          <a:xfrm>
            <a:off x="274320" y="3840480"/>
            <a:ext cx="5669280" cy="438912"/>
          </a:xfrm>
          <a:prstGeom prst="rect">
            <a:avLst/>
          </a:prstGeom>
          <a:solidFill>
            <a:srgbClr val="FF6B35"/>
          </a:solidFill>
          <a:ln/>
        </p:spPr>
      </p:sp>
      <p:sp>
        <p:nvSpPr>
          <p:cNvPr id="196" name="Text 194"/>
          <p:cNvSpPr/>
          <p:nvPr/>
        </p:nvSpPr>
        <p:spPr>
          <a:xfrm>
            <a:off x="274320" y="3840480"/>
            <a:ext cx="5669280" cy="438912"/>
          </a:xfrm>
          <a:prstGeom prst="rect">
            <a:avLst/>
          </a:prstGeom>
          <a:noFill/>
          <a:ln/>
        </p:spPr>
        <p:txBody>
          <a:bodyPr wrap="square" rtlCol="0" anchor="ctr"/>
          <a:lstStyle/>
          <a:p>
            <a:pPr algn="ctr" indent="0" marL="0">
              <a:buNone/>
            </a:pPr>
            <a:r>
              <a:rPr lang="en-US" sz="1300" b="1" dirty="0">
                <a:solidFill>
                  <a:srgbClr val="020806"/>
                </a:solidFill>
                <a:latin typeface="Trebuchet MS" pitchFamily="34" charset="0"/>
                <a:ea typeface="Trebuchet MS" pitchFamily="34" charset="-122"/>
                <a:cs typeface="Trebuchet MS" pitchFamily="34" charset="-120"/>
              </a:rPr>
              <a:t>⚙️ BACKEND</a:t>
            </a:r>
            <a:endParaRPr lang="en-US" sz="1300" dirty="0"/>
          </a:p>
        </p:txBody>
      </p:sp>
      <p:sp>
        <p:nvSpPr>
          <p:cNvPr id="197" name="Text 195"/>
          <p:cNvSpPr/>
          <p:nvPr/>
        </p:nvSpPr>
        <p:spPr>
          <a:xfrm>
            <a:off x="365760" y="4343400"/>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Node.js + Express</a:t>
            </a:r>
            <a:endParaRPr lang="en-US" sz="900" dirty="0"/>
          </a:p>
        </p:txBody>
      </p:sp>
      <p:sp>
        <p:nvSpPr>
          <p:cNvPr id="198" name="Text 196"/>
          <p:cNvSpPr/>
          <p:nvPr/>
        </p:nvSpPr>
        <p:spPr>
          <a:xfrm>
            <a:off x="365760" y="4690872"/>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FastAPI 0.129.0</a:t>
            </a:r>
            <a:endParaRPr lang="en-US" sz="900" dirty="0"/>
          </a:p>
        </p:txBody>
      </p:sp>
      <p:sp>
        <p:nvSpPr>
          <p:cNvPr id="199" name="Text 197"/>
          <p:cNvSpPr/>
          <p:nvPr/>
        </p:nvSpPr>
        <p:spPr>
          <a:xfrm>
            <a:off x="365760" y="5038344"/>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Uvicorn 0.34.0</a:t>
            </a:r>
            <a:endParaRPr lang="en-US" sz="900" dirty="0"/>
          </a:p>
        </p:txBody>
      </p:sp>
      <p:sp>
        <p:nvSpPr>
          <p:cNvPr id="200" name="Text 198"/>
          <p:cNvSpPr/>
          <p:nvPr/>
        </p:nvSpPr>
        <p:spPr>
          <a:xfrm>
            <a:off x="365760" y="5385816"/>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Pandas 2.3.3</a:t>
            </a:r>
            <a:endParaRPr lang="en-US" sz="900" dirty="0"/>
          </a:p>
        </p:txBody>
      </p:sp>
      <p:sp>
        <p:nvSpPr>
          <p:cNvPr id="201" name="Text 199"/>
          <p:cNvSpPr/>
          <p:nvPr/>
        </p:nvSpPr>
        <p:spPr>
          <a:xfrm>
            <a:off x="365760" y="5733288"/>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MongoDB + Mongoose</a:t>
            </a:r>
            <a:endParaRPr lang="en-US" sz="900" dirty="0"/>
          </a:p>
        </p:txBody>
      </p:sp>
      <p:sp>
        <p:nvSpPr>
          <p:cNvPr id="202" name="Text 200"/>
          <p:cNvSpPr/>
          <p:nvPr/>
        </p:nvSpPr>
        <p:spPr>
          <a:xfrm>
            <a:off x="3108960" y="4343400"/>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bcryptjs (Auth)</a:t>
            </a:r>
            <a:endParaRPr lang="en-US" sz="900" dirty="0"/>
          </a:p>
        </p:txBody>
      </p:sp>
      <p:sp>
        <p:nvSpPr>
          <p:cNvPr id="203" name="Text 201"/>
          <p:cNvSpPr/>
          <p:nvPr/>
        </p:nvSpPr>
        <p:spPr>
          <a:xfrm>
            <a:off x="3108960" y="4690872"/>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jsonwebtoken JWT</a:t>
            </a:r>
            <a:endParaRPr lang="en-US" sz="900" dirty="0"/>
          </a:p>
        </p:txBody>
      </p:sp>
      <p:sp>
        <p:nvSpPr>
          <p:cNvPr id="204" name="Text 202"/>
          <p:cNvSpPr/>
          <p:nvPr/>
        </p:nvSpPr>
        <p:spPr>
          <a:xfrm>
            <a:off x="3108960" y="5038344"/>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CORS Middleware</a:t>
            </a:r>
            <a:endParaRPr lang="en-US" sz="900" dirty="0"/>
          </a:p>
        </p:txBody>
      </p:sp>
      <p:sp>
        <p:nvSpPr>
          <p:cNvPr id="205" name="Text 203"/>
          <p:cNvSpPr/>
          <p:nvPr/>
        </p:nvSpPr>
        <p:spPr>
          <a:xfrm>
            <a:off x="3108960" y="5385816"/>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Python 3.11</a:t>
            </a:r>
            <a:endParaRPr lang="en-US" sz="900" dirty="0"/>
          </a:p>
        </p:txBody>
      </p:sp>
      <p:sp>
        <p:nvSpPr>
          <p:cNvPr id="206" name="Text 204"/>
          <p:cNvSpPr/>
          <p:nvPr/>
        </p:nvSpPr>
        <p:spPr>
          <a:xfrm>
            <a:off x="3108960" y="5733288"/>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REST API Design</a:t>
            </a:r>
            <a:endParaRPr lang="en-US" sz="900" dirty="0"/>
          </a:p>
        </p:txBody>
      </p:sp>
      <p:sp>
        <p:nvSpPr>
          <p:cNvPr id="207" name="Shape 205"/>
          <p:cNvSpPr/>
          <p:nvPr/>
        </p:nvSpPr>
        <p:spPr>
          <a:xfrm>
            <a:off x="6217920" y="3840480"/>
            <a:ext cx="5669280" cy="2423160"/>
          </a:xfrm>
          <a:prstGeom prst="rect">
            <a:avLst/>
          </a:prstGeom>
          <a:solidFill>
            <a:srgbClr val="100018"/>
          </a:solidFill>
          <a:ln w="19050">
            <a:solidFill>
              <a:srgbClr val="B44FFF"/>
            </a:solidFill>
            <a:prstDash val="solid"/>
          </a:ln>
          <a:effectLst>
            <a:outerShdw sx="100000" sy="100000" kx="0" ky="0" algn="bl" rotWithShape="0" blurRad="254000" dist="50800" dir="16200000">
              <a:srgbClr val="B44FFF">
                <a:alpha val="50000"/>
              </a:srgbClr>
            </a:outerShdw>
          </a:effectLst>
        </p:spPr>
      </p:sp>
      <p:sp>
        <p:nvSpPr>
          <p:cNvPr id="208" name="Shape 206"/>
          <p:cNvSpPr/>
          <p:nvPr/>
        </p:nvSpPr>
        <p:spPr>
          <a:xfrm>
            <a:off x="6217920" y="3840480"/>
            <a:ext cx="5669280" cy="438912"/>
          </a:xfrm>
          <a:prstGeom prst="rect">
            <a:avLst/>
          </a:prstGeom>
          <a:solidFill>
            <a:srgbClr val="B44FFF"/>
          </a:solidFill>
          <a:ln/>
        </p:spPr>
      </p:sp>
      <p:sp>
        <p:nvSpPr>
          <p:cNvPr id="209" name="Text 207"/>
          <p:cNvSpPr/>
          <p:nvPr/>
        </p:nvSpPr>
        <p:spPr>
          <a:xfrm>
            <a:off x="6217920" y="3840480"/>
            <a:ext cx="5669280" cy="438912"/>
          </a:xfrm>
          <a:prstGeom prst="rect">
            <a:avLst/>
          </a:prstGeom>
          <a:noFill/>
          <a:ln/>
        </p:spPr>
        <p:txBody>
          <a:bodyPr wrap="square" rtlCol="0" anchor="ctr"/>
          <a:lstStyle/>
          <a:p>
            <a:pPr algn="ctr" indent="0" marL="0">
              <a:buNone/>
            </a:pPr>
            <a:r>
              <a:rPr lang="en-US" sz="1300" b="1" dirty="0">
                <a:solidFill>
                  <a:srgbClr val="020806"/>
                </a:solidFill>
                <a:latin typeface="Trebuchet MS" pitchFamily="34" charset="0"/>
                <a:ea typeface="Trebuchet MS" pitchFamily="34" charset="-122"/>
                <a:cs typeface="Trebuchet MS" pitchFamily="34" charset="-120"/>
              </a:rPr>
              <a:t>☁️ INFRA &amp; I18N</a:t>
            </a:r>
            <a:endParaRPr lang="en-US" sz="1300" dirty="0"/>
          </a:p>
        </p:txBody>
      </p:sp>
      <p:sp>
        <p:nvSpPr>
          <p:cNvPr id="210" name="Text 208"/>
          <p:cNvSpPr/>
          <p:nvPr/>
        </p:nvSpPr>
        <p:spPr>
          <a:xfrm>
            <a:off x="6309360" y="4343400"/>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Vercel (Frontend CDN)</a:t>
            </a:r>
            <a:endParaRPr lang="en-US" sz="900" dirty="0"/>
          </a:p>
        </p:txBody>
      </p:sp>
      <p:sp>
        <p:nvSpPr>
          <p:cNvPr id="211" name="Text 209"/>
          <p:cNvSpPr/>
          <p:nvPr/>
        </p:nvSpPr>
        <p:spPr>
          <a:xfrm>
            <a:off x="6309360" y="4690872"/>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Render (FastAPI host)</a:t>
            </a:r>
            <a:endParaRPr lang="en-US" sz="900" dirty="0"/>
          </a:p>
        </p:txBody>
      </p:sp>
      <p:sp>
        <p:nvSpPr>
          <p:cNvPr id="212" name="Text 210"/>
          <p:cNvSpPr/>
          <p:nvPr/>
        </p:nvSpPr>
        <p:spPr>
          <a:xfrm>
            <a:off x="6309360" y="5038344"/>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i18next ^25.8.7</a:t>
            </a:r>
            <a:endParaRPr lang="en-US" sz="900" dirty="0"/>
          </a:p>
        </p:txBody>
      </p:sp>
      <p:sp>
        <p:nvSpPr>
          <p:cNvPr id="213" name="Text 211"/>
          <p:cNvSpPr/>
          <p:nvPr/>
        </p:nvSpPr>
        <p:spPr>
          <a:xfrm>
            <a:off x="6309360" y="5385816"/>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react-i18next ^16.5.4</a:t>
            </a:r>
            <a:endParaRPr lang="en-US" sz="900" dirty="0"/>
          </a:p>
        </p:txBody>
      </p:sp>
      <p:sp>
        <p:nvSpPr>
          <p:cNvPr id="214" name="Text 212"/>
          <p:cNvSpPr/>
          <p:nvPr/>
        </p:nvSpPr>
        <p:spPr>
          <a:xfrm>
            <a:off x="6309360" y="5733288"/>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6-Language Support</a:t>
            </a:r>
            <a:endParaRPr lang="en-US" sz="900" dirty="0"/>
          </a:p>
        </p:txBody>
      </p:sp>
      <p:sp>
        <p:nvSpPr>
          <p:cNvPr id="215" name="Text 213"/>
          <p:cNvSpPr/>
          <p:nvPr/>
        </p:nvSpPr>
        <p:spPr>
          <a:xfrm>
            <a:off x="9052560" y="4343400"/>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Context API (AuthCtx)</a:t>
            </a:r>
            <a:endParaRPr lang="en-US" sz="900" dirty="0"/>
          </a:p>
        </p:txBody>
      </p:sp>
      <p:sp>
        <p:nvSpPr>
          <p:cNvPr id="216" name="Text 214"/>
          <p:cNvSpPr/>
          <p:nvPr/>
        </p:nvSpPr>
        <p:spPr>
          <a:xfrm>
            <a:off x="9052560" y="4690872"/>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CSS Variables System</a:t>
            </a:r>
            <a:endParaRPr lang="en-US" sz="900" dirty="0"/>
          </a:p>
        </p:txBody>
      </p:sp>
      <p:sp>
        <p:nvSpPr>
          <p:cNvPr id="217" name="Text 215"/>
          <p:cNvSpPr/>
          <p:nvPr/>
        </p:nvSpPr>
        <p:spPr>
          <a:xfrm>
            <a:off x="9052560" y="5038344"/>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PWA Ready</a:t>
            </a:r>
            <a:endParaRPr lang="en-US" sz="900" dirty="0"/>
          </a:p>
        </p:txBody>
      </p:sp>
      <p:sp>
        <p:nvSpPr>
          <p:cNvPr id="218" name="Text 216"/>
          <p:cNvSpPr/>
          <p:nvPr/>
        </p:nvSpPr>
        <p:spPr>
          <a:xfrm>
            <a:off x="9052560" y="5385816"/>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GitHub CI/CD</a:t>
            </a:r>
            <a:endParaRPr lang="en-US" sz="900" dirty="0"/>
          </a:p>
        </p:txBody>
      </p:sp>
      <p:sp>
        <p:nvSpPr>
          <p:cNvPr id="219" name="Text 217"/>
          <p:cNvSpPr/>
          <p:nvPr/>
        </p:nvSpPr>
        <p:spPr>
          <a:xfrm>
            <a:off x="9052560" y="5733288"/>
            <a:ext cx="2651760" cy="32004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 WCAG 2.1 AA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D0A"/>
        </a:solidFill>
      </p:bgPr>
    </p:bg>
    <p:spTree>
      <p:nvGrpSpPr>
        <p:cNvPr id="1" name=""/>
        <p:cNvGrpSpPr/>
        <p:nvPr/>
      </p:nvGrpSpPr>
      <p:grpSpPr>
        <a:xfrm>
          <a:off x="0" y="0"/>
          <a:ext cx="0" cy="0"/>
          <a:chOff x="0" y="0"/>
          <a:chExt cx="0" cy="0"/>
        </a:xfrm>
      </p:grpSpPr>
      <p:sp>
        <p:nvSpPr>
          <p:cNvPr id="2" name="Shape 0"/>
          <p:cNvSpPr/>
          <p:nvPr/>
        </p:nvSpPr>
        <p:spPr>
          <a:xfrm>
            <a:off x="0" y="0"/>
            <a:ext cx="457200" cy="9144"/>
          </a:xfrm>
          <a:prstGeom prst="rect">
            <a:avLst/>
          </a:prstGeom>
          <a:solidFill>
            <a:srgbClr val="1A3A2A"/>
          </a:solidFill>
          <a:ln w="12700">
            <a:solidFill>
              <a:srgbClr val="1A3A2A"/>
            </a:solidFill>
            <a:prstDash val="solid"/>
          </a:ln>
        </p:spPr>
      </p:sp>
      <p:sp>
        <p:nvSpPr>
          <p:cNvPr id="3" name="Shape 1"/>
          <p:cNvSpPr/>
          <p:nvPr/>
        </p:nvSpPr>
        <p:spPr>
          <a:xfrm>
            <a:off x="594360" y="0"/>
            <a:ext cx="457200" cy="9144"/>
          </a:xfrm>
          <a:prstGeom prst="rect">
            <a:avLst/>
          </a:prstGeom>
          <a:solidFill>
            <a:srgbClr val="1A3A2A"/>
          </a:solidFill>
          <a:ln w="12700">
            <a:solidFill>
              <a:srgbClr val="1A3A2A"/>
            </a:solidFill>
            <a:prstDash val="solid"/>
          </a:ln>
        </p:spPr>
      </p:sp>
      <p:sp>
        <p:nvSpPr>
          <p:cNvPr id="4" name="Shape 2"/>
          <p:cNvSpPr/>
          <p:nvPr/>
        </p:nvSpPr>
        <p:spPr>
          <a:xfrm>
            <a:off x="1188720" y="0"/>
            <a:ext cx="457200" cy="9144"/>
          </a:xfrm>
          <a:prstGeom prst="rect">
            <a:avLst/>
          </a:prstGeom>
          <a:solidFill>
            <a:srgbClr val="1A3A2A"/>
          </a:solidFill>
          <a:ln w="12700">
            <a:solidFill>
              <a:srgbClr val="1A3A2A"/>
            </a:solidFill>
            <a:prstDash val="solid"/>
          </a:ln>
        </p:spPr>
      </p:sp>
      <p:sp>
        <p:nvSpPr>
          <p:cNvPr id="5" name="Shape 3"/>
          <p:cNvSpPr/>
          <p:nvPr/>
        </p:nvSpPr>
        <p:spPr>
          <a:xfrm>
            <a:off x="1783080" y="0"/>
            <a:ext cx="457200" cy="9144"/>
          </a:xfrm>
          <a:prstGeom prst="rect">
            <a:avLst/>
          </a:prstGeom>
          <a:solidFill>
            <a:srgbClr val="1A3A2A"/>
          </a:solidFill>
          <a:ln w="12700">
            <a:solidFill>
              <a:srgbClr val="1A3A2A"/>
            </a:solidFill>
            <a:prstDash val="solid"/>
          </a:ln>
        </p:spPr>
      </p:sp>
      <p:sp>
        <p:nvSpPr>
          <p:cNvPr id="6" name="Shape 4"/>
          <p:cNvSpPr/>
          <p:nvPr/>
        </p:nvSpPr>
        <p:spPr>
          <a:xfrm>
            <a:off x="2377440" y="0"/>
            <a:ext cx="457200" cy="9144"/>
          </a:xfrm>
          <a:prstGeom prst="rect">
            <a:avLst/>
          </a:prstGeom>
          <a:solidFill>
            <a:srgbClr val="1A3A2A"/>
          </a:solidFill>
          <a:ln w="12700">
            <a:solidFill>
              <a:srgbClr val="1A3A2A"/>
            </a:solidFill>
            <a:prstDash val="solid"/>
          </a:ln>
        </p:spPr>
      </p:sp>
      <p:sp>
        <p:nvSpPr>
          <p:cNvPr id="7" name="Shape 5"/>
          <p:cNvSpPr/>
          <p:nvPr/>
        </p:nvSpPr>
        <p:spPr>
          <a:xfrm>
            <a:off x="2971800" y="0"/>
            <a:ext cx="457200" cy="9144"/>
          </a:xfrm>
          <a:prstGeom prst="rect">
            <a:avLst/>
          </a:prstGeom>
          <a:solidFill>
            <a:srgbClr val="1A3A2A"/>
          </a:solidFill>
          <a:ln w="12700">
            <a:solidFill>
              <a:srgbClr val="1A3A2A"/>
            </a:solidFill>
            <a:prstDash val="solid"/>
          </a:ln>
        </p:spPr>
      </p:sp>
      <p:sp>
        <p:nvSpPr>
          <p:cNvPr id="8" name="Shape 6"/>
          <p:cNvSpPr/>
          <p:nvPr/>
        </p:nvSpPr>
        <p:spPr>
          <a:xfrm>
            <a:off x="3566160" y="0"/>
            <a:ext cx="457200" cy="9144"/>
          </a:xfrm>
          <a:prstGeom prst="rect">
            <a:avLst/>
          </a:prstGeom>
          <a:solidFill>
            <a:srgbClr val="1A3A2A"/>
          </a:solidFill>
          <a:ln w="12700">
            <a:solidFill>
              <a:srgbClr val="1A3A2A"/>
            </a:solidFill>
            <a:prstDash val="solid"/>
          </a:ln>
        </p:spPr>
      </p:sp>
      <p:sp>
        <p:nvSpPr>
          <p:cNvPr id="9" name="Shape 7"/>
          <p:cNvSpPr/>
          <p:nvPr/>
        </p:nvSpPr>
        <p:spPr>
          <a:xfrm>
            <a:off x="4160520" y="0"/>
            <a:ext cx="457200" cy="9144"/>
          </a:xfrm>
          <a:prstGeom prst="rect">
            <a:avLst/>
          </a:prstGeom>
          <a:solidFill>
            <a:srgbClr val="1A3A2A"/>
          </a:solidFill>
          <a:ln w="12700">
            <a:solidFill>
              <a:srgbClr val="1A3A2A"/>
            </a:solidFill>
            <a:prstDash val="solid"/>
          </a:ln>
        </p:spPr>
      </p:sp>
      <p:sp>
        <p:nvSpPr>
          <p:cNvPr id="10" name="Shape 8"/>
          <p:cNvSpPr/>
          <p:nvPr/>
        </p:nvSpPr>
        <p:spPr>
          <a:xfrm>
            <a:off x="4754880" y="0"/>
            <a:ext cx="457200" cy="9144"/>
          </a:xfrm>
          <a:prstGeom prst="rect">
            <a:avLst/>
          </a:prstGeom>
          <a:solidFill>
            <a:srgbClr val="1A3A2A"/>
          </a:solidFill>
          <a:ln w="12700">
            <a:solidFill>
              <a:srgbClr val="1A3A2A"/>
            </a:solidFill>
            <a:prstDash val="solid"/>
          </a:ln>
        </p:spPr>
      </p:sp>
      <p:sp>
        <p:nvSpPr>
          <p:cNvPr id="11" name="Shape 9"/>
          <p:cNvSpPr/>
          <p:nvPr/>
        </p:nvSpPr>
        <p:spPr>
          <a:xfrm>
            <a:off x="5349240" y="0"/>
            <a:ext cx="457200" cy="9144"/>
          </a:xfrm>
          <a:prstGeom prst="rect">
            <a:avLst/>
          </a:prstGeom>
          <a:solidFill>
            <a:srgbClr val="1A3A2A"/>
          </a:solidFill>
          <a:ln w="12700">
            <a:solidFill>
              <a:srgbClr val="1A3A2A"/>
            </a:solidFill>
            <a:prstDash val="solid"/>
          </a:ln>
        </p:spPr>
      </p:sp>
      <p:sp>
        <p:nvSpPr>
          <p:cNvPr id="12" name="Shape 10"/>
          <p:cNvSpPr/>
          <p:nvPr/>
        </p:nvSpPr>
        <p:spPr>
          <a:xfrm>
            <a:off x="5943600" y="0"/>
            <a:ext cx="457200" cy="9144"/>
          </a:xfrm>
          <a:prstGeom prst="rect">
            <a:avLst/>
          </a:prstGeom>
          <a:solidFill>
            <a:srgbClr val="1A3A2A"/>
          </a:solidFill>
          <a:ln w="12700">
            <a:solidFill>
              <a:srgbClr val="1A3A2A"/>
            </a:solidFill>
            <a:prstDash val="solid"/>
          </a:ln>
        </p:spPr>
      </p:sp>
      <p:sp>
        <p:nvSpPr>
          <p:cNvPr id="13" name="Shape 11"/>
          <p:cNvSpPr/>
          <p:nvPr/>
        </p:nvSpPr>
        <p:spPr>
          <a:xfrm>
            <a:off x="6537960" y="0"/>
            <a:ext cx="457200" cy="9144"/>
          </a:xfrm>
          <a:prstGeom prst="rect">
            <a:avLst/>
          </a:prstGeom>
          <a:solidFill>
            <a:srgbClr val="1A3A2A"/>
          </a:solidFill>
          <a:ln w="12700">
            <a:solidFill>
              <a:srgbClr val="1A3A2A"/>
            </a:solidFill>
            <a:prstDash val="solid"/>
          </a:ln>
        </p:spPr>
      </p:sp>
      <p:sp>
        <p:nvSpPr>
          <p:cNvPr id="14" name="Shape 12"/>
          <p:cNvSpPr/>
          <p:nvPr/>
        </p:nvSpPr>
        <p:spPr>
          <a:xfrm>
            <a:off x="7132320" y="0"/>
            <a:ext cx="457200" cy="9144"/>
          </a:xfrm>
          <a:prstGeom prst="rect">
            <a:avLst/>
          </a:prstGeom>
          <a:solidFill>
            <a:srgbClr val="1A3A2A"/>
          </a:solidFill>
          <a:ln w="12700">
            <a:solidFill>
              <a:srgbClr val="1A3A2A"/>
            </a:solidFill>
            <a:prstDash val="solid"/>
          </a:ln>
        </p:spPr>
      </p:sp>
      <p:sp>
        <p:nvSpPr>
          <p:cNvPr id="15" name="Shape 13"/>
          <p:cNvSpPr/>
          <p:nvPr/>
        </p:nvSpPr>
        <p:spPr>
          <a:xfrm>
            <a:off x="7726680" y="0"/>
            <a:ext cx="457200" cy="9144"/>
          </a:xfrm>
          <a:prstGeom prst="rect">
            <a:avLst/>
          </a:prstGeom>
          <a:solidFill>
            <a:srgbClr val="1A3A2A"/>
          </a:solidFill>
          <a:ln w="12700">
            <a:solidFill>
              <a:srgbClr val="1A3A2A"/>
            </a:solidFill>
            <a:prstDash val="solid"/>
          </a:ln>
        </p:spPr>
      </p:sp>
      <p:sp>
        <p:nvSpPr>
          <p:cNvPr id="16" name="Shape 14"/>
          <p:cNvSpPr/>
          <p:nvPr/>
        </p:nvSpPr>
        <p:spPr>
          <a:xfrm>
            <a:off x="8321040" y="0"/>
            <a:ext cx="457200" cy="9144"/>
          </a:xfrm>
          <a:prstGeom prst="rect">
            <a:avLst/>
          </a:prstGeom>
          <a:solidFill>
            <a:srgbClr val="1A3A2A"/>
          </a:solidFill>
          <a:ln w="12700">
            <a:solidFill>
              <a:srgbClr val="1A3A2A"/>
            </a:solidFill>
            <a:prstDash val="solid"/>
          </a:ln>
        </p:spPr>
      </p:sp>
      <p:sp>
        <p:nvSpPr>
          <p:cNvPr id="17" name="Shape 15"/>
          <p:cNvSpPr/>
          <p:nvPr/>
        </p:nvSpPr>
        <p:spPr>
          <a:xfrm>
            <a:off x="8915400" y="0"/>
            <a:ext cx="457200" cy="9144"/>
          </a:xfrm>
          <a:prstGeom prst="rect">
            <a:avLst/>
          </a:prstGeom>
          <a:solidFill>
            <a:srgbClr val="1A3A2A"/>
          </a:solidFill>
          <a:ln w="12700">
            <a:solidFill>
              <a:srgbClr val="1A3A2A"/>
            </a:solidFill>
            <a:prstDash val="solid"/>
          </a:ln>
        </p:spPr>
      </p:sp>
      <p:sp>
        <p:nvSpPr>
          <p:cNvPr id="18" name="Shape 16"/>
          <p:cNvSpPr/>
          <p:nvPr/>
        </p:nvSpPr>
        <p:spPr>
          <a:xfrm>
            <a:off x="9509760" y="0"/>
            <a:ext cx="457200" cy="9144"/>
          </a:xfrm>
          <a:prstGeom prst="rect">
            <a:avLst/>
          </a:prstGeom>
          <a:solidFill>
            <a:srgbClr val="1A3A2A"/>
          </a:solidFill>
          <a:ln w="12700">
            <a:solidFill>
              <a:srgbClr val="1A3A2A"/>
            </a:solidFill>
            <a:prstDash val="solid"/>
          </a:ln>
        </p:spPr>
      </p:sp>
      <p:sp>
        <p:nvSpPr>
          <p:cNvPr id="19" name="Shape 17"/>
          <p:cNvSpPr/>
          <p:nvPr/>
        </p:nvSpPr>
        <p:spPr>
          <a:xfrm>
            <a:off x="10104120" y="0"/>
            <a:ext cx="457200" cy="9144"/>
          </a:xfrm>
          <a:prstGeom prst="rect">
            <a:avLst/>
          </a:prstGeom>
          <a:solidFill>
            <a:srgbClr val="1A3A2A"/>
          </a:solidFill>
          <a:ln w="12700">
            <a:solidFill>
              <a:srgbClr val="1A3A2A"/>
            </a:solidFill>
            <a:prstDash val="solid"/>
          </a:ln>
        </p:spPr>
      </p:sp>
      <p:sp>
        <p:nvSpPr>
          <p:cNvPr id="20" name="Shape 18"/>
          <p:cNvSpPr/>
          <p:nvPr/>
        </p:nvSpPr>
        <p:spPr>
          <a:xfrm>
            <a:off x="10698480" y="0"/>
            <a:ext cx="457200" cy="9144"/>
          </a:xfrm>
          <a:prstGeom prst="rect">
            <a:avLst/>
          </a:prstGeom>
          <a:solidFill>
            <a:srgbClr val="1A3A2A"/>
          </a:solidFill>
          <a:ln w="12700">
            <a:solidFill>
              <a:srgbClr val="1A3A2A"/>
            </a:solidFill>
            <a:prstDash val="solid"/>
          </a:ln>
        </p:spPr>
      </p:sp>
      <p:sp>
        <p:nvSpPr>
          <p:cNvPr id="21" name="Shape 19"/>
          <p:cNvSpPr/>
          <p:nvPr/>
        </p:nvSpPr>
        <p:spPr>
          <a:xfrm>
            <a:off x="11292840" y="0"/>
            <a:ext cx="457200" cy="9144"/>
          </a:xfrm>
          <a:prstGeom prst="rect">
            <a:avLst/>
          </a:prstGeom>
          <a:solidFill>
            <a:srgbClr val="1A3A2A"/>
          </a:solidFill>
          <a:ln w="12700">
            <a:solidFill>
              <a:srgbClr val="1A3A2A"/>
            </a:solidFill>
            <a:prstDash val="solid"/>
          </a:ln>
        </p:spPr>
      </p:sp>
      <p:sp>
        <p:nvSpPr>
          <p:cNvPr id="22" name="Shape 20"/>
          <p:cNvSpPr/>
          <p:nvPr/>
        </p:nvSpPr>
        <p:spPr>
          <a:xfrm>
            <a:off x="292608" y="502920"/>
            <a:ext cx="457200" cy="9144"/>
          </a:xfrm>
          <a:prstGeom prst="rect">
            <a:avLst/>
          </a:prstGeom>
          <a:solidFill>
            <a:srgbClr val="1A3A2A"/>
          </a:solidFill>
          <a:ln w="12700">
            <a:solidFill>
              <a:srgbClr val="1A3A2A"/>
            </a:solidFill>
            <a:prstDash val="solid"/>
          </a:ln>
        </p:spPr>
      </p:sp>
      <p:sp>
        <p:nvSpPr>
          <p:cNvPr id="23" name="Shape 21"/>
          <p:cNvSpPr/>
          <p:nvPr/>
        </p:nvSpPr>
        <p:spPr>
          <a:xfrm>
            <a:off x="886968" y="502920"/>
            <a:ext cx="457200" cy="9144"/>
          </a:xfrm>
          <a:prstGeom prst="rect">
            <a:avLst/>
          </a:prstGeom>
          <a:solidFill>
            <a:srgbClr val="1A3A2A"/>
          </a:solidFill>
          <a:ln w="12700">
            <a:solidFill>
              <a:srgbClr val="1A3A2A"/>
            </a:solidFill>
            <a:prstDash val="solid"/>
          </a:ln>
        </p:spPr>
      </p:sp>
      <p:sp>
        <p:nvSpPr>
          <p:cNvPr id="24" name="Shape 22"/>
          <p:cNvSpPr/>
          <p:nvPr/>
        </p:nvSpPr>
        <p:spPr>
          <a:xfrm>
            <a:off x="1481328" y="502920"/>
            <a:ext cx="457200" cy="9144"/>
          </a:xfrm>
          <a:prstGeom prst="rect">
            <a:avLst/>
          </a:prstGeom>
          <a:solidFill>
            <a:srgbClr val="1A3A2A"/>
          </a:solidFill>
          <a:ln w="12700">
            <a:solidFill>
              <a:srgbClr val="1A3A2A"/>
            </a:solidFill>
            <a:prstDash val="solid"/>
          </a:ln>
        </p:spPr>
      </p:sp>
      <p:sp>
        <p:nvSpPr>
          <p:cNvPr id="25" name="Shape 23"/>
          <p:cNvSpPr/>
          <p:nvPr/>
        </p:nvSpPr>
        <p:spPr>
          <a:xfrm>
            <a:off x="2075688" y="502920"/>
            <a:ext cx="457200" cy="9144"/>
          </a:xfrm>
          <a:prstGeom prst="rect">
            <a:avLst/>
          </a:prstGeom>
          <a:solidFill>
            <a:srgbClr val="1A3A2A"/>
          </a:solidFill>
          <a:ln w="12700">
            <a:solidFill>
              <a:srgbClr val="1A3A2A"/>
            </a:solidFill>
            <a:prstDash val="solid"/>
          </a:ln>
        </p:spPr>
      </p:sp>
      <p:sp>
        <p:nvSpPr>
          <p:cNvPr id="26" name="Shape 24"/>
          <p:cNvSpPr/>
          <p:nvPr/>
        </p:nvSpPr>
        <p:spPr>
          <a:xfrm>
            <a:off x="2670048" y="502920"/>
            <a:ext cx="457200" cy="9144"/>
          </a:xfrm>
          <a:prstGeom prst="rect">
            <a:avLst/>
          </a:prstGeom>
          <a:solidFill>
            <a:srgbClr val="1A3A2A"/>
          </a:solidFill>
          <a:ln w="12700">
            <a:solidFill>
              <a:srgbClr val="1A3A2A"/>
            </a:solidFill>
            <a:prstDash val="solid"/>
          </a:ln>
        </p:spPr>
      </p:sp>
      <p:sp>
        <p:nvSpPr>
          <p:cNvPr id="27" name="Shape 25"/>
          <p:cNvSpPr/>
          <p:nvPr/>
        </p:nvSpPr>
        <p:spPr>
          <a:xfrm>
            <a:off x="3264408" y="502920"/>
            <a:ext cx="457200" cy="9144"/>
          </a:xfrm>
          <a:prstGeom prst="rect">
            <a:avLst/>
          </a:prstGeom>
          <a:solidFill>
            <a:srgbClr val="1A3A2A"/>
          </a:solidFill>
          <a:ln w="12700">
            <a:solidFill>
              <a:srgbClr val="1A3A2A"/>
            </a:solidFill>
            <a:prstDash val="solid"/>
          </a:ln>
        </p:spPr>
      </p:sp>
      <p:sp>
        <p:nvSpPr>
          <p:cNvPr id="28" name="Shape 26"/>
          <p:cNvSpPr/>
          <p:nvPr/>
        </p:nvSpPr>
        <p:spPr>
          <a:xfrm>
            <a:off x="3858768" y="502920"/>
            <a:ext cx="457200" cy="9144"/>
          </a:xfrm>
          <a:prstGeom prst="rect">
            <a:avLst/>
          </a:prstGeom>
          <a:solidFill>
            <a:srgbClr val="1A3A2A"/>
          </a:solidFill>
          <a:ln w="12700">
            <a:solidFill>
              <a:srgbClr val="1A3A2A"/>
            </a:solidFill>
            <a:prstDash val="solid"/>
          </a:ln>
        </p:spPr>
      </p:sp>
      <p:sp>
        <p:nvSpPr>
          <p:cNvPr id="29" name="Shape 27"/>
          <p:cNvSpPr/>
          <p:nvPr/>
        </p:nvSpPr>
        <p:spPr>
          <a:xfrm>
            <a:off x="4453128" y="502920"/>
            <a:ext cx="457200" cy="9144"/>
          </a:xfrm>
          <a:prstGeom prst="rect">
            <a:avLst/>
          </a:prstGeom>
          <a:solidFill>
            <a:srgbClr val="1A3A2A"/>
          </a:solidFill>
          <a:ln w="12700">
            <a:solidFill>
              <a:srgbClr val="1A3A2A"/>
            </a:solidFill>
            <a:prstDash val="solid"/>
          </a:ln>
        </p:spPr>
      </p:sp>
      <p:sp>
        <p:nvSpPr>
          <p:cNvPr id="30" name="Shape 28"/>
          <p:cNvSpPr/>
          <p:nvPr/>
        </p:nvSpPr>
        <p:spPr>
          <a:xfrm>
            <a:off x="5047488" y="502920"/>
            <a:ext cx="457200" cy="9144"/>
          </a:xfrm>
          <a:prstGeom prst="rect">
            <a:avLst/>
          </a:prstGeom>
          <a:solidFill>
            <a:srgbClr val="1A3A2A"/>
          </a:solidFill>
          <a:ln w="12700">
            <a:solidFill>
              <a:srgbClr val="1A3A2A"/>
            </a:solidFill>
            <a:prstDash val="solid"/>
          </a:ln>
        </p:spPr>
      </p:sp>
      <p:sp>
        <p:nvSpPr>
          <p:cNvPr id="31" name="Shape 29"/>
          <p:cNvSpPr/>
          <p:nvPr/>
        </p:nvSpPr>
        <p:spPr>
          <a:xfrm>
            <a:off x="5641848" y="502920"/>
            <a:ext cx="457200" cy="9144"/>
          </a:xfrm>
          <a:prstGeom prst="rect">
            <a:avLst/>
          </a:prstGeom>
          <a:solidFill>
            <a:srgbClr val="1A3A2A"/>
          </a:solidFill>
          <a:ln w="12700">
            <a:solidFill>
              <a:srgbClr val="1A3A2A"/>
            </a:solidFill>
            <a:prstDash val="solid"/>
          </a:ln>
        </p:spPr>
      </p:sp>
      <p:sp>
        <p:nvSpPr>
          <p:cNvPr id="32" name="Shape 30"/>
          <p:cNvSpPr/>
          <p:nvPr/>
        </p:nvSpPr>
        <p:spPr>
          <a:xfrm>
            <a:off x="6236208" y="502920"/>
            <a:ext cx="457200" cy="9144"/>
          </a:xfrm>
          <a:prstGeom prst="rect">
            <a:avLst/>
          </a:prstGeom>
          <a:solidFill>
            <a:srgbClr val="1A3A2A"/>
          </a:solidFill>
          <a:ln w="12700">
            <a:solidFill>
              <a:srgbClr val="1A3A2A"/>
            </a:solidFill>
            <a:prstDash val="solid"/>
          </a:ln>
        </p:spPr>
      </p:sp>
      <p:sp>
        <p:nvSpPr>
          <p:cNvPr id="33" name="Shape 31"/>
          <p:cNvSpPr/>
          <p:nvPr/>
        </p:nvSpPr>
        <p:spPr>
          <a:xfrm>
            <a:off x="6830568" y="502920"/>
            <a:ext cx="457200" cy="9144"/>
          </a:xfrm>
          <a:prstGeom prst="rect">
            <a:avLst/>
          </a:prstGeom>
          <a:solidFill>
            <a:srgbClr val="1A3A2A"/>
          </a:solidFill>
          <a:ln w="12700">
            <a:solidFill>
              <a:srgbClr val="1A3A2A"/>
            </a:solidFill>
            <a:prstDash val="solid"/>
          </a:ln>
        </p:spPr>
      </p:sp>
      <p:sp>
        <p:nvSpPr>
          <p:cNvPr id="34" name="Shape 32"/>
          <p:cNvSpPr/>
          <p:nvPr/>
        </p:nvSpPr>
        <p:spPr>
          <a:xfrm>
            <a:off x="7424928" y="502920"/>
            <a:ext cx="457200" cy="9144"/>
          </a:xfrm>
          <a:prstGeom prst="rect">
            <a:avLst/>
          </a:prstGeom>
          <a:solidFill>
            <a:srgbClr val="1A3A2A"/>
          </a:solidFill>
          <a:ln w="12700">
            <a:solidFill>
              <a:srgbClr val="1A3A2A"/>
            </a:solidFill>
            <a:prstDash val="solid"/>
          </a:ln>
        </p:spPr>
      </p:sp>
      <p:sp>
        <p:nvSpPr>
          <p:cNvPr id="35" name="Shape 33"/>
          <p:cNvSpPr/>
          <p:nvPr/>
        </p:nvSpPr>
        <p:spPr>
          <a:xfrm>
            <a:off x="8019288" y="502920"/>
            <a:ext cx="457200" cy="9144"/>
          </a:xfrm>
          <a:prstGeom prst="rect">
            <a:avLst/>
          </a:prstGeom>
          <a:solidFill>
            <a:srgbClr val="1A3A2A"/>
          </a:solidFill>
          <a:ln w="12700">
            <a:solidFill>
              <a:srgbClr val="1A3A2A"/>
            </a:solidFill>
            <a:prstDash val="solid"/>
          </a:ln>
        </p:spPr>
      </p:sp>
      <p:sp>
        <p:nvSpPr>
          <p:cNvPr id="36" name="Shape 34"/>
          <p:cNvSpPr/>
          <p:nvPr/>
        </p:nvSpPr>
        <p:spPr>
          <a:xfrm>
            <a:off x="8613648" y="502920"/>
            <a:ext cx="457200" cy="9144"/>
          </a:xfrm>
          <a:prstGeom prst="rect">
            <a:avLst/>
          </a:prstGeom>
          <a:solidFill>
            <a:srgbClr val="1A3A2A"/>
          </a:solidFill>
          <a:ln w="12700">
            <a:solidFill>
              <a:srgbClr val="1A3A2A"/>
            </a:solidFill>
            <a:prstDash val="solid"/>
          </a:ln>
        </p:spPr>
      </p:sp>
      <p:sp>
        <p:nvSpPr>
          <p:cNvPr id="37" name="Shape 35"/>
          <p:cNvSpPr/>
          <p:nvPr/>
        </p:nvSpPr>
        <p:spPr>
          <a:xfrm>
            <a:off x="9208008" y="502920"/>
            <a:ext cx="457200" cy="9144"/>
          </a:xfrm>
          <a:prstGeom prst="rect">
            <a:avLst/>
          </a:prstGeom>
          <a:solidFill>
            <a:srgbClr val="1A3A2A"/>
          </a:solidFill>
          <a:ln w="12700">
            <a:solidFill>
              <a:srgbClr val="1A3A2A"/>
            </a:solidFill>
            <a:prstDash val="solid"/>
          </a:ln>
        </p:spPr>
      </p:sp>
      <p:sp>
        <p:nvSpPr>
          <p:cNvPr id="38" name="Shape 36"/>
          <p:cNvSpPr/>
          <p:nvPr/>
        </p:nvSpPr>
        <p:spPr>
          <a:xfrm>
            <a:off x="9802368" y="502920"/>
            <a:ext cx="457200" cy="9144"/>
          </a:xfrm>
          <a:prstGeom prst="rect">
            <a:avLst/>
          </a:prstGeom>
          <a:solidFill>
            <a:srgbClr val="1A3A2A"/>
          </a:solidFill>
          <a:ln w="12700">
            <a:solidFill>
              <a:srgbClr val="1A3A2A"/>
            </a:solidFill>
            <a:prstDash val="solid"/>
          </a:ln>
        </p:spPr>
      </p:sp>
      <p:sp>
        <p:nvSpPr>
          <p:cNvPr id="39" name="Shape 37"/>
          <p:cNvSpPr/>
          <p:nvPr/>
        </p:nvSpPr>
        <p:spPr>
          <a:xfrm>
            <a:off x="10396728" y="502920"/>
            <a:ext cx="457200" cy="9144"/>
          </a:xfrm>
          <a:prstGeom prst="rect">
            <a:avLst/>
          </a:prstGeom>
          <a:solidFill>
            <a:srgbClr val="1A3A2A"/>
          </a:solidFill>
          <a:ln w="12700">
            <a:solidFill>
              <a:srgbClr val="1A3A2A"/>
            </a:solidFill>
            <a:prstDash val="solid"/>
          </a:ln>
        </p:spPr>
      </p:sp>
      <p:sp>
        <p:nvSpPr>
          <p:cNvPr id="40" name="Shape 38"/>
          <p:cNvSpPr/>
          <p:nvPr/>
        </p:nvSpPr>
        <p:spPr>
          <a:xfrm>
            <a:off x="10991088" y="502920"/>
            <a:ext cx="457200" cy="9144"/>
          </a:xfrm>
          <a:prstGeom prst="rect">
            <a:avLst/>
          </a:prstGeom>
          <a:solidFill>
            <a:srgbClr val="1A3A2A"/>
          </a:solidFill>
          <a:ln w="12700">
            <a:solidFill>
              <a:srgbClr val="1A3A2A"/>
            </a:solidFill>
            <a:prstDash val="solid"/>
          </a:ln>
        </p:spPr>
      </p:sp>
      <p:sp>
        <p:nvSpPr>
          <p:cNvPr id="41" name="Shape 39"/>
          <p:cNvSpPr/>
          <p:nvPr/>
        </p:nvSpPr>
        <p:spPr>
          <a:xfrm>
            <a:off x="11585448" y="502920"/>
            <a:ext cx="457200" cy="9144"/>
          </a:xfrm>
          <a:prstGeom prst="rect">
            <a:avLst/>
          </a:prstGeom>
          <a:solidFill>
            <a:srgbClr val="1A3A2A"/>
          </a:solidFill>
          <a:ln w="12700">
            <a:solidFill>
              <a:srgbClr val="1A3A2A"/>
            </a:solidFill>
            <a:prstDash val="solid"/>
          </a:ln>
        </p:spPr>
      </p:sp>
      <p:sp>
        <p:nvSpPr>
          <p:cNvPr id="42" name="Shape 40"/>
          <p:cNvSpPr/>
          <p:nvPr/>
        </p:nvSpPr>
        <p:spPr>
          <a:xfrm>
            <a:off x="0" y="1005840"/>
            <a:ext cx="457200" cy="9144"/>
          </a:xfrm>
          <a:prstGeom prst="rect">
            <a:avLst/>
          </a:prstGeom>
          <a:solidFill>
            <a:srgbClr val="1A3A2A"/>
          </a:solidFill>
          <a:ln w="12700">
            <a:solidFill>
              <a:srgbClr val="1A3A2A"/>
            </a:solidFill>
            <a:prstDash val="solid"/>
          </a:ln>
        </p:spPr>
      </p:sp>
      <p:sp>
        <p:nvSpPr>
          <p:cNvPr id="43" name="Shape 41"/>
          <p:cNvSpPr/>
          <p:nvPr/>
        </p:nvSpPr>
        <p:spPr>
          <a:xfrm>
            <a:off x="594360" y="1005840"/>
            <a:ext cx="457200" cy="9144"/>
          </a:xfrm>
          <a:prstGeom prst="rect">
            <a:avLst/>
          </a:prstGeom>
          <a:solidFill>
            <a:srgbClr val="1A3A2A"/>
          </a:solidFill>
          <a:ln w="12700">
            <a:solidFill>
              <a:srgbClr val="1A3A2A"/>
            </a:solidFill>
            <a:prstDash val="solid"/>
          </a:ln>
        </p:spPr>
      </p:sp>
      <p:sp>
        <p:nvSpPr>
          <p:cNvPr id="44" name="Shape 42"/>
          <p:cNvSpPr/>
          <p:nvPr/>
        </p:nvSpPr>
        <p:spPr>
          <a:xfrm>
            <a:off x="1188720" y="1005840"/>
            <a:ext cx="457200" cy="9144"/>
          </a:xfrm>
          <a:prstGeom prst="rect">
            <a:avLst/>
          </a:prstGeom>
          <a:solidFill>
            <a:srgbClr val="1A3A2A"/>
          </a:solidFill>
          <a:ln w="12700">
            <a:solidFill>
              <a:srgbClr val="1A3A2A"/>
            </a:solidFill>
            <a:prstDash val="solid"/>
          </a:ln>
        </p:spPr>
      </p:sp>
      <p:sp>
        <p:nvSpPr>
          <p:cNvPr id="45" name="Shape 43"/>
          <p:cNvSpPr/>
          <p:nvPr/>
        </p:nvSpPr>
        <p:spPr>
          <a:xfrm>
            <a:off x="1783080" y="1005840"/>
            <a:ext cx="457200" cy="9144"/>
          </a:xfrm>
          <a:prstGeom prst="rect">
            <a:avLst/>
          </a:prstGeom>
          <a:solidFill>
            <a:srgbClr val="1A3A2A"/>
          </a:solidFill>
          <a:ln w="12700">
            <a:solidFill>
              <a:srgbClr val="1A3A2A"/>
            </a:solidFill>
            <a:prstDash val="solid"/>
          </a:ln>
        </p:spPr>
      </p:sp>
      <p:sp>
        <p:nvSpPr>
          <p:cNvPr id="46" name="Shape 44"/>
          <p:cNvSpPr/>
          <p:nvPr/>
        </p:nvSpPr>
        <p:spPr>
          <a:xfrm>
            <a:off x="2377440" y="1005840"/>
            <a:ext cx="457200" cy="9144"/>
          </a:xfrm>
          <a:prstGeom prst="rect">
            <a:avLst/>
          </a:prstGeom>
          <a:solidFill>
            <a:srgbClr val="1A3A2A"/>
          </a:solidFill>
          <a:ln w="12700">
            <a:solidFill>
              <a:srgbClr val="1A3A2A"/>
            </a:solidFill>
            <a:prstDash val="solid"/>
          </a:ln>
        </p:spPr>
      </p:sp>
      <p:sp>
        <p:nvSpPr>
          <p:cNvPr id="47" name="Shape 45"/>
          <p:cNvSpPr/>
          <p:nvPr/>
        </p:nvSpPr>
        <p:spPr>
          <a:xfrm>
            <a:off x="2971800" y="1005840"/>
            <a:ext cx="457200" cy="9144"/>
          </a:xfrm>
          <a:prstGeom prst="rect">
            <a:avLst/>
          </a:prstGeom>
          <a:solidFill>
            <a:srgbClr val="1A3A2A"/>
          </a:solidFill>
          <a:ln w="12700">
            <a:solidFill>
              <a:srgbClr val="1A3A2A"/>
            </a:solidFill>
            <a:prstDash val="solid"/>
          </a:ln>
        </p:spPr>
      </p:sp>
      <p:sp>
        <p:nvSpPr>
          <p:cNvPr id="48" name="Shape 46"/>
          <p:cNvSpPr/>
          <p:nvPr/>
        </p:nvSpPr>
        <p:spPr>
          <a:xfrm>
            <a:off x="3566160" y="1005840"/>
            <a:ext cx="457200" cy="9144"/>
          </a:xfrm>
          <a:prstGeom prst="rect">
            <a:avLst/>
          </a:prstGeom>
          <a:solidFill>
            <a:srgbClr val="1A3A2A"/>
          </a:solidFill>
          <a:ln w="12700">
            <a:solidFill>
              <a:srgbClr val="1A3A2A"/>
            </a:solidFill>
            <a:prstDash val="solid"/>
          </a:ln>
        </p:spPr>
      </p:sp>
      <p:sp>
        <p:nvSpPr>
          <p:cNvPr id="49" name="Shape 47"/>
          <p:cNvSpPr/>
          <p:nvPr/>
        </p:nvSpPr>
        <p:spPr>
          <a:xfrm>
            <a:off x="4160520" y="1005840"/>
            <a:ext cx="457200" cy="9144"/>
          </a:xfrm>
          <a:prstGeom prst="rect">
            <a:avLst/>
          </a:prstGeom>
          <a:solidFill>
            <a:srgbClr val="1A3A2A"/>
          </a:solidFill>
          <a:ln w="12700">
            <a:solidFill>
              <a:srgbClr val="1A3A2A"/>
            </a:solidFill>
            <a:prstDash val="solid"/>
          </a:ln>
        </p:spPr>
      </p:sp>
      <p:sp>
        <p:nvSpPr>
          <p:cNvPr id="50" name="Shape 48"/>
          <p:cNvSpPr/>
          <p:nvPr/>
        </p:nvSpPr>
        <p:spPr>
          <a:xfrm>
            <a:off x="4754880" y="1005840"/>
            <a:ext cx="457200" cy="9144"/>
          </a:xfrm>
          <a:prstGeom prst="rect">
            <a:avLst/>
          </a:prstGeom>
          <a:solidFill>
            <a:srgbClr val="1A3A2A"/>
          </a:solidFill>
          <a:ln w="12700">
            <a:solidFill>
              <a:srgbClr val="1A3A2A"/>
            </a:solidFill>
            <a:prstDash val="solid"/>
          </a:ln>
        </p:spPr>
      </p:sp>
      <p:sp>
        <p:nvSpPr>
          <p:cNvPr id="51" name="Shape 49"/>
          <p:cNvSpPr/>
          <p:nvPr/>
        </p:nvSpPr>
        <p:spPr>
          <a:xfrm>
            <a:off x="5349240" y="1005840"/>
            <a:ext cx="457200" cy="9144"/>
          </a:xfrm>
          <a:prstGeom prst="rect">
            <a:avLst/>
          </a:prstGeom>
          <a:solidFill>
            <a:srgbClr val="1A3A2A"/>
          </a:solidFill>
          <a:ln w="12700">
            <a:solidFill>
              <a:srgbClr val="1A3A2A"/>
            </a:solidFill>
            <a:prstDash val="solid"/>
          </a:ln>
        </p:spPr>
      </p:sp>
      <p:sp>
        <p:nvSpPr>
          <p:cNvPr id="52" name="Shape 50"/>
          <p:cNvSpPr/>
          <p:nvPr/>
        </p:nvSpPr>
        <p:spPr>
          <a:xfrm>
            <a:off x="5943600" y="1005840"/>
            <a:ext cx="457200" cy="9144"/>
          </a:xfrm>
          <a:prstGeom prst="rect">
            <a:avLst/>
          </a:prstGeom>
          <a:solidFill>
            <a:srgbClr val="1A3A2A"/>
          </a:solidFill>
          <a:ln w="12700">
            <a:solidFill>
              <a:srgbClr val="1A3A2A"/>
            </a:solidFill>
            <a:prstDash val="solid"/>
          </a:ln>
        </p:spPr>
      </p:sp>
      <p:sp>
        <p:nvSpPr>
          <p:cNvPr id="53" name="Shape 51"/>
          <p:cNvSpPr/>
          <p:nvPr/>
        </p:nvSpPr>
        <p:spPr>
          <a:xfrm>
            <a:off x="6537960" y="1005840"/>
            <a:ext cx="457200" cy="9144"/>
          </a:xfrm>
          <a:prstGeom prst="rect">
            <a:avLst/>
          </a:prstGeom>
          <a:solidFill>
            <a:srgbClr val="1A3A2A"/>
          </a:solidFill>
          <a:ln w="12700">
            <a:solidFill>
              <a:srgbClr val="1A3A2A"/>
            </a:solidFill>
            <a:prstDash val="solid"/>
          </a:ln>
        </p:spPr>
      </p:sp>
      <p:sp>
        <p:nvSpPr>
          <p:cNvPr id="54" name="Shape 52"/>
          <p:cNvSpPr/>
          <p:nvPr/>
        </p:nvSpPr>
        <p:spPr>
          <a:xfrm>
            <a:off x="7132320" y="1005840"/>
            <a:ext cx="457200" cy="9144"/>
          </a:xfrm>
          <a:prstGeom prst="rect">
            <a:avLst/>
          </a:prstGeom>
          <a:solidFill>
            <a:srgbClr val="1A3A2A"/>
          </a:solidFill>
          <a:ln w="12700">
            <a:solidFill>
              <a:srgbClr val="1A3A2A"/>
            </a:solidFill>
            <a:prstDash val="solid"/>
          </a:ln>
        </p:spPr>
      </p:sp>
      <p:sp>
        <p:nvSpPr>
          <p:cNvPr id="55" name="Shape 53"/>
          <p:cNvSpPr/>
          <p:nvPr/>
        </p:nvSpPr>
        <p:spPr>
          <a:xfrm>
            <a:off x="7726680" y="1005840"/>
            <a:ext cx="457200" cy="9144"/>
          </a:xfrm>
          <a:prstGeom prst="rect">
            <a:avLst/>
          </a:prstGeom>
          <a:solidFill>
            <a:srgbClr val="1A3A2A"/>
          </a:solidFill>
          <a:ln w="12700">
            <a:solidFill>
              <a:srgbClr val="1A3A2A"/>
            </a:solidFill>
            <a:prstDash val="solid"/>
          </a:ln>
        </p:spPr>
      </p:sp>
      <p:sp>
        <p:nvSpPr>
          <p:cNvPr id="56" name="Shape 54"/>
          <p:cNvSpPr/>
          <p:nvPr/>
        </p:nvSpPr>
        <p:spPr>
          <a:xfrm>
            <a:off x="8321040" y="1005840"/>
            <a:ext cx="457200" cy="9144"/>
          </a:xfrm>
          <a:prstGeom prst="rect">
            <a:avLst/>
          </a:prstGeom>
          <a:solidFill>
            <a:srgbClr val="1A3A2A"/>
          </a:solidFill>
          <a:ln w="12700">
            <a:solidFill>
              <a:srgbClr val="1A3A2A"/>
            </a:solidFill>
            <a:prstDash val="solid"/>
          </a:ln>
        </p:spPr>
      </p:sp>
      <p:sp>
        <p:nvSpPr>
          <p:cNvPr id="57" name="Shape 55"/>
          <p:cNvSpPr/>
          <p:nvPr/>
        </p:nvSpPr>
        <p:spPr>
          <a:xfrm>
            <a:off x="8915400" y="1005840"/>
            <a:ext cx="457200" cy="9144"/>
          </a:xfrm>
          <a:prstGeom prst="rect">
            <a:avLst/>
          </a:prstGeom>
          <a:solidFill>
            <a:srgbClr val="1A3A2A"/>
          </a:solidFill>
          <a:ln w="12700">
            <a:solidFill>
              <a:srgbClr val="1A3A2A"/>
            </a:solidFill>
            <a:prstDash val="solid"/>
          </a:ln>
        </p:spPr>
      </p:sp>
      <p:sp>
        <p:nvSpPr>
          <p:cNvPr id="58" name="Shape 56"/>
          <p:cNvSpPr/>
          <p:nvPr/>
        </p:nvSpPr>
        <p:spPr>
          <a:xfrm>
            <a:off x="9509760" y="1005840"/>
            <a:ext cx="457200" cy="9144"/>
          </a:xfrm>
          <a:prstGeom prst="rect">
            <a:avLst/>
          </a:prstGeom>
          <a:solidFill>
            <a:srgbClr val="1A3A2A"/>
          </a:solidFill>
          <a:ln w="12700">
            <a:solidFill>
              <a:srgbClr val="1A3A2A"/>
            </a:solidFill>
            <a:prstDash val="solid"/>
          </a:ln>
        </p:spPr>
      </p:sp>
      <p:sp>
        <p:nvSpPr>
          <p:cNvPr id="59" name="Shape 57"/>
          <p:cNvSpPr/>
          <p:nvPr/>
        </p:nvSpPr>
        <p:spPr>
          <a:xfrm>
            <a:off x="10104120" y="1005840"/>
            <a:ext cx="457200" cy="9144"/>
          </a:xfrm>
          <a:prstGeom prst="rect">
            <a:avLst/>
          </a:prstGeom>
          <a:solidFill>
            <a:srgbClr val="1A3A2A"/>
          </a:solidFill>
          <a:ln w="12700">
            <a:solidFill>
              <a:srgbClr val="1A3A2A"/>
            </a:solidFill>
            <a:prstDash val="solid"/>
          </a:ln>
        </p:spPr>
      </p:sp>
      <p:sp>
        <p:nvSpPr>
          <p:cNvPr id="60" name="Shape 58"/>
          <p:cNvSpPr/>
          <p:nvPr/>
        </p:nvSpPr>
        <p:spPr>
          <a:xfrm>
            <a:off x="10698480" y="1005840"/>
            <a:ext cx="457200" cy="9144"/>
          </a:xfrm>
          <a:prstGeom prst="rect">
            <a:avLst/>
          </a:prstGeom>
          <a:solidFill>
            <a:srgbClr val="1A3A2A"/>
          </a:solidFill>
          <a:ln w="12700">
            <a:solidFill>
              <a:srgbClr val="1A3A2A"/>
            </a:solidFill>
            <a:prstDash val="solid"/>
          </a:ln>
        </p:spPr>
      </p:sp>
      <p:sp>
        <p:nvSpPr>
          <p:cNvPr id="61" name="Shape 59"/>
          <p:cNvSpPr/>
          <p:nvPr/>
        </p:nvSpPr>
        <p:spPr>
          <a:xfrm>
            <a:off x="11292840" y="1005840"/>
            <a:ext cx="457200" cy="9144"/>
          </a:xfrm>
          <a:prstGeom prst="rect">
            <a:avLst/>
          </a:prstGeom>
          <a:solidFill>
            <a:srgbClr val="1A3A2A"/>
          </a:solidFill>
          <a:ln w="12700">
            <a:solidFill>
              <a:srgbClr val="1A3A2A"/>
            </a:solidFill>
            <a:prstDash val="solid"/>
          </a:ln>
        </p:spPr>
      </p:sp>
      <p:sp>
        <p:nvSpPr>
          <p:cNvPr id="62" name="Shape 60"/>
          <p:cNvSpPr/>
          <p:nvPr/>
        </p:nvSpPr>
        <p:spPr>
          <a:xfrm>
            <a:off x="292608" y="1508760"/>
            <a:ext cx="457200" cy="9144"/>
          </a:xfrm>
          <a:prstGeom prst="rect">
            <a:avLst/>
          </a:prstGeom>
          <a:solidFill>
            <a:srgbClr val="1A3A2A"/>
          </a:solidFill>
          <a:ln w="12700">
            <a:solidFill>
              <a:srgbClr val="1A3A2A"/>
            </a:solidFill>
            <a:prstDash val="solid"/>
          </a:ln>
        </p:spPr>
      </p:sp>
      <p:sp>
        <p:nvSpPr>
          <p:cNvPr id="63" name="Shape 61"/>
          <p:cNvSpPr/>
          <p:nvPr/>
        </p:nvSpPr>
        <p:spPr>
          <a:xfrm>
            <a:off x="886968" y="1508760"/>
            <a:ext cx="457200" cy="9144"/>
          </a:xfrm>
          <a:prstGeom prst="rect">
            <a:avLst/>
          </a:prstGeom>
          <a:solidFill>
            <a:srgbClr val="1A3A2A"/>
          </a:solidFill>
          <a:ln w="12700">
            <a:solidFill>
              <a:srgbClr val="1A3A2A"/>
            </a:solidFill>
            <a:prstDash val="solid"/>
          </a:ln>
        </p:spPr>
      </p:sp>
      <p:sp>
        <p:nvSpPr>
          <p:cNvPr id="64" name="Shape 62"/>
          <p:cNvSpPr/>
          <p:nvPr/>
        </p:nvSpPr>
        <p:spPr>
          <a:xfrm>
            <a:off x="1481328" y="1508760"/>
            <a:ext cx="457200" cy="9144"/>
          </a:xfrm>
          <a:prstGeom prst="rect">
            <a:avLst/>
          </a:prstGeom>
          <a:solidFill>
            <a:srgbClr val="1A3A2A"/>
          </a:solidFill>
          <a:ln w="12700">
            <a:solidFill>
              <a:srgbClr val="1A3A2A"/>
            </a:solidFill>
            <a:prstDash val="solid"/>
          </a:ln>
        </p:spPr>
      </p:sp>
      <p:sp>
        <p:nvSpPr>
          <p:cNvPr id="65" name="Shape 63"/>
          <p:cNvSpPr/>
          <p:nvPr/>
        </p:nvSpPr>
        <p:spPr>
          <a:xfrm>
            <a:off x="2075688" y="1508760"/>
            <a:ext cx="457200" cy="9144"/>
          </a:xfrm>
          <a:prstGeom prst="rect">
            <a:avLst/>
          </a:prstGeom>
          <a:solidFill>
            <a:srgbClr val="1A3A2A"/>
          </a:solidFill>
          <a:ln w="12700">
            <a:solidFill>
              <a:srgbClr val="1A3A2A"/>
            </a:solidFill>
            <a:prstDash val="solid"/>
          </a:ln>
        </p:spPr>
      </p:sp>
      <p:sp>
        <p:nvSpPr>
          <p:cNvPr id="66" name="Shape 64"/>
          <p:cNvSpPr/>
          <p:nvPr/>
        </p:nvSpPr>
        <p:spPr>
          <a:xfrm>
            <a:off x="2670048" y="1508760"/>
            <a:ext cx="457200" cy="9144"/>
          </a:xfrm>
          <a:prstGeom prst="rect">
            <a:avLst/>
          </a:prstGeom>
          <a:solidFill>
            <a:srgbClr val="1A3A2A"/>
          </a:solidFill>
          <a:ln w="12700">
            <a:solidFill>
              <a:srgbClr val="1A3A2A"/>
            </a:solidFill>
            <a:prstDash val="solid"/>
          </a:ln>
        </p:spPr>
      </p:sp>
      <p:sp>
        <p:nvSpPr>
          <p:cNvPr id="67" name="Shape 65"/>
          <p:cNvSpPr/>
          <p:nvPr/>
        </p:nvSpPr>
        <p:spPr>
          <a:xfrm>
            <a:off x="3264408" y="1508760"/>
            <a:ext cx="457200" cy="9144"/>
          </a:xfrm>
          <a:prstGeom prst="rect">
            <a:avLst/>
          </a:prstGeom>
          <a:solidFill>
            <a:srgbClr val="1A3A2A"/>
          </a:solidFill>
          <a:ln w="12700">
            <a:solidFill>
              <a:srgbClr val="1A3A2A"/>
            </a:solidFill>
            <a:prstDash val="solid"/>
          </a:ln>
        </p:spPr>
      </p:sp>
      <p:sp>
        <p:nvSpPr>
          <p:cNvPr id="68" name="Shape 66"/>
          <p:cNvSpPr/>
          <p:nvPr/>
        </p:nvSpPr>
        <p:spPr>
          <a:xfrm>
            <a:off x="3858768" y="1508760"/>
            <a:ext cx="457200" cy="9144"/>
          </a:xfrm>
          <a:prstGeom prst="rect">
            <a:avLst/>
          </a:prstGeom>
          <a:solidFill>
            <a:srgbClr val="1A3A2A"/>
          </a:solidFill>
          <a:ln w="12700">
            <a:solidFill>
              <a:srgbClr val="1A3A2A"/>
            </a:solidFill>
            <a:prstDash val="solid"/>
          </a:ln>
        </p:spPr>
      </p:sp>
      <p:sp>
        <p:nvSpPr>
          <p:cNvPr id="69" name="Shape 67"/>
          <p:cNvSpPr/>
          <p:nvPr/>
        </p:nvSpPr>
        <p:spPr>
          <a:xfrm>
            <a:off x="4453128" y="1508760"/>
            <a:ext cx="457200" cy="9144"/>
          </a:xfrm>
          <a:prstGeom prst="rect">
            <a:avLst/>
          </a:prstGeom>
          <a:solidFill>
            <a:srgbClr val="1A3A2A"/>
          </a:solidFill>
          <a:ln w="12700">
            <a:solidFill>
              <a:srgbClr val="1A3A2A"/>
            </a:solidFill>
            <a:prstDash val="solid"/>
          </a:ln>
        </p:spPr>
      </p:sp>
      <p:sp>
        <p:nvSpPr>
          <p:cNvPr id="70" name="Shape 68"/>
          <p:cNvSpPr/>
          <p:nvPr/>
        </p:nvSpPr>
        <p:spPr>
          <a:xfrm>
            <a:off x="5047488" y="1508760"/>
            <a:ext cx="457200" cy="9144"/>
          </a:xfrm>
          <a:prstGeom prst="rect">
            <a:avLst/>
          </a:prstGeom>
          <a:solidFill>
            <a:srgbClr val="1A3A2A"/>
          </a:solidFill>
          <a:ln w="12700">
            <a:solidFill>
              <a:srgbClr val="1A3A2A"/>
            </a:solidFill>
            <a:prstDash val="solid"/>
          </a:ln>
        </p:spPr>
      </p:sp>
      <p:sp>
        <p:nvSpPr>
          <p:cNvPr id="71" name="Shape 69"/>
          <p:cNvSpPr/>
          <p:nvPr/>
        </p:nvSpPr>
        <p:spPr>
          <a:xfrm>
            <a:off x="5641848" y="1508760"/>
            <a:ext cx="457200" cy="9144"/>
          </a:xfrm>
          <a:prstGeom prst="rect">
            <a:avLst/>
          </a:prstGeom>
          <a:solidFill>
            <a:srgbClr val="1A3A2A"/>
          </a:solidFill>
          <a:ln w="12700">
            <a:solidFill>
              <a:srgbClr val="1A3A2A"/>
            </a:solidFill>
            <a:prstDash val="solid"/>
          </a:ln>
        </p:spPr>
      </p:sp>
      <p:sp>
        <p:nvSpPr>
          <p:cNvPr id="72" name="Shape 70"/>
          <p:cNvSpPr/>
          <p:nvPr/>
        </p:nvSpPr>
        <p:spPr>
          <a:xfrm>
            <a:off x="6236208" y="1508760"/>
            <a:ext cx="457200" cy="9144"/>
          </a:xfrm>
          <a:prstGeom prst="rect">
            <a:avLst/>
          </a:prstGeom>
          <a:solidFill>
            <a:srgbClr val="1A3A2A"/>
          </a:solidFill>
          <a:ln w="12700">
            <a:solidFill>
              <a:srgbClr val="1A3A2A"/>
            </a:solidFill>
            <a:prstDash val="solid"/>
          </a:ln>
        </p:spPr>
      </p:sp>
      <p:sp>
        <p:nvSpPr>
          <p:cNvPr id="73" name="Shape 71"/>
          <p:cNvSpPr/>
          <p:nvPr/>
        </p:nvSpPr>
        <p:spPr>
          <a:xfrm>
            <a:off x="6830568" y="1508760"/>
            <a:ext cx="457200" cy="9144"/>
          </a:xfrm>
          <a:prstGeom prst="rect">
            <a:avLst/>
          </a:prstGeom>
          <a:solidFill>
            <a:srgbClr val="1A3A2A"/>
          </a:solidFill>
          <a:ln w="12700">
            <a:solidFill>
              <a:srgbClr val="1A3A2A"/>
            </a:solidFill>
            <a:prstDash val="solid"/>
          </a:ln>
        </p:spPr>
      </p:sp>
      <p:sp>
        <p:nvSpPr>
          <p:cNvPr id="74" name="Shape 72"/>
          <p:cNvSpPr/>
          <p:nvPr/>
        </p:nvSpPr>
        <p:spPr>
          <a:xfrm>
            <a:off x="7424928" y="1508760"/>
            <a:ext cx="457200" cy="9144"/>
          </a:xfrm>
          <a:prstGeom prst="rect">
            <a:avLst/>
          </a:prstGeom>
          <a:solidFill>
            <a:srgbClr val="1A3A2A"/>
          </a:solidFill>
          <a:ln w="12700">
            <a:solidFill>
              <a:srgbClr val="1A3A2A"/>
            </a:solidFill>
            <a:prstDash val="solid"/>
          </a:ln>
        </p:spPr>
      </p:sp>
      <p:sp>
        <p:nvSpPr>
          <p:cNvPr id="75" name="Shape 73"/>
          <p:cNvSpPr/>
          <p:nvPr/>
        </p:nvSpPr>
        <p:spPr>
          <a:xfrm>
            <a:off x="8019288" y="1508760"/>
            <a:ext cx="457200" cy="9144"/>
          </a:xfrm>
          <a:prstGeom prst="rect">
            <a:avLst/>
          </a:prstGeom>
          <a:solidFill>
            <a:srgbClr val="1A3A2A"/>
          </a:solidFill>
          <a:ln w="12700">
            <a:solidFill>
              <a:srgbClr val="1A3A2A"/>
            </a:solidFill>
            <a:prstDash val="solid"/>
          </a:ln>
        </p:spPr>
      </p:sp>
      <p:sp>
        <p:nvSpPr>
          <p:cNvPr id="76" name="Shape 74"/>
          <p:cNvSpPr/>
          <p:nvPr/>
        </p:nvSpPr>
        <p:spPr>
          <a:xfrm>
            <a:off x="8613648" y="1508760"/>
            <a:ext cx="457200" cy="9144"/>
          </a:xfrm>
          <a:prstGeom prst="rect">
            <a:avLst/>
          </a:prstGeom>
          <a:solidFill>
            <a:srgbClr val="1A3A2A"/>
          </a:solidFill>
          <a:ln w="12700">
            <a:solidFill>
              <a:srgbClr val="1A3A2A"/>
            </a:solidFill>
            <a:prstDash val="solid"/>
          </a:ln>
        </p:spPr>
      </p:sp>
      <p:sp>
        <p:nvSpPr>
          <p:cNvPr id="77" name="Shape 75"/>
          <p:cNvSpPr/>
          <p:nvPr/>
        </p:nvSpPr>
        <p:spPr>
          <a:xfrm>
            <a:off x="9208008" y="1508760"/>
            <a:ext cx="457200" cy="9144"/>
          </a:xfrm>
          <a:prstGeom prst="rect">
            <a:avLst/>
          </a:prstGeom>
          <a:solidFill>
            <a:srgbClr val="1A3A2A"/>
          </a:solidFill>
          <a:ln w="12700">
            <a:solidFill>
              <a:srgbClr val="1A3A2A"/>
            </a:solidFill>
            <a:prstDash val="solid"/>
          </a:ln>
        </p:spPr>
      </p:sp>
      <p:sp>
        <p:nvSpPr>
          <p:cNvPr id="78" name="Shape 76"/>
          <p:cNvSpPr/>
          <p:nvPr/>
        </p:nvSpPr>
        <p:spPr>
          <a:xfrm>
            <a:off x="9802368" y="1508760"/>
            <a:ext cx="457200" cy="9144"/>
          </a:xfrm>
          <a:prstGeom prst="rect">
            <a:avLst/>
          </a:prstGeom>
          <a:solidFill>
            <a:srgbClr val="1A3A2A"/>
          </a:solidFill>
          <a:ln w="12700">
            <a:solidFill>
              <a:srgbClr val="1A3A2A"/>
            </a:solidFill>
            <a:prstDash val="solid"/>
          </a:ln>
        </p:spPr>
      </p:sp>
      <p:sp>
        <p:nvSpPr>
          <p:cNvPr id="79" name="Shape 77"/>
          <p:cNvSpPr/>
          <p:nvPr/>
        </p:nvSpPr>
        <p:spPr>
          <a:xfrm>
            <a:off x="10396728" y="1508760"/>
            <a:ext cx="457200" cy="9144"/>
          </a:xfrm>
          <a:prstGeom prst="rect">
            <a:avLst/>
          </a:prstGeom>
          <a:solidFill>
            <a:srgbClr val="1A3A2A"/>
          </a:solidFill>
          <a:ln w="12700">
            <a:solidFill>
              <a:srgbClr val="1A3A2A"/>
            </a:solidFill>
            <a:prstDash val="solid"/>
          </a:ln>
        </p:spPr>
      </p:sp>
      <p:sp>
        <p:nvSpPr>
          <p:cNvPr id="80" name="Shape 78"/>
          <p:cNvSpPr/>
          <p:nvPr/>
        </p:nvSpPr>
        <p:spPr>
          <a:xfrm>
            <a:off x="10991088" y="1508760"/>
            <a:ext cx="457200" cy="9144"/>
          </a:xfrm>
          <a:prstGeom prst="rect">
            <a:avLst/>
          </a:prstGeom>
          <a:solidFill>
            <a:srgbClr val="1A3A2A"/>
          </a:solidFill>
          <a:ln w="12700">
            <a:solidFill>
              <a:srgbClr val="1A3A2A"/>
            </a:solidFill>
            <a:prstDash val="solid"/>
          </a:ln>
        </p:spPr>
      </p:sp>
      <p:sp>
        <p:nvSpPr>
          <p:cNvPr id="81" name="Shape 79"/>
          <p:cNvSpPr/>
          <p:nvPr/>
        </p:nvSpPr>
        <p:spPr>
          <a:xfrm>
            <a:off x="11585448" y="1508760"/>
            <a:ext cx="457200" cy="9144"/>
          </a:xfrm>
          <a:prstGeom prst="rect">
            <a:avLst/>
          </a:prstGeom>
          <a:solidFill>
            <a:srgbClr val="1A3A2A"/>
          </a:solidFill>
          <a:ln w="12700">
            <a:solidFill>
              <a:srgbClr val="1A3A2A"/>
            </a:solidFill>
            <a:prstDash val="solid"/>
          </a:ln>
        </p:spPr>
      </p:sp>
      <p:sp>
        <p:nvSpPr>
          <p:cNvPr id="82" name="Shape 80"/>
          <p:cNvSpPr/>
          <p:nvPr/>
        </p:nvSpPr>
        <p:spPr>
          <a:xfrm>
            <a:off x="0" y="2011680"/>
            <a:ext cx="457200" cy="9144"/>
          </a:xfrm>
          <a:prstGeom prst="rect">
            <a:avLst/>
          </a:prstGeom>
          <a:solidFill>
            <a:srgbClr val="1A3A2A"/>
          </a:solidFill>
          <a:ln w="12700">
            <a:solidFill>
              <a:srgbClr val="1A3A2A"/>
            </a:solidFill>
            <a:prstDash val="solid"/>
          </a:ln>
        </p:spPr>
      </p:sp>
      <p:sp>
        <p:nvSpPr>
          <p:cNvPr id="83" name="Shape 81"/>
          <p:cNvSpPr/>
          <p:nvPr/>
        </p:nvSpPr>
        <p:spPr>
          <a:xfrm>
            <a:off x="594360" y="2011680"/>
            <a:ext cx="457200" cy="9144"/>
          </a:xfrm>
          <a:prstGeom prst="rect">
            <a:avLst/>
          </a:prstGeom>
          <a:solidFill>
            <a:srgbClr val="1A3A2A"/>
          </a:solidFill>
          <a:ln w="12700">
            <a:solidFill>
              <a:srgbClr val="1A3A2A"/>
            </a:solidFill>
            <a:prstDash val="solid"/>
          </a:ln>
        </p:spPr>
      </p:sp>
      <p:sp>
        <p:nvSpPr>
          <p:cNvPr id="84" name="Shape 82"/>
          <p:cNvSpPr/>
          <p:nvPr/>
        </p:nvSpPr>
        <p:spPr>
          <a:xfrm>
            <a:off x="1188720" y="2011680"/>
            <a:ext cx="457200" cy="9144"/>
          </a:xfrm>
          <a:prstGeom prst="rect">
            <a:avLst/>
          </a:prstGeom>
          <a:solidFill>
            <a:srgbClr val="1A3A2A"/>
          </a:solidFill>
          <a:ln w="12700">
            <a:solidFill>
              <a:srgbClr val="1A3A2A"/>
            </a:solidFill>
            <a:prstDash val="solid"/>
          </a:ln>
        </p:spPr>
      </p:sp>
      <p:sp>
        <p:nvSpPr>
          <p:cNvPr id="85" name="Shape 83"/>
          <p:cNvSpPr/>
          <p:nvPr/>
        </p:nvSpPr>
        <p:spPr>
          <a:xfrm>
            <a:off x="1783080" y="2011680"/>
            <a:ext cx="457200" cy="9144"/>
          </a:xfrm>
          <a:prstGeom prst="rect">
            <a:avLst/>
          </a:prstGeom>
          <a:solidFill>
            <a:srgbClr val="1A3A2A"/>
          </a:solidFill>
          <a:ln w="12700">
            <a:solidFill>
              <a:srgbClr val="1A3A2A"/>
            </a:solidFill>
            <a:prstDash val="solid"/>
          </a:ln>
        </p:spPr>
      </p:sp>
      <p:sp>
        <p:nvSpPr>
          <p:cNvPr id="86" name="Shape 84"/>
          <p:cNvSpPr/>
          <p:nvPr/>
        </p:nvSpPr>
        <p:spPr>
          <a:xfrm>
            <a:off x="2377440" y="2011680"/>
            <a:ext cx="457200" cy="9144"/>
          </a:xfrm>
          <a:prstGeom prst="rect">
            <a:avLst/>
          </a:prstGeom>
          <a:solidFill>
            <a:srgbClr val="1A3A2A"/>
          </a:solidFill>
          <a:ln w="12700">
            <a:solidFill>
              <a:srgbClr val="1A3A2A"/>
            </a:solidFill>
            <a:prstDash val="solid"/>
          </a:ln>
        </p:spPr>
      </p:sp>
      <p:sp>
        <p:nvSpPr>
          <p:cNvPr id="87" name="Shape 85"/>
          <p:cNvSpPr/>
          <p:nvPr/>
        </p:nvSpPr>
        <p:spPr>
          <a:xfrm>
            <a:off x="2971800" y="2011680"/>
            <a:ext cx="457200" cy="9144"/>
          </a:xfrm>
          <a:prstGeom prst="rect">
            <a:avLst/>
          </a:prstGeom>
          <a:solidFill>
            <a:srgbClr val="1A3A2A"/>
          </a:solidFill>
          <a:ln w="12700">
            <a:solidFill>
              <a:srgbClr val="1A3A2A"/>
            </a:solidFill>
            <a:prstDash val="solid"/>
          </a:ln>
        </p:spPr>
      </p:sp>
      <p:sp>
        <p:nvSpPr>
          <p:cNvPr id="88" name="Shape 86"/>
          <p:cNvSpPr/>
          <p:nvPr/>
        </p:nvSpPr>
        <p:spPr>
          <a:xfrm>
            <a:off x="3566160" y="2011680"/>
            <a:ext cx="457200" cy="9144"/>
          </a:xfrm>
          <a:prstGeom prst="rect">
            <a:avLst/>
          </a:prstGeom>
          <a:solidFill>
            <a:srgbClr val="1A3A2A"/>
          </a:solidFill>
          <a:ln w="12700">
            <a:solidFill>
              <a:srgbClr val="1A3A2A"/>
            </a:solidFill>
            <a:prstDash val="solid"/>
          </a:ln>
        </p:spPr>
      </p:sp>
      <p:sp>
        <p:nvSpPr>
          <p:cNvPr id="89" name="Shape 87"/>
          <p:cNvSpPr/>
          <p:nvPr/>
        </p:nvSpPr>
        <p:spPr>
          <a:xfrm>
            <a:off x="4160520" y="2011680"/>
            <a:ext cx="457200" cy="9144"/>
          </a:xfrm>
          <a:prstGeom prst="rect">
            <a:avLst/>
          </a:prstGeom>
          <a:solidFill>
            <a:srgbClr val="1A3A2A"/>
          </a:solidFill>
          <a:ln w="12700">
            <a:solidFill>
              <a:srgbClr val="1A3A2A"/>
            </a:solidFill>
            <a:prstDash val="solid"/>
          </a:ln>
        </p:spPr>
      </p:sp>
      <p:sp>
        <p:nvSpPr>
          <p:cNvPr id="90" name="Shape 88"/>
          <p:cNvSpPr/>
          <p:nvPr/>
        </p:nvSpPr>
        <p:spPr>
          <a:xfrm>
            <a:off x="4754880" y="2011680"/>
            <a:ext cx="457200" cy="9144"/>
          </a:xfrm>
          <a:prstGeom prst="rect">
            <a:avLst/>
          </a:prstGeom>
          <a:solidFill>
            <a:srgbClr val="1A3A2A"/>
          </a:solidFill>
          <a:ln w="12700">
            <a:solidFill>
              <a:srgbClr val="1A3A2A"/>
            </a:solidFill>
            <a:prstDash val="solid"/>
          </a:ln>
        </p:spPr>
      </p:sp>
      <p:sp>
        <p:nvSpPr>
          <p:cNvPr id="91" name="Shape 89"/>
          <p:cNvSpPr/>
          <p:nvPr/>
        </p:nvSpPr>
        <p:spPr>
          <a:xfrm>
            <a:off x="5349240" y="2011680"/>
            <a:ext cx="457200" cy="9144"/>
          </a:xfrm>
          <a:prstGeom prst="rect">
            <a:avLst/>
          </a:prstGeom>
          <a:solidFill>
            <a:srgbClr val="1A3A2A"/>
          </a:solidFill>
          <a:ln w="12700">
            <a:solidFill>
              <a:srgbClr val="1A3A2A"/>
            </a:solidFill>
            <a:prstDash val="solid"/>
          </a:ln>
        </p:spPr>
      </p:sp>
      <p:sp>
        <p:nvSpPr>
          <p:cNvPr id="92" name="Shape 90"/>
          <p:cNvSpPr/>
          <p:nvPr/>
        </p:nvSpPr>
        <p:spPr>
          <a:xfrm>
            <a:off x="5943600" y="2011680"/>
            <a:ext cx="457200" cy="9144"/>
          </a:xfrm>
          <a:prstGeom prst="rect">
            <a:avLst/>
          </a:prstGeom>
          <a:solidFill>
            <a:srgbClr val="1A3A2A"/>
          </a:solidFill>
          <a:ln w="12700">
            <a:solidFill>
              <a:srgbClr val="1A3A2A"/>
            </a:solidFill>
            <a:prstDash val="solid"/>
          </a:ln>
        </p:spPr>
      </p:sp>
      <p:sp>
        <p:nvSpPr>
          <p:cNvPr id="93" name="Shape 91"/>
          <p:cNvSpPr/>
          <p:nvPr/>
        </p:nvSpPr>
        <p:spPr>
          <a:xfrm>
            <a:off x="6537960" y="2011680"/>
            <a:ext cx="457200" cy="9144"/>
          </a:xfrm>
          <a:prstGeom prst="rect">
            <a:avLst/>
          </a:prstGeom>
          <a:solidFill>
            <a:srgbClr val="1A3A2A"/>
          </a:solidFill>
          <a:ln w="12700">
            <a:solidFill>
              <a:srgbClr val="1A3A2A"/>
            </a:solidFill>
            <a:prstDash val="solid"/>
          </a:ln>
        </p:spPr>
      </p:sp>
      <p:sp>
        <p:nvSpPr>
          <p:cNvPr id="94" name="Shape 92"/>
          <p:cNvSpPr/>
          <p:nvPr/>
        </p:nvSpPr>
        <p:spPr>
          <a:xfrm>
            <a:off x="7132320" y="2011680"/>
            <a:ext cx="457200" cy="9144"/>
          </a:xfrm>
          <a:prstGeom prst="rect">
            <a:avLst/>
          </a:prstGeom>
          <a:solidFill>
            <a:srgbClr val="1A3A2A"/>
          </a:solidFill>
          <a:ln w="12700">
            <a:solidFill>
              <a:srgbClr val="1A3A2A"/>
            </a:solidFill>
            <a:prstDash val="solid"/>
          </a:ln>
        </p:spPr>
      </p:sp>
      <p:sp>
        <p:nvSpPr>
          <p:cNvPr id="95" name="Shape 93"/>
          <p:cNvSpPr/>
          <p:nvPr/>
        </p:nvSpPr>
        <p:spPr>
          <a:xfrm>
            <a:off x="7726680" y="2011680"/>
            <a:ext cx="457200" cy="9144"/>
          </a:xfrm>
          <a:prstGeom prst="rect">
            <a:avLst/>
          </a:prstGeom>
          <a:solidFill>
            <a:srgbClr val="1A3A2A"/>
          </a:solidFill>
          <a:ln w="12700">
            <a:solidFill>
              <a:srgbClr val="1A3A2A"/>
            </a:solidFill>
            <a:prstDash val="solid"/>
          </a:ln>
        </p:spPr>
      </p:sp>
      <p:sp>
        <p:nvSpPr>
          <p:cNvPr id="96" name="Shape 94"/>
          <p:cNvSpPr/>
          <p:nvPr/>
        </p:nvSpPr>
        <p:spPr>
          <a:xfrm>
            <a:off x="8321040" y="2011680"/>
            <a:ext cx="457200" cy="9144"/>
          </a:xfrm>
          <a:prstGeom prst="rect">
            <a:avLst/>
          </a:prstGeom>
          <a:solidFill>
            <a:srgbClr val="1A3A2A"/>
          </a:solidFill>
          <a:ln w="12700">
            <a:solidFill>
              <a:srgbClr val="1A3A2A"/>
            </a:solidFill>
            <a:prstDash val="solid"/>
          </a:ln>
        </p:spPr>
      </p:sp>
      <p:sp>
        <p:nvSpPr>
          <p:cNvPr id="97" name="Shape 95"/>
          <p:cNvSpPr/>
          <p:nvPr/>
        </p:nvSpPr>
        <p:spPr>
          <a:xfrm>
            <a:off x="8915400" y="2011680"/>
            <a:ext cx="457200" cy="9144"/>
          </a:xfrm>
          <a:prstGeom prst="rect">
            <a:avLst/>
          </a:prstGeom>
          <a:solidFill>
            <a:srgbClr val="1A3A2A"/>
          </a:solidFill>
          <a:ln w="12700">
            <a:solidFill>
              <a:srgbClr val="1A3A2A"/>
            </a:solidFill>
            <a:prstDash val="solid"/>
          </a:ln>
        </p:spPr>
      </p:sp>
      <p:sp>
        <p:nvSpPr>
          <p:cNvPr id="98" name="Shape 96"/>
          <p:cNvSpPr/>
          <p:nvPr/>
        </p:nvSpPr>
        <p:spPr>
          <a:xfrm>
            <a:off x="9509760" y="2011680"/>
            <a:ext cx="457200" cy="9144"/>
          </a:xfrm>
          <a:prstGeom prst="rect">
            <a:avLst/>
          </a:prstGeom>
          <a:solidFill>
            <a:srgbClr val="1A3A2A"/>
          </a:solidFill>
          <a:ln w="12700">
            <a:solidFill>
              <a:srgbClr val="1A3A2A"/>
            </a:solidFill>
            <a:prstDash val="solid"/>
          </a:ln>
        </p:spPr>
      </p:sp>
      <p:sp>
        <p:nvSpPr>
          <p:cNvPr id="99" name="Shape 97"/>
          <p:cNvSpPr/>
          <p:nvPr/>
        </p:nvSpPr>
        <p:spPr>
          <a:xfrm>
            <a:off x="10104120" y="2011680"/>
            <a:ext cx="457200" cy="9144"/>
          </a:xfrm>
          <a:prstGeom prst="rect">
            <a:avLst/>
          </a:prstGeom>
          <a:solidFill>
            <a:srgbClr val="1A3A2A"/>
          </a:solidFill>
          <a:ln w="12700">
            <a:solidFill>
              <a:srgbClr val="1A3A2A"/>
            </a:solidFill>
            <a:prstDash val="solid"/>
          </a:ln>
        </p:spPr>
      </p:sp>
      <p:sp>
        <p:nvSpPr>
          <p:cNvPr id="100" name="Shape 98"/>
          <p:cNvSpPr/>
          <p:nvPr/>
        </p:nvSpPr>
        <p:spPr>
          <a:xfrm>
            <a:off x="10698480" y="2011680"/>
            <a:ext cx="457200" cy="9144"/>
          </a:xfrm>
          <a:prstGeom prst="rect">
            <a:avLst/>
          </a:prstGeom>
          <a:solidFill>
            <a:srgbClr val="1A3A2A"/>
          </a:solidFill>
          <a:ln w="12700">
            <a:solidFill>
              <a:srgbClr val="1A3A2A"/>
            </a:solidFill>
            <a:prstDash val="solid"/>
          </a:ln>
        </p:spPr>
      </p:sp>
      <p:sp>
        <p:nvSpPr>
          <p:cNvPr id="101" name="Shape 99"/>
          <p:cNvSpPr/>
          <p:nvPr/>
        </p:nvSpPr>
        <p:spPr>
          <a:xfrm>
            <a:off x="11292840" y="2011680"/>
            <a:ext cx="457200" cy="9144"/>
          </a:xfrm>
          <a:prstGeom prst="rect">
            <a:avLst/>
          </a:prstGeom>
          <a:solidFill>
            <a:srgbClr val="1A3A2A"/>
          </a:solidFill>
          <a:ln w="12700">
            <a:solidFill>
              <a:srgbClr val="1A3A2A"/>
            </a:solidFill>
            <a:prstDash val="solid"/>
          </a:ln>
        </p:spPr>
      </p:sp>
      <p:sp>
        <p:nvSpPr>
          <p:cNvPr id="102" name="Shape 100"/>
          <p:cNvSpPr/>
          <p:nvPr/>
        </p:nvSpPr>
        <p:spPr>
          <a:xfrm>
            <a:off x="292608" y="2514600"/>
            <a:ext cx="457200" cy="9144"/>
          </a:xfrm>
          <a:prstGeom prst="rect">
            <a:avLst/>
          </a:prstGeom>
          <a:solidFill>
            <a:srgbClr val="1A3A2A"/>
          </a:solidFill>
          <a:ln w="12700">
            <a:solidFill>
              <a:srgbClr val="1A3A2A"/>
            </a:solidFill>
            <a:prstDash val="solid"/>
          </a:ln>
        </p:spPr>
      </p:sp>
      <p:sp>
        <p:nvSpPr>
          <p:cNvPr id="103" name="Shape 101"/>
          <p:cNvSpPr/>
          <p:nvPr/>
        </p:nvSpPr>
        <p:spPr>
          <a:xfrm>
            <a:off x="886968" y="2514600"/>
            <a:ext cx="457200" cy="9144"/>
          </a:xfrm>
          <a:prstGeom prst="rect">
            <a:avLst/>
          </a:prstGeom>
          <a:solidFill>
            <a:srgbClr val="1A3A2A"/>
          </a:solidFill>
          <a:ln w="12700">
            <a:solidFill>
              <a:srgbClr val="1A3A2A"/>
            </a:solidFill>
            <a:prstDash val="solid"/>
          </a:ln>
        </p:spPr>
      </p:sp>
      <p:sp>
        <p:nvSpPr>
          <p:cNvPr id="104" name="Shape 102"/>
          <p:cNvSpPr/>
          <p:nvPr/>
        </p:nvSpPr>
        <p:spPr>
          <a:xfrm>
            <a:off x="1481328" y="2514600"/>
            <a:ext cx="457200" cy="9144"/>
          </a:xfrm>
          <a:prstGeom prst="rect">
            <a:avLst/>
          </a:prstGeom>
          <a:solidFill>
            <a:srgbClr val="1A3A2A"/>
          </a:solidFill>
          <a:ln w="12700">
            <a:solidFill>
              <a:srgbClr val="1A3A2A"/>
            </a:solidFill>
            <a:prstDash val="solid"/>
          </a:ln>
        </p:spPr>
      </p:sp>
      <p:sp>
        <p:nvSpPr>
          <p:cNvPr id="105" name="Shape 103"/>
          <p:cNvSpPr/>
          <p:nvPr/>
        </p:nvSpPr>
        <p:spPr>
          <a:xfrm>
            <a:off x="2075688" y="2514600"/>
            <a:ext cx="457200" cy="9144"/>
          </a:xfrm>
          <a:prstGeom prst="rect">
            <a:avLst/>
          </a:prstGeom>
          <a:solidFill>
            <a:srgbClr val="1A3A2A"/>
          </a:solidFill>
          <a:ln w="12700">
            <a:solidFill>
              <a:srgbClr val="1A3A2A"/>
            </a:solidFill>
            <a:prstDash val="solid"/>
          </a:ln>
        </p:spPr>
      </p:sp>
      <p:sp>
        <p:nvSpPr>
          <p:cNvPr id="106" name="Shape 104"/>
          <p:cNvSpPr/>
          <p:nvPr/>
        </p:nvSpPr>
        <p:spPr>
          <a:xfrm>
            <a:off x="2670048" y="2514600"/>
            <a:ext cx="457200" cy="9144"/>
          </a:xfrm>
          <a:prstGeom prst="rect">
            <a:avLst/>
          </a:prstGeom>
          <a:solidFill>
            <a:srgbClr val="1A3A2A"/>
          </a:solidFill>
          <a:ln w="12700">
            <a:solidFill>
              <a:srgbClr val="1A3A2A"/>
            </a:solidFill>
            <a:prstDash val="solid"/>
          </a:ln>
        </p:spPr>
      </p:sp>
      <p:sp>
        <p:nvSpPr>
          <p:cNvPr id="107" name="Shape 105"/>
          <p:cNvSpPr/>
          <p:nvPr/>
        </p:nvSpPr>
        <p:spPr>
          <a:xfrm>
            <a:off x="3264408" y="2514600"/>
            <a:ext cx="457200" cy="9144"/>
          </a:xfrm>
          <a:prstGeom prst="rect">
            <a:avLst/>
          </a:prstGeom>
          <a:solidFill>
            <a:srgbClr val="1A3A2A"/>
          </a:solidFill>
          <a:ln w="12700">
            <a:solidFill>
              <a:srgbClr val="1A3A2A"/>
            </a:solidFill>
            <a:prstDash val="solid"/>
          </a:ln>
        </p:spPr>
      </p:sp>
      <p:sp>
        <p:nvSpPr>
          <p:cNvPr id="108" name="Shape 106"/>
          <p:cNvSpPr/>
          <p:nvPr/>
        </p:nvSpPr>
        <p:spPr>
          <a:xfrm>
            <a:off x="3858768" y="2514600"/>
            <a:ext cx="457200" cy="9144"/>
          </a:xfrm>
          <a:prstGeom prst="rect">
            <a:avLst/>
          </a:prstGeom>
          <a:solidFill>
            <a:srgbClr val="1A3A2A"/>
          </a:solidFill>
          <a:ln w="12700">
            <a:solidFill>
              <a:srgbClr val="1A3A2A"/>
            </a:solidFill>
            <a:prstDash val="solid"/>
          </a:ln>
        </p:spPr>
      </p:sp>
      <p:sp>
        <p:nvSpPr>
          <p:cNvPr id="109" name="Shape 107"/>
          <p:cNvSpPr/>
          <p:nvPr/>
        </p:nvSpPr>
        <p:spPr>
          <a:xfrm>
            <a:off x="4453128" y="2514600"/>
            <a:ext cx="457200" cy="9144"/>
          </a:xfrm>
          <a:prstGeom prst="rect">
            <a:avLst/>
          </a:prstGeom>
          <a:solidFill>
            <a:srgbClr val="1A3A2A"/>
          </a:solidFill>
          <a:ln w="12700">
            <a:solidFill>
              <a:srgbClr val="1A3A2A"/>
            </a:solidFill>
            <a:prstDash val="solid"/>
          </a:ln>
        </p:spPr>
      </p:sp>
      <p:sp>
        <p:nvSpPr>
          <p:cNvPr id="110" name="Shape 108"/>
          <p:cNvSpPr/>
          <p:nvPr/>
        </p:nvSpPr>
        <p:spPr>
          <a:xfrm>
            <a:off x="5047488" y="2514600"/>
            <a:ext cx="457200" cy="9144"/>
          </a:xfrm>
          <a:prstGeom prst="rect">
            <a:avLst/>
          </a:prstGeom>
          <a:solidFill>
            <a:srgbClr val="1A3A2A"/>
          </a:solidFill>
          <a:ln w="12700">
            <a:solidFill>
              <a:srgbClr val="1A3A2A"/>
            </a:solidFill>
            <a:prstDash val="solid"/>
          </a:ln>
        </p:spPr>
      </p:sp>
      <p:sp>
        <p:nvSpPr>
          <p:cNvPr id="111" name="Shape 109"/>
          <p:cNvSpPr/>
          <p:nvPr/>
        </p:nvSpPr>
        <p:spPr>
          <a:xfrm>
            <a:off x="5641848" y="2514600"/>
            <a:ext cx="457200" cy="9144"/>
          </a:xfrm>
          <a:prstGeom prst="rect">
            <a:avLst/>
          </a:prstGeom>
          <a:solidFill>
            <a:srgbClr val="1A3A2A"/>
          </a:solidFill>
          <a:ln w="12700">
            <a:solidFill>
              <a:srgbClr val="1A3A2A"/>
            </a:solidFill>
            <a:prstDash val="solid"/>
          </a:ln>
        </p:spPr>
      </p:sp>
      <p:sp>
        <p:nvSpPr>
          <p:cNvPr id="112" name="Shape 110"/>
          <p:cNvSpPr/>
          <p:nvPr/>
        </p:nvSpPr>
        <p:spPr>
          <a:xfrm>
            <a:off x="6236208" y="2514600"/>
            <a:ext cx="457200" cy="9144"/>
          </a:xfrm>
          <a:prstGeom prst="rect">
            <a:avLst/>
          </a:prstGeom>
          <a:solidFill>
            <a:srgbClr val="1A3A2A"/>
          </a:solidFill>
          <a:ln w="12700">
            <a:solidFill>
              <a:srgbClr val="1A3A2A"/>
            </a:solidFill>
            <a:prstDash val="solid"/>
          </a:ln>
        </p:spPr>
      </p:sp>
      <p:sp>
        <p:nvSpPr>
          <p:cNvPr id="113" name="Shape 111"/>
          <p:cNvSpPr/>
          <p:nvPr/>
        </p:nvSpPr>
        <p:spPr>
          <a:xfrm>
            <a:off x="6830568" y="2514600"/>
            <a:ext cx="457200" cy="9144"/>
          </a:xfrm>
          <a:prstGeom prst="rect">
            <a:avLst/>
          </a:prstGeom>
          <a:solidFill>
            <a:srgbClr val="1A3A2A"/>
          </a:solidFill>
          <a:ln w="12700">
            <a:solidFill>
              <a:srgbClr val="1A3A2A"/>
            </a:solidFill>
            <a:prstDash val="solid"/>
          </a:ln>
        </p:spPr>
      </p:sp>
      <p:sp>
        <p:nvSpPr>
          <p:cNvPr id="114" name="Shape 112"/>
          <p:cNvSpPr/>
          <p:nvPr/>
        </p:nvSpPr>
        <p:spPr>
          <a:xfrm>
            <a:off x="7424928" y="2514600"/>
            <a:ext cx="457200" cy="9144"/>
          </a:xfrm>
          <a:prstGeom prst="rect">
            <a:avLst/>
          </a:prstGeom>
          <a:solidFill>
            <a:srgbClr val="1A3A2A"/>
          </a:solidFill>
          <a:ln w="12700">
            <a:solidFill>
              <a:srgbClr val="1A3A2A"/>
            </a:solidFill>
            <a:prstDash val="solid"/>
          </a:ln>
        </p:spPr>
      </p:sp>
      <p:sp>
        <p:nvSpPr>
          <p:cNvPr id="115" name="Shape 113"/>
          <p:cNvSpPr/>
          <p:nvPr/>
        </p:nvSpPr>
        <p:spPr>
          <a:xfrm>
            <a:off x="8019288" y="2514600"/>
            <a:ext cx="457200" cy="9144"/>
          </a:xfrm>
          <a:prstGeom prst="rect">
            <a:avLst/>
          </a:prstGeom>
          <a:solidFill>
            <a:srgbClr val="1A3A2A"/>
          </a:solidFill>
          <a:ln w="12700">
            <a:solidFill>
              <a:srgbClr val="1A3A2A"/>
            </a:solidFill>
            <a:prstDash val="solid"/>
          </a:ln>
        </p:spPr>
      </p:sp>
      <p:sp>
        <p:nvSpPr>
          <p:cNvPr id="116" name="Shape 114"/>
          <p:cNvSpPr/>
          <p:nvPr/>
        </p:nvSpPr>
        <p:spPr>
          <a:xfrm>
            <a:off x="8613648" y="2514600"/>
            <a:ext cx="457200" cy="9144"/>
          </a:xfrm>
          <a:prstGeom prst="rect">
            <a:avLst/>
          </a:prstGeom>
          <a:solidFill>
            <a:srgbClr val="1A3A2A"/>
          </a:solidFill>
          <a:ln w="12700">
            <a:solidFill>
              <a:srgbClr val="1A3A2A"/>
            </a:solidFill>
            <a:prstDash val="solid"/>
          </a:ln>
        </p:spPr>
      </p:sp>
      <p:sp>
        <p:nvSpPr>
          <p:cNvPr id="117" name="Shape 115"/>
          <p:cNvSpPr/>
          <p:nvPr/>
        </p:nvSpPr>
        <p:spPr>
          <a:xfrm>
            <a:off x="9208008" y="2514600"/>
            <a:ext cx="457200" cy="9144"/>
          </a:xfrm>
          <a:prstGeom prst="rect">
            <a:avLst/>
          </a:prstGeom>
          <a:solidFill>
            <a:srgbClr val="1A3A2A"/>
          </a:solidFill>
          <a:ln w="12700">
            <a:solidFill>
              <a:srgbClr val="1A3A2A"/>
            </a:solidFill>
            <a:prstDash val="solid"/>
          </a:ln>
        </p:spPr>
      </p:sp>
      <p:sp>
        <p:nvSpPr>
          <p:cNvPr id="118" name="Shape 116"/>
          <p:cNvSpPr/>
          <p:nvPr/>
        </p:nvSpPr>
        <p:spPr>
          <a:xfrm>
            <a:off x="9802368" y="2514600"/>
            <a:ext cx="457200" cy="9144"/>
          </a:xfrm>
          <a:prstGeom prst="rect">
            <a:avLst/>
          </a:prstGeom>
          <a:solidFill>
            <a:srgbClr val="1A3A2A"/>
          </a:solidFill>
          <a:ln w="12700">
            <a:solidFill>
              <a:srgbClr val="1A3A2A"/>
            </a:solidFill>
            <a:prstDash val="solid"/>
          </a:ln>
        </p:spPr>
      </p:sp>
      <p:sp>
        <p:nvSpPr>
          <p:cNvPr id="119" name="Shape 117"/>
          <p:cNvSpPr/>
          <p:nvPr/>
        </p:nvSpPr>
        <p:spPr>
          <a:xfrm>
            <a:off x="10396728" y="2514600"/>
            <a:ext cx="457200" cy="9144"/>
          </a:xfrm>
          <a:prstGeom prst="rect">
            <a:avLst/>
          </a:prstGeom>
          <a:solidFill>
            <a:srgbClr val="1A3A2A"/>
          </a:solidFill>
          <a:ln w="12700">
            <a:solidFill>
              <a:srgbClr val="1A3A2A"/>
            </a:solidFill>
            <a:prstDash val="solid"/>
          </a:ln>
        </p:spPr>
      </p:sp>
      <p:sp>
        <p:nvSpPr>
          <p:cNvPr id="120" name="Shape 118"/>
          <p:cNvSpPr/>
          <p:nvPr/>
        </p:nvSpPr>
        <p:spPr>
          <a:xfrm>
            <a:off x="10991088" y="2514600"/>
            <a:ext cx="457200" cy="9144"/>
          </a:xfrm>
          <a:prstGeom prst="rect">
            <a:avLst/>
          </a:prstGeom>
          <a:solidFill>
            <a:srgbClr val="1A3A2A"/>
          </a:solidFill>
          <a:ln w="12700">
            <a:solidFill>
              <a:srgbClr val="1A3A2A"/>
            </a:solidFill>
            <a:prstDash val="solid"/>
          </a:ln>
        </p:spPr>
      </p:sp>
      <p:sp>
        <p:nvSpPr>
          <p:cNvPr id="121" name="Shape 119"/>
          <p:cNvSpPr/>
          <p:nvPr/>
        </p:nvSpPr>
        <p:spPr>
          <a:xfrm>
            <a:off x="11585448" y="2514600"/>
            <a:ext cx="457200" cy="9144"/>
          </a:xfrm>
          <a:prstGeom prst="rect">
            <a:avLst/>
          </a:prstGeom>
          <a:solidFill>
            <a:srgbClr val="1A3A2A"/>
          </a:solidFill>
          <a:ln w="12700">
            <a:solidFill>
              <a:srgbClr val="1A3A2A"/>
            </a:solidFill>
            <a:prstDash val="solid"/>
          </a:ln>
        </p:spPr>
      </p:sp>
      <p:sp>
        <p:nvSpPr>
          <p:cNvPr id="122" name="Shape 120"/>
          <p:cNvSpPr/>
          <p:nvPr/>
        </p:nvSpPr>
        <p:spPr>
          <a:xfrm>
            <a:off x="0" y="3017520"/>
            <a:ext cx="457200" cy="9144"/>
          </a:xfrm>
          <a:prstGeom prst="rect">
            <a:avLst/>
          </a:prstGeom>
          <a:solidFill>
            <a:srgbClr val="1A3A2A"/>
          </a:solidFill>
          <a:ln w="12700">
            <a:solidFill>
              <a:srgbClr val="1A3A2A"/>
            </a:solidFill>
            <a:prstDash val="solid"/>
          </a:ln>
        </p:spPr>
      </p:sp>
      <p:sp>
        <p:nvSpPr>
          <p:cNvPr id="123" name="Shape 121"/>
          <p:cNvSpPr/>
          <p:nvPr/>
        </p:nvSpPr>
        <p:spPr>
          <a:xfrm>
            <a:off x="594360" y="3017520"/>
            <a:ext cx="457200" cy="9144"/>
          </a:xfrm>
          <a:prstGeom prst="rect">
            <a:avLst/>
          </a:prstGeom>
          <a:solidFill>
            <a:srgbClr val="1A3A2A"/>
          </a:solidFill>
          <a:ln w="12700">
            <a:solidFill>
              <a:srgbClr val="1A3A2A"/>
            </a:solidFill>
            <a:prstDash val="solid"/>
          </a:ln>
        </p:spPr>
      </p:sp>
      <p:sp>
        <p:nvSpPr>
          <p:cNvPr id="124" name="Shape 122"/>
          <p:cNvSpPr/>
          <p:nvPr/>
        </p:nvSpPr>
        <p:spPr>
          <a:xfrm>
            <a:off x="1188720" y="3017520"/>
            <a:ext cx="457200" cy="9144"/>
          </a:xfrm>
          <a:prstGeom prst="rect">
            <a:avLst/>
          </a:prstGeom>
          <a:solidFill>
            <a:srgbClr val="1A3A2A"/>
          </a:solidFill>
          <a:ln w="12700">
            <a:solidFill>
              <a:srgbClr val="1A3A2A"/>
            </a:solidFill>
            <a:prstDash val="solid"/>
          </a:ln>
        </p:spPr>
      </p:sp>
      <p:sp>
        <p:nvSpPr>
          <p:cNvPr id="125" name="Shape 123"/>
          <p:cNvSpPr/>
          <p:nvPr/>
        </p:nvSpPr>
        <p:spPr>
          <a:xfrm>
            <a:off x="1783080" y="3017520"/>
            <a:ext cx="457200" cy="9144"/>
          </a:xfrm>
          <a:prstGeom prst="rect">
            <a:avLst/>
          </a:prstGeom>
          <a:solidFill>
            <a:srgbClr val="1A3A2A"/>
          </a:solidFill>
          <a:ln w="12700">
            <a:solidFill>
              <a:srgbClr val="1A3A2A"/>
            </a:solidFill>
            <a:prstDash val="solid"/>
          </a:ln>
        </p:spPr>
      </p:sp>
      <p:sp>
        <p:nvSpPr>
          <p:cNvPr id="126" name="Shape 124"/>
          <p:cNvSpPr/>
          <p:nvPr/>
        </p:nvSpPr>
        <p:spPr>
          <a:xfrm>
            <a:off x="2377440" y="3017520"/>
            <a:ext cx="457200" cy="9144"/>
          </a:xfrm>
          <a:prstGeom prst="rect">
            <a:avLst/>
          </a:prstGeom>
          <a:solidFill>
            <a:srgbClr val="1A3A2A"/>
          </a:solidFill>
          <a:ln w="12700">
            <a:solidFill>
              <a:srgbClr val="1A3A2A"/>
            </a:solidFill>
            <a:prstDash val="solid"/>
          </a:ln>
        </p:spPr>
      </p:sp>
      <p:sp>
        <p:nvSpPr>
          <p:cNvPr id="127" name="Shape 125"/>
          <p:cNvSpPr/>
          <p:nvPr/>
        </p:nvSpPr>
        <p:spPr>
          <a:xfrm>
            <a:off x="2971800" y="3017520"/>
            <a:ext cx="457200" cy="9144"/>
          </a:xfrm>
          <a:prstGeom prst="rect">
            <a:avLst/>
          </a:prstGeom>
          <a:solidFill>
            <a:srgbClr val="1A3A2A"/>
          </a:solidFill>
          <a:ln w="12700">
            <a:solidFill>
              <a:srgbClr val="1A3A2A"/>
            </a:solidFill>
            <a:prstDash val="solid"/>
          </a:ln>
        </p:spPr>
      </p:sp>
      <p:sp>
        <p:nvSpPr>
          <p:cNvPr id="128" name="Shape 126"/>
          <p:cNvSpPr/>
          <p:nvPr/>
        </p:nvSpPr>
        <p:spPr>
          <a:xfrm>
            <a:off x="3566160" y="3017520"/>
            <a:ext cx="457200" cy="9144"/>
          </a:xfrm>
          <a:prstGeom prst="rect">
            <a:avLst/>
          </a:prstGeom>
          <a:solidFill>
            <a:srgbClr val="1A3A2A"/>
          </a:solidFill>
          <a:ln w="12700">
            <a:solidFill>
              <a:srgbClr val="1A3A2A"/>
            </a:solidFill>
            <a:prstDash val="solid"/>
          </a:ln>
        </p:spPr>
      </p:sp>
      <p:sp>
        <p:nvSpPr>
          <p:cNvPr id="129" name="Shape 127"/>
          <p:cNvSpPr/>
          <p:nvPr/>
        </p:nvSpPr>
        <p:spPr>
          <a:xfrm>
            <a:off x="4160520" y="3017520"/>
            <a:ext cx="457200" cy="9144"/>
          </a:xfrm>
          <a:prstGeom prst="rect">
            <a:avLst/>
          </a:prstGeom>
          <a:solidFill>
            <a:srgbClr val="1A3A2A"/>
          </a:solidFill>
          <a:ln w="12700">
            <a:solidFill>
              <a:srgbClr val="1A3A2A"/>
            </a:solidFill>
            <a:prstDash val="solid"/>
          </a:ln>
        </p:spPr>
      </p:sp>
      <p:sp>
        <p:nvSpPr>
          <p:cNvPr id="130" name="Shape 128"/>
          <p:cNvSpPr/>
          <p:nvPr/>
        </p:nvSpPr>
        <p:spPr>
          <a:xfrm>
            <a:off x="4754880" y="3017520"/>
            <a:ext cx="457200" cy="9144"/>
          </a:xfrm>
          <a:prstGeom prst="rect">
            <a:avLst/>
          </a:prstGeom>
          <a:solidFill>
            <a:srgbClr val="1A3A2A"/>
          </a:solidFill>
          <a:ln w="12700">
            <a:solidFill>
              <a:srgbClr val="1A3A2A"/>
            </a:solidFill>
            <a:prstDash val="solid"/>
          </a:ln>
        </p:spPr>
      </p:sp>
      <p:sp>
        <p:nvSpPr>
          <p:cNvPr id="131" name="Shape 129"/>
          <p:cNvSpPr/>
          <p:nvPr/>
        </p:nvSpPr>
        <p:spPr>
          <a:xfrm>
            <a:off x="5349240" y="3017520"/>
            <a:ext cx="457200" cy="9144"/>
          </a:xfrm>
          <a:prstGeom prst="rect">
            <a:avLst/>
          </a:prstGeom>
          <a:solidFill>
            <a:srgbClr val="1A3A2A"/>
          </a:solidFill>
          <a:ln w="12700">
            <a:solidFill>
              <a:srgbClr val="1A3A2A"/>
            </a:solidFill>
            <a:prstDash val="solid"/>
          </a:ln>
        </p:spPr>
      </p:sp>
      <p:sp>
        <p:nvSpPr>
          <p:cNvPr id="132" name="Shape 130"/>
          <p:cNvSpPr/>
          <p:nvPr/>
        </p:nvSpPr>
        <p:spPr>
          <a:xfrm>
            <a:off x="5943600" y="3017520"/>
            <a:ext cx="457200" cy="9144"/>
          </a:xfrm>
          <a:prstGeom prst="rect">
            <a:avLst/>
          </a:prstGeom>
          <a:solidFill>
            <a:srgbClr val="1A3A2A"/>
          </a:solidFill>
          <a:ln w="12700">
            <a:solidFill>
              <a:srgbClr val="1A3A2A"/>
            </a:solidFill>
            <a:prstDash val="solid"/>
          </a:ln>
        </p:spPr>
      </p:sp>
      <p:sp>
        <p:nvSpPr>
          <p:cNvPr id="133" name="Shape 131"/>
          <p:cNvSpPr/>
          <p:nvPr/>
        </p:nvSpPr>
        <p:spPr>
          <a:xfrm>
            <a:off x="6537960" y="3017520"/>
            <a:ext cx="457200" cy="9144"/>
          </a:xfrm>
          <a:prstGeom prst="rect">
            <a:avLst/>
          </a:prstGeom>
          <a:solidFill>
            <a:srgbClr val="1A3A2A"/>
          </a:solidFill>
          <a:ln w="12700">
            <a:solidFill>
              <a:srgbClr val="1A3A2A"/>
            </a:solidFill>
            <a:prstDash val="solid"/>
          </a:ln>
        </p:spPr>
      </p:sp>
      <p:sp>
        <p:nvSpPr>
          <p:cNvPr id="134" name="Shape 132"/>
          <p:cNvSpPr/>
          <p:nvPr/>
        </p:nvSpPr>
        <p:spPr>
          <a:xfrm>
            <a:off x="7132320" y="3017520"/>
            <a:ext cx="457200" cy="9144"/>
          </a:xfrm>
          <a:prstGeom prst="rect">
            <a:avLst/>
          </a:prstGeom>
          <a:solidFill>
            <a:srgbClr val="1A3A2A"/>
          </a:solidFill>
          <a:ln w="12700">
            <a:solidFill>
              <a:srgbClr val="1A3A2A"/>
            </a:solidFill>
            <a:prstDash val="solid"/>
          </a:ln>
        </p:spPr>
      </p:sp>
      <p:sp>
        <p:nvSpPr>
          <p:cNvPr id="135" name="Shape 133"/>
          <p:cNvSpPr/>
          <p:nvPr/>
        </p:nvSpPr>
        <p:spPr>
          <a:xfrm>
            <a:off x="7726680" y="3017520"/>
            <a:ext cx="457200" cy="9144"/>
          </a:xfrm>
          <a:prstGeom prst="rect">
            <a:avLst/>
          </a:prstGeom>
          <a:solidFill>
            <a:srgbClr val="1A3A2A"/>
          </a:solidFill>
          <a:ln w="12700">
            <a:solidFill>
              <a:srgbClr val="1A3A2A"/>
            </a:solidFill>
            <a:prstDash val="solid"/>
          </a:ln>
        </p:spPr>
      </p:sp>
      <p:sp>
        <p:nvSpPr>
          <p:cNvPr id="136" name="Shape 134"/>
          <p:cNvSpPr/>
          <p:nvPr/>
        </p:nvSpPr>
        <p:spPr>
          <a:xfrm>
            <a:off x="8321040" y="3017520"/>
            <a:ext cx="457200" cy="9144"/>
          </a:xfrm>
          <a:prstGeom prst="rect">
            <a:avLst/>
          </a:prstGeom>
          <a:solidFill>
            <a:srgbClr val="1A3A2A"/>
          </a:solidFill>
          <a:ln w="12700">
            <a:solidFill>
              <a:srgbClr val="1A3A2A"/>
            </a:solidFill>
            <a:prstDash val="solid"/>
          </a:ln>
        </p:spPr>
      </p:sp>
      <p:sp>
        <p:nvSpPr>
          <p:cNvPr id="137" name="Shape 135"/>
          <p:cNvSpPr/>
          <p:nvPr/>
        </p:nvSpPr>
        <p:spPr>
          <a:xfrm>
            <a:off x="8915400" y="3017520"/>
            <a:ext cx="457200" cy="9144"/>
          </a:xfrm>
          <a:prstGeom prst="rect">
            <a:avLst/>
          </a:prstGeom>
          <a:solidFill>
            <a:srgbClr val="1A3A2A"/>
          </a:solidFill>
          <a:ln w="12700">
            <a:solidFill>
              <a:srgbClr val="1A3A2A"/>
            </a:solidFill>
            <a:prstDash val="solid"/>
          </a:ln>
        </p:spPr>
      </p:sp>
      <p:sp>
        <p:nvSpPr>
          <p:cNvPr id="138" name="Shape 136"/>
          <p:cNvSpPr/>
          <p:nvPr/>
        </p:nvSpPr>
        <p:spPr>
          <a:xfrm>
            <a:off x="9509760" y="3017520"/>
            <a:ext cx="457200" cy="9144"/>
          </a:xfrm>
          <a:prstGeom prst="rect">
            <a:avLst/>
          </a:prstGeom>
          <a:solidFill>
            <a:srgbClr val="1A3A2A"/>
          </a:solidFill>
          <a:ln w="12700">
            <a:solidFill>
              <a:srgbClr val="1A3A2A"/>
            </a:solidFill>
            <a:prstDash val="solid"/>
          </a:ln>
        </p:spPr>
      </p:sp>
      <p:sp>
        <p:nvSpPr>
          <p:cNvPr id="139" name="Shape 137"/>
          <p:cNvSpPr/>
          <p:nvPr/>
        </p:nvSpPr>
        <p:spPr>
          <a:xfrm>
            <a:off x="10104120" y="3017520"/>
            <a:ext cx="457200" cy="9144"/>
          </a:xfrm>
          <a:prstGeom prst="rect">
            <a:avLst/>
          </a:prstGeom>
          <a:solidFill>
            <a:srgbClr val="1A3A2A"/>
          </a:solidFill>
          <a:ln w="12700">
            <a:solidFill>
              <a:srgbClr val="1A3A2A"/>
            </a:solidFill>
            <a:prstDash val="solid"/>
          </a:ln>
        </p:spPr>
      </p:sp>
      <p:sp>
        <p:nvSpPr>
          <p:cNvPr id="140" name="Shape 138"/>
          <p:cNvSpPr/>
          <p:nvPr/>
        </p:nvSpPr>
        <p:spPr>
          <a:xfrm>
            <a:off x="10698480" y="3017520"/>
            <a:ext cx="457200" cy="9144"/>
          </a:xfrm>
          <a:prstGeom prst="rect">
            <a:avLst/>
          </a:prstGeom>
          <a:solidFill>
            <a:srgbClr val="1A3A2A"/>
          </a:solidFill>
          <a:ln w="12700">
            <a:solidFill>
              <a:srgbClr val="1A3A2A"/>
            </a:solidFill>
            <a:prstDash val="solid"/>
          </a:ln>
        </p:spPr>
      </p:sp>
      <p:sp>
        <p:nvSpPr>
          <p:cNvPr id="141" name="Shape 139"/>
          <p:cNvSpPr/>
          <p:nvPr/>
        </p:nvSpPr>
        <p:spPr>
          <a:xfrm>
            <a:off x="11292840" y="3017520"/>
            <a:ext cx="457200" cy="9144"/>
          </a:xfrm>
          <a:prstGeom prst="rect">
            <a:avLst/>
          </a:prstGeom>
          <a:solidFill>
            <a:srgbClr val="1A3A2A"/>
          </a:solidFill>
          <a:ln w="12700">
            <a:solidFill>
              <a:srgbClr val="1A3A2A"/>
            </a:solidFill>
            <a:prstDash val="solid"/>
          </a:ln>
        </p:spPr>
      </p:sp>
      <p:sp>
        <p:nvSpPr>
          <p:cNvPr id="142" name="Shape 140"/>
          <p:cNvSpPr/>
          <p:nvPr/>
        </p:nvSpPr>
        <p:spPr>
          <a:xfrm>
            <a:off x="292608" y="3520440"/>
            <a:ext cx="457200" cy="9144"/>
          </a:xfrm>
          <a:prstGeom prst="rect">
            <a:avLst/>
          </a:prstGeom>
          <a:solidFill>
            <a:srgbClr val="1A3A2A"/>
          </a:solidFill>
          <a:ln w="12700">
            <a:solidFill>
              <a:srgbClr val="1A3A2A"/>
            </a:solidFill>
            <a:prstDash val="solid"/>
          </a:ln>
        </p:spPr>
      </p:sp>
      <p:sp>
        <p:nvSpPr>
          <p:cNvPr id="143" name="Shape 141"/>
          <p:cNvSpPr/>
          <p:nvPr/>
        </p:nvSpPr>
        <p:spPr>
          <a:xfrm>
            <a:off x="886968" y="3520440"/>
            <a:ext cx="457200" cy="9144"/>
          </a:xfrm>
          <a:prstGeom prst="rect">
            <a:avLst/>
          </a:prstGeom>
          <a:solidFill>
            <a:srgbClr val="1A3A2A"/>
          </a:solidFill>
          <a:ln w="12700">
            <a:solidFill>
              <a:srgbClr val="1A3A2A"/>
            </a:solidFill>
            <a:prstDash val="solid"/>
          </a:ln>
        </p:spPr>
      </p:sp>
      <p:sp>
        <p:nvSpPr>
          <p:cNvPr id="144" name="Shape 142"/>
          <p:cNvSpPr/>
          <p:nvPr/>
        </p:nvSpPr>
        <p:spPr>
          <a:xfrm>
            <a:off x="1481328" y="3520440"/>
            <a:ext cx="457200" cy="9144"/>
          </a:xfrm>
          <a:prstGeom prst="rect">
            <a:avLst/>
          </a:prstGeom>
          <a:solidFill>
            <a:srgbClr val="1A3A2A"/>
          </a:solidFill>
          <a:ln w="12700">
            <a:solidFill>
              <a:srgbClr val="1A3A2A"/>
            </a:solidFill>
            <a:prstDash val="solid"/>
          </a:ln>
        </p:spPr>
      </p:sp>
      <p:sp>
        <p:nvSpPr>
          <p:cNvPr id="145" name="Shape 143"/>
          <p:cNvSpPr/>
          <p:nvPr/>
        </p:nvSpPr>
        <p:spPr>
          <a:xfrm>
            <a:off x="2075688" y="3520440"/>
            <a:ext cx="457200" cy="9144"/>
          </a:xfrm>
          <a:prstGeom prst="rect">
            <a:avLst/>
          </a:prstGeom>
          <a:solidFill>
            <a:srgbClr val="1A3A2A"/>
          </a:solidFill>
          <a:ln w="12700">
            <a:solidFill>
              <a:srgbClr val="1A3A2A"/>
            </a:solidFill>
            <a:prstDash val="solid"/>
          </a:ln>
        </p:spPr>
      </p:sp>
      <p:sp>
        <p:nvSpPr>
          <p:cNvPr id="146" name="Shape 144"/>
          <p:cNvSpPr/>
          <p:nvPr/>
        </p:nvSpPr>
        <p:spPr>
          <a:xfrm>
            <a:off x="2670048" y="3520440"/>
            <a:ext cx="457200" cy="9144"/>
          </a:xfrm>
          <a:prstGeom prst="rect">
            <a:avLst/>
          </a:prstGeom>
          <a:solidFill>
            <a:srgbClr val="1A3A2A"/>
          </a:solidFill>
          <a:ln w="12700">
            <a:solidFill>
              <a:srgbClr val="1A3A2A"/>
            </a:solidFill>
            <a:prstDash val="solid"/>
          </a:ln>
        </p:spPr>
      </p:sp>
      <p:sp>
        <p:nvSpPr>
          <p:cNvPr id="147" name="Shape 145"/>
          <p:cNvSpPr/>
          <p:nvPr/>
        </p:nvSpPr>
        <p:spPr>
          <a:xfrm>
            <a:off x="3264408" y="3520440"/>
            <a:ext cx="457200" cy="9144"/>
          </a:xfrm>
          <a:prstGeom prst="rect">
            <a:avLst/>
          </a:prstGeom>
          <a:solidFill>
            <a:srgbClr val="1A3A2A"/>
          </a:solidFill>
          <a:ln w="12700">
            <a:solidFill>
              <a:srgbClr val="1A3A2A"/>
            </a:solidFill>
            <a:prstDash val="solid"/>
          </a:ln>
        </p:spPr>
      </p:sp>
      <p:sp>
        <p:nvSpPr>
          <p:cNvPr id="148" name="Shape 146"/>
          <p:cNvSpPr/>
          <p:nvPr/>
        </p:nvSpPr>
        <p:spPr>
          <a:xfrm>
            <a:off x="3858768" y="3520440"/>
            <a:ext cx="457200" cy="9144"/>
          </a:xfrm>
          <a:prstGeom prst="rect">
            <a:avLst/>
          </a:prstGeom>
          <a:solidFill>
            <a:srgbClr val="1A3A2A"/>
          </a:solidFill>
          <a:ln w="12700">
            <a:solidFill>
              <a:srgbClr val="1A3A2A"/>
            </a:solidFill>
            <a:prstDash val="solid"/>
          </a:ln>
        </p:spPr>
      </p:sp>
      <p:sp>
        <p:nvSpPr>
          <p:cNvPr id="149" name="Shape 147"/>
          <p:cNvSpPr/>
          <p:nvPr/>
        </p:nvSpPr>
        <p:spPr>
          <a:xfrm>
            <a:off x="4453128" y="3520440"/>
            <a:ext cx="457200" cy="9144"/>
          </a:xfrm>
          <a:prstGeom prst="rect">
            <a:avLst/>
          </a:prstGeom>
          <a:solidFill>
            <a:srgbClr val="1A3A2A"/>
          </a:solidFill>
          <a:ln w="12700">
            <a:solidFill>
              <a:srgbClr val="1A3A2A"/>
            </a:solidFill>
            <a:prstDash val="solid"/>
          </a:ln>
        </p:spPr>
      </p:sp>
      <p:sp>
        <p:nvSpPr>
          <p:cNvPr id="150" name="Shape 148"/>
          <p:cNvSpPr/>
          <p:nvPr/>
        </p:nvSpPr>
        <p:spPr>
          <a:xfrm>
            <a:off x="5047488" y="3520440"/>
            <a:ext cx="457200" cy="9144"/>
          </a:xfrm>
          <a:prstGeom prst="rect">
            <a:avLst/>
          </a:prstGeom>
          <a:solidFill>
            <a:srgbClr val="1A3A2A"/>
          </a:solidFill>
          <a:ln w="12700">
            <a:solidFill>
              <a:srgbClr val="1A3A2A"/>
            </a:solidFill>
            <a:prstDash val="solid"/>
          </a:ln>
        </p:spPr>
      </p:sp>
      <p:sp>
        <p:nvSpPr>
          <p:cNvPr id="151" name="Shape 149"/>
          <p:cNvSpPr/>
          <p:nvPr/>
        </p:nvSpPr>
        <p:spPr>
          <a:xfrm>
            <a:off x="5641848" y="3520440"/>
            <a:ext cx="457200" cy="9144"/>
          </a:xfrm>
          <a:prstGeom prst="rect">
            <a:avLst/>
          </a:prstGeom>
          <a:solidFill>
            <a:srgbClr val="1A3A2A"/>
          </a:solidFill>
          <a:ln w="12700">
            <a:solidFill>
              <a:srgbClr val="1A3A2A"/>
            </a:solidFill>
            <a:prstDash val="solid"/>
          </a:ln>
        </p:spPr>
      </p:sp>
      <p:sp>
        <p:nvSpPr>
          <p:cNvPr id="152" name="Shape 150"/>
          <p:cNvSpPr/>
          <p:nvPr/>
        </p:nvSpPr>
        <p:spPr>
          <a:xfrm>
            <a:off x="6236208" y="3520440"/>
            <a:ext cx="457200" cy="9144"/>
          </a:xfrm>
          <a:prstGeom prst="rect">
            <a:avLst/>
          </a:prstGeom>
          <a:solidFill>
            <a:srgbClr val="1A3A2A"/>
          </a:solidFill>
          <a:ln w="12700">
            <a:solidFill>
              <a:srgbClr val="1A3A2A"/>
            </a:solidFill>
            <a:prstDash val="solid"/>
          </a:ln>
        </p:spPr>
      </p:sp>
      <p:sp>
        <p:nvSpPr>
          <p:cNvPr id="153" name="Shape 151"/>
          <p:cNvSpPr/>
          <p:nvPr/>
        </p:nvSpPr>
        <p:spPr>
          <a:xfrm>
            <a:off x="6830568" y="3520440"/>
            <a:ext cx="457200" cy="9144"/>
          </a:xfrm>
          <a:prstGeom prst="rect">
            <a:avLst/>
          </a:prstGeom>
          <a:solidFill>
            <a:srgbClr val="1A3A2A"/>
          </a:solidFill>
          <a:ln w="12700">
            <a:solidFill>
              <a:srgbClr val="1A3A2A"/>
            </a:solidFill>
            <a:prstDash val="solid"/>
          </a:ln>
        </p:spPr>
      </p:sp>
      <p:sp>
        <p:nvSpPr>
          <p:cNvPr id="154" name="Shape 152"/>
          <p:cNvSpPr/>
          <p:nvPr/>
        </p:nvSpPr>
        <p:spPr>
          <a:xfrm>
            <a:off x="7424928" y="3520440"/>
            <a:ext cx="457200" cy="9144"/>
          </a:xfrm>
          <a:prstGeom prst="rect">
            <a:avLst/>
          </a:prstGeom>
          <a:solidFill>
            <a:srgbClr val="1A3A2A"/>
          </a:solidFill>
          <a:ln w="12700">
            <a:solidFill>
              <a:srgbClr val="1A3A2A"/>
            </a:solidFill>
            <a:prstDash val="solid"/>
          </a:ln>
        </p:spPr>
      </p:sp>
      <p:sp>
        <p:nvSpPr>
          <p:cNvPr id="155" name="Shape 153"/>
          <p:cNvSpPr/>
          <p:nvPr/>
        </p:nvSpPr>
        <p:spPr>
          <a:xfrm>
            <a:off x="8019288" y="3520440"/>
            <a:ext cx="457200" cy="9144"/>
          </a:xfrm>
          <a:prstGeom prst="rect">
            <a:avLst/>
          </a:prstGeom>
          <a:solidFill>
            <a:srgbClr val="1A3A2A"/>
          </a:solidFill>
          <a:ln w="12700">
            <a:solidFill>
              <a:srgbClr val="1A3A2A"/>
            </a:solidFill>
            <a:prstDash val="solid"/>
          </a:ln>
        </p:spPr>
      </p:sp>
      <p:sp>
        <p:nvSpPr>
          <p:cNvPr id="156" name="Shape 154"/>
          <p:cNvSpPr/>
          <p:nvPr/>
        </p:nvSpPr>
        <p:spPr>
          <a:xfrm>
            <a:off x="8613648" y="3520440"/>
            <a:ext cx="457200" cy="9144"/>
          </a:xfrm>
          <a:prstGeom prst="rect">
            <a:avLst/>
          </a:prstGeom>
          <a:solidFill>
            <a:srgbClr val="1A3A2A"/>
          </a:solidFill>
          <a:ln w="12700">
            <a:solidFill>
              <a:srgbClr val="1A3A2A"/>
            </a:solidFill>
            <a:prstDash val="solid"/>
          </a:ln>
        </p:spPr>
      </p:sp>
      <p:sp>
        <p:nvSpPr>
          <p:cNvPr id="157" name="Shape 155"/>
          <p:cNvSpPr/>
          <p:nvPr/>
        </p:nvSpPr>
        <p:spPr>
          <a:xfrm>
            <a:off x="9208008" y="3520440"/>
            <a:ext cx="457200" cy="9144"/>
          </a:xfrm>
          <a:prstGeom prst="rect">
            <a:avLst/>
          </a:prstGeom>
          <a:solidFill>
            <a:srgbClr val="1A3A2A"/>
          </a:solidFill>
          <a:ln w="12700">
            <a:solidFill>
              <a:srgbClr val="1A3A2A"/>
            </a:solidFill>
            <a:prstDash val="solid"/>
          </a:ln>
        </p:spPr>
      </p:sp>
      <p:sp>
        <p:nvSpPr>
          <p:cNvPr id="158" name="Shape 156"/>
          <p:cNvSpPr/>
          <p:nvPr/>
        </p:nvSpPr>
        <p:spPr>
          <a:xfrm>
            <a:off x="9802368" y="3520440"/>
            <a:ext cx="457200" cy="9144"/>
          </a:xfrm>
          <a:prstGeom prst="rect">
            <a:avLst/>
          </a:prstGeom>
          <a:solidFill>
            <a:srgbClr val="1A3A2A"/>
          </a:solidFill>
          <a:ln w="12700">
            <a:solidFill>
              <a:srgbClr val="1A3A2A"/>
            </a:solidFill>
            <a:prstDash val="solid"/>
          </a:ln>
        </p:spPr>
      </p:sp>
      <p:sp>
        <p:nvSpPr>
          <p:cNvPr id="159" name="Shape 157"/>
          <p:cNvSpPr/>
          <p:nvPr/>
        </p:nvSpPr>
        <p:spPr>
          <a:xfrm>
            <a:off x="10396728" y="3520440"/>
            <a:ext cx="457200" cy="9144"/>
          </a:xfrm>
          <a:prstGeom prst="rect">
            <a:avLst/>
          </a:prstGeom>
          <a:solidFill>
            <a:srgbClr val="1A3A2A"/>
          </a:solidFill>
          <a:ln w="12700">
            <a:solidFill>
              <a:srgbClr val="1A3A2A"/>
            </a:solidFill>
            <a:prstDash val="solid"/>
          </a:ln>
        </p:spPr>
      </p:sp>
      <p:sp>
        <p:nvSpPr>
          <p:cNvPr id="160" name="Shape 158"/>
          <p:cNvSpPr/>
          <p:nvPr/>
        </p:nvSpPr>
        <p:spPr>
          <a:xfrm>
            <a:off x="10991088" y="3520440"/>
            <a:ext cx="457200" cy="9144"/>
          </a:xfrm>
          <a:prstGeom prst="rect">
            <a:avLst/>
          </a:prstGeom>
          <a:solidFill>
            <a:srgbClr val="1A3A2A"/>
          </a:solidFill>
          <a:ln w="12700">
            <a:solidFill>
              <a:srgbClr val="1A3A2A"/>
            </a:solidFill>
            <a:prstDash val="solid"/>
          </a:ln>
        </p:spPr>
      </p:sp>
      <p:sp>
        <p:nvSpPr>
          <p:cNvPr id="161" name="Shape 159"/>
          <p:cNvSpPr/>
          <p:nvPr/>
        </p:nvSpPr>
        <p:spPr>
          <a:xfrm>
            <a:off x="11585448" y="3520440"/>
            <a:ext cx="457200" cy="9144"/>
          </a:xfrm>
          <a:prstGeom prst="rect">
            <a:avLst/>
          </a:prstGeom>
          <a:solidFill>
            <a:srgbClr val="1A3A2A"/>
          </a:solidFill>
          <a:ln w="12700">
            <a:solidFill>
              <a:srgbClr val="1A3A2A"/>
            </a:solidFill>
            <a:prstDash val="solid"/>
          </a:ln>
        </p:spPr>
      </p:sp>
      <p:sp>
        <p:nvSpPr>
          <p:cNvPr id="162" name="Shape 160"/>
          <p:cNvSpPr/>
          <p:nvPr/>
        </p:nvSpPr>
        <p:spPr>
          <a:xfrm>
            <a:off x="0" y="0"/>
            <a:ext cx="12188952" cy="18288"/>
          </a:xfrm>
          <a:prstGeom prst="rect">
            <a:avLst/>
          </a:prstGeom>
          <a:solidFill>
            <a:srgbClr val="B44FFF"/>
          </a:solidFill>
          <a:ln/>
        </p:spPr>
      </p:sp>
      <p:sp>
        <p:nvSpPr>
          <p:cNvPr id="163" name="Shape 161"/>
          <p:cNvSpPr/>
          <p:nvPr/>
        </p:nvSpPr>
        <p:spPr>
          <a:xfrm>
            <a:off x="0" y="6839712"/>
            <a:ext cx="12188952" cy="18288"/>
          </a:xfrm>
          <a:prstGeom prst="rect">
            <a:avLst/>
          </a:prstGeom>
          <a:solidFill>
            <a:srgbClr val="B44FFF"/>
          </a:solidFill>
          <a:ln/>
        </p:spPr>
      </p:sp>
      <p:sp>
        <p:nvSpPr>
          <p:cNvPr id="164" name="Shape 162"/>
          <p:cNvSpPr/>
          <p:nvPr/>
        </p:nvSpPr>
        <p:spPr>
          <a:xfrm>
            <a:off x="0" y="0"/>
            <a:ext cx="73152" cy="6858000"/>
          </a:xfrm>
          <a:prstGeom prst="rect">
            <a:avLst/>
          </a:prstGeom>
          <a:solidFill>
            <a:srgbClr val="B44FFF"/>
          </a:solidFill>
          <a:ln/>
          <a:effectLst>
            <a:outerShdw sx="100000" sy="100000" kx="0" ky="0" algn="bl" rotWithShape="0" blurRad="254000" dist="50800" dir="16200000">
              <a:srgbClr val="B44FFF">
                <a:alpha val="50000"/>
              </a:srgbClr>
            </a:outerShdw>
          </a:effectLst>
        </p:spPr>
      </p:sp>
      <p:sp>
        <p:nvSpPr>
          <p:cNvPr id="165" name="Text 163"/>
          <p:cNvSpPr/>
          <p:nvPr/>
        </p:nvSpPr>
        <p:spPr>
          <a:xfrm>
            <a:off x="274320" y="91440"/>
            <a:ext cx="8229600" cy="594360"/>
          </a:xfrm>
          <a:prstGeom prst="rect">
            <a:avLst/>
          </a:prstGeom>
          <a:noFill/>
          <a:ln/>
          <a:effectLst>
            <a:outerShdw sx="100000" sy="100000" kx="0" ky="0" algn="bl" rotWithShape="0" blurRad="254000" dist="50800" dir="16200000">
              <a:srgbClr val="B44FFF">
                <a:alpha val="50000"/>
              </a:srgbClr>
            </a:outerShdw>
          </a:effectLst>
        </p:spPr>
        <p:txBody>
          <a:bodyPr wrap="square" rtlCol="0" anchor="ctr"/>
          <a:lstStyle/>
          <a:p>
            <a:pPr indent="0" marL="0">
              <a:buNone/>
            </a:pPr>
            <a:r>
              <a:rPr lang="en-US" sz="3400" b="1" dirty="0">
                <a:solidFill>
                  <a:srgbClr val="B44FFF"/>
                </a:solidFill>
                <a:latin typeface="Trebuchet MS" pitchFamily="34" charset="0"/>
                <a:ea typeface="Trebuchet MS" pitchFamily="34" charset="-122"/>
                <a:cs typeface="Trebuchet MS" pitchFamily="34" charset="-120"/>
              </a:rPr>
              <a:t>// THE INNOVATION</a:t>
            </a:r>
            <a:endParaRPr lang="en-US" sz="3400" dirty="0"/>
          </a:p>
        </p:txBody>
      </p:sp>
      <p:sp>
        <p:nvSpPr>
          <p:cNvPr id="166" name="Text 164"/>
          <p:cNvSpPr/>
          <p:nvPr/>
        </p:nvSpPr>
        <p:spPr>
          <a:xfrm>
            <a:off x="274320" y="713232"/>
            <a:ext cx="9144000" cy="292608"/>
          </a:xfrm>
          <a:prstGeom prst="rect">
            <a:avLst/>
          </a:prstGeom>
          <a:noFill/>
          <a:ln/>
        </p:spPr>
        <p:txBody>
          <a:bodyPr wrap="square" rtlCol="0" anchor="ctr"/>
          <a:lstStyle/>
          <a:p>
            <a:pPr indent="0" marL="0">
              <a:buNone/>
            </a:pPr>
            <a:r>
              <a:rPr lang="en-US" sz="1200" i="1" dirty="0">
                <a:solidFill>
                  <a:srgbClr val="4A8A6A"/>
                </a:solidFill>
                <a:latin typeface="Calibri" pitchFamily="34" charset="0"/>
                <a:ea typeface="Calibri" pitchFamily="34" charset="-122"/>
                <a:cs typeface="Calibri" pitchFamily="34" charset="-120"/>
              </a:rPr>
              <a:t>StateBrain™ Neural Engine vs Traditional Farming Advisory</a:t>
            </a:r>
            <a:endParaRPr lang="en-US" sz="1200" dirty="0"/>
          </a:p>
        </p:txBody>
      </p:sp>
      <p:sp>
        <p:nvSpPr>
          <p:cNvPr id="167" name="Shape 165"/>
          <p:cNvSpPr/>
          <p:nvPr/>
        </p:nvSpPr>
        <p:spPr>
          <a:xfrm>
            <a:off x="274320" y="1051560"/>
            <a:ext cx="11430000" cy="27432"/>
          </a:xfrm>
          <a:prstGeom prst="rect">
            <a:avLst/>
          </a:prstGeom>
          <a:solidFill>
            <a:srgbClr val="B44FFF"/>
          </a:solidFill>
          <a:ln/>
          <a:effectLst>
            <a:outerShdw sx="100000" sy="100000" kx="0" ky="0" algn="bl" rotWithShape="0" blurRad="254000" dist="50800" dir="16200000">
              <a:srgbClr val="B44FFF">
                <a:alpha val="50000"/>
              </a:srgbClr>
            </a:outerShdw>
          </a:effectLst>
        </p:spPr>
      </p:sp>
      <p:sp>
        <p:nvSpPr>
          <p:cNvPr id="168" name="Shape 166"/>
          <p:cNvSpPr/>
          <p:nvPr/>
        </p:nvSpPr>
        <p:spPr>
          <a:xfrm>
            <a:off x="274320" y="1188720"/>
            <a:ext cx="5029200" cy="4663440"/>
          </a:xfrm>
          <a:prstGeom prst="rect">
            <a:avLst/>
          </a:prstGeom>
          <a:solidFill>
            <a:srgbClr val="1A0505"/>
          </a:solidFill>
          <a:ln w="19050">
            <a:solidFill>
              <a:srgbClr val="FF6B35"/>
            </a:solidFill>
            <a:prstDash val="solid"/>
          </a:ln>
          <a:effectLst>
            <a:outerShdw sx="100000" sy="100000" kx="0" ky="0" algn="bl" rotWithShape="0" blurRad="254000" dist="50800" dir="16200000">
              <a:srgbClr val="FF6B35">
                <a:alpha val="50000"/>
              </a:srgbClr>
            </a:outerShdw>
          </a:effectLst>
        </p:spPr>
      </p:sp>
      <p:sp>
        <p:nvSpPr>
          <p:cNvPr id="169" name="Shape 167"/>
          <p:cNvSpPr/>
          <p:nvPr/>
        </p:nvSpPr>
        <p:spPr>
          <a:xfrm>
            <a:off x="274320" y="1188720"/>
            <a:ext cx="5029200" cy="457200"/>
          </a:xfrm>
          <a:prstGeom prst="rect">
            <a:avLst/>
          </a:prstGeom>
          <a:solidFill>
            <a:srgbClr val="FF6B35"/>
          </a:solidFill>
          <a:ln/>
        </p:spPr>
      </p:sp>
      <p:sp>
        <p:nvSpPr>
          <p:cNvPr id="170" name="Text 168"/>
          <p:cNvSpPr/>
          <p:nvPr/>
        </p:nvSpPr>
        <p:spPr>
          <a:xfrm>
            <a:off x="274320" y="1188720"/>
            <a:ext cx="5029200" cy="457200"/>
          </a:xfrm>
          <a:prstGeom prst="rect">
            <a:avLst/>
          </a:prstGeom>
          <a:noFill/>
          <a:ln/>
        </p:spPr>
        <p:txBody>
          <a:bodyPr wrap="square" rtlCol="0" anchor="ctr"/>
          <a:lstStyle/>
          <a:p>
            <a:pPr algn="ctr" indent="0" marL="0">
              <a:buNone/>
            </a:pPr>
            <a:r>
              <a:rPr lang="en-US" sz="1200" b="1" dirty="0">
                <a:solidFill>
                  <a:srgbClr val="020806"/>
                </a:solidFill>
                <a:latin typeface="Trebuchet MS" pitchFamily="34" charset="0"/>
                <a:ea typeface="Trebuchet MS" pitchFamily="34" charset="-122"/>
                <a:cs typeface="Trebuchet MS" pitchFamily="34" charset="-120"/>
              </a:rPr>
              <a:t>❌  TRADITIONAL APPROACH</a:t>
            </a:r>
            <a:endParaRPr lang="en-US" sz="1200" dirty="0"/>
          </a:p>
        </p:txBody>
      </p:sp>
      <p:sp>
        <p:nvSpPr>
          <p:cNvPr id="171" name="Text 169"/>
          <p:cNvSpPr/>
          <p:nvPr/>
        </p:nvSpPr>
        <p:spPr>
          <a:xfrm>
            <a:off x="411480" y="1783080"/>
            <a:ext cx="466344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Panchayat word-of-mouth advice</a:t>
            </a:r>
            <a:endParaRPr lang="en-US" sz="1050" dirty="0"/>
          </a:p>
        </p:txBody>
      </p:sp>
      <p:sp>
        <p:nvSpPr>
          <p:cNvPr id="172" name="Text 170"/>
          <p:cNvSpPr/>
          <p:nvPr/>
        </p:nvSpPr>
        <p:spPr>
          <a:xfrm>
            <a:off x="411480" y="2221992"/>
            <a:ext cx="466344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Seasonal extension officer visits</a:t>
            </a:r>
            <a:endParaRPr lang="en-US" sz="1050" dirty="0"/>
          </a:p>
        </p:txBody>
      </p:sp>
      <p:sp>
        <p:nvSpPr>
          <p:cNvPr id="173" name="Text 171"/>
          <p:cNvSpPr/>
          <p:nvPr/>
        </p:nvSpPr>
        <p:spPr>
          <a:xfrm>
            <a:off x="411480" y="2660904"/>
            <a:ext cx="466344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Newspaper price listings (delayed)</a:t>
            </a:r>
            <a:endParaRPr lang="en-US" sz="1050" dirty="0"/>
          </a:p>
        </p:txBody>
      </p:sp>
      <p:sp>
        <p:nvSpPr>
          <p:cNvPr id="174" name="Text 172"/>
          <p:cNvSpPr/>
          <p:nvPr/>
        </p:nvSpPr>
        <p:spPr>
          <a:xfrm>
            <a:off x="411480" y="3099816"/>
            <a:ext cx="466344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No market saturation prediction</a:t>
            </a:r>
            <a:endParaRPr lang="en-US" sz="1050" dirty="0"/>
          </a:p>
        </p:txBody>
      </p:sp>
      <p:sp>
        <p:nvSpPr>
          <p:cNvPr id="175" name="Text 173"/>
          <p:cNvSpPr/>
          <p:nvPr/>
        </p:nvSpPr>
        <p:spPr>
          <a:xfrm>
            <a:off x="411480" y="3538728"/>
            <a:ext cx="466344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Manual weather observation only</a:t>
            </a:r>
            <a:endParaRPr lang="en-US" sz="1050" dirty="0"/>
          </a:p>
        </p:txBody>
      </p:sp>
      <p:sp>
        <p:nvSpPr>
          <p:cNvPr id="176" name="Text 174"/>
          <p:cNvSpPr/>
          <p:nvPr/>
        </p:nvSpPr>
        <p:spPr>
          <a:xfrm>
            <a:off x="411480" y="3977640"/>
            <a:ext cx="466344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No soil NPK data access at all</a:t>
            </a:r>
            <a:endParaRPr lang="en-US" sz="1050" dirty="0"/>
          </a:p>
        </p:txBody>
      </p:sp>
      <p:sp>
        <p:nvSpPr>
          <p:cNvPr id="177" name="Text 175"/>
          <p:cNvSpPr/>
          <p:nvPr/>
        </p:nvSpPr>
        <p:spPr>
          <a:xfrm>
            <a:off x="411480" y="4416552"/>
            <a:ext cx="466344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Weeks to get scheme information</a:t>
            </a:r>
            <a:endParaRPr lang="en-US" sz="1050" dirty="0"/>
          </a:p>
        </p:txBody>
      </p:sp>
      <p:sp>
        <p:nvSpPr>
          <p:cNvPr id="178" name="Text 176"/>
          <p:cNvSpPr/>
          <p:nvPr/>
        </p:nvSpPr>
        <p:spPr>
          <a:xfrm>
            <a:off x="411480" y="4855464"/>
            <a:ext cx="466344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Farmers lose ₹14,000 Cr yearly</a:t>
            </a:r>
            <a:endParaRPr lang="en-US" sz="1050" dirty="0"/>
          </a:p>
        </p:txBody>
      </p:sp>
      <p:sp>
        <p:nvSpPr>
          <p:cNvPr id="179" name="Shape 177"/>
          <p:cNvSpPr/>
          <p:nvPr/>
        </p:nvSpPr>
        <p:spPr>
          <a:xfrm>
            <a:off x="5074920" y="3063240"/>
            <a:ext cx="1051560" cy="1051560"/>
          </a:xfrm>
          <a:prstGeom prst="ellipse">
            <a:avLst/>
          </a:prstGeom>
          <a:solidFill>
            <a:srgbClr val="FFD700"/>
          </a:solidFill>
          <a:ln/>
          <a:effectLst>
            <a:outerShdw sx="100000" sy="100000" kx="0" ky="0" algn="bl" rotWithShape="0" blurRad="254000" dist="50800" dir="16200000">
              <a:srgbClr val="FFD700">
                <a:alpha val="50000"/>
              </a:srgbClr>
            </a:outerShdw>
          </a:effectLst>
        </p:spPr>
      </p:sp>
      <p:sp>
        <p:nvSpPr>
          <p:cNvPr id="180" name="Text 178"/>
          <p:cNvSpPr/>
          <p:nvPr/>
        </p:nvSpPr>
        <p:spPr>
          <a:xfrm>
            <a:off x="5074920" y="3063240"/>
            <a:ext cx="1051560" cy="1051560"/>
          </a:xfrm>
          <a:prstGeom prst="rect">
            <a:avLst/>
          </a:prstGeom>
          <a:noFill/>
          <a:ln/>
        </p:spPr>
        <p:txBody>
          <a:bodyPr wrap="square" rtlCol="0" anchor="ctr"/>
          <a:lstStyle/>
          <a:p>
            <a:pPr algn="ctr" indent="0" marL="0">
              <a:buNone/>
            </a:pPr>
            <a:r>
              <a:rPr lang="en-US" sz="1800" b="1" dirty="0">
                <a:solidFill>
                  <a:srgbClr val="020806"/>
                </a:solidFill>
                <a:latin typeface="Trebuchet MS" pitchFamily="34" charset="0"/>
                <a:ea typeface="Trebuchet MS" pitchFamily="34" charset="-122"/>
                <a:cs typeface="Trebuchet MS" pitchFamily="34" charset="-120"/>
              </a:rPr>
              <a:t>VS</a:t>
            </a:r>
            <a:endParaRPr lang="en-US" sz="1800" dirty="0"/>
          </a:p>
        </p:txBody>
      </p:sp>
      <p:sp>
        <p:nvSpPr>
          <p:cNvPr id="181" name="Shape 179"/>
          <p:cNvSpPr/>
          <p:nvPr/>
        </p:nvSpPr>
        <p:spPr>
          <a:xfrm>
            <a:off x="6263640" y="1188720"/>
            <a:ext cx="5623560" cy="4663440"/>
          </a:xfrm>
          <a:prstGeom prst="rect">
            <a:avLst/>
          </a:prstGeom>
          <a:solidFill>
            <a:srgbClr val="051A0A"/>
          </a:solidFill>
          <a:ln w="25400">
            <a:solidFill>
              <a:srgbClr val="00FF88"/>
            </a:solidFill>
            <a:prstDash val="solid"/>
          </a:ln>
          <a:effectLst>
            <a:outerShdw sx="100000" sy="100000" kx="0" ky="0" algn="bl" rotWithShape="0" blurRad="254000" dist="50800" dir="16200000">
              <a:srgbClr val="00FF88">
                <a:alpha val="50000"/>
              </a:srgbClr>
            </a:outerShdw>
          </a:effectLst>
        </p:spPr>
      </p:sp>
      <p:sp>
        <p:nvSpPr>
          <p:cNvPr id="182" name="Shape 180"/>
          <p:cNvSpPr/>
          <p:nvPr/>
        </p:nvSpPr>
        <p:spPr>
          <a:xfrm>
            <a:off x="6263640" y="1188720"/>
            <a:ext cx="5623560" cy="457200"/>
          </a:xfrm>
          <a:prstGeom prst="rect">
            <a:avLst/>
          </a:prstGeom>
          <a:solidFill>
            <a:srgbClr val="00FF88"/>
          </a:solidFill>
          <a:ln/>
        </p:spPr>
      </p:sp>
      <p:sp>
        <p:nvSpPr>
          <p:cNvPr id="183" name="Text 181"/>
          <p:cNvSpPr/>
          <p:nvPr/>
        </p:nvSpPr>
        <p:spPr>
          <a:xfrm>
            <a:off x="6263640" y="1188720"/>
            <a:ext cx="5623560" cy="457200"/>
          </a:xfrm>
          <a:prstGeom prst="rect">
            <a:avLst/>
          </a:prstGeom>
          <a:noFill/>
          <a:ln/>
        </p:spPr>
        <p:txBody>
          <a:bodyPr wrap="square" rtlCol="0" anchor="ctr"/>
          <a:lstStyle/>
          <a:p>
            <a:pPr algn="ctr" indent="0" marL="0">
              <a:buNone/>
            </a:pPr>
            <a:r>
              <a:rPr lang="en-US" sz="1200" b="1" dirty="0">
                <a:solidFill>
                  <a:srgbClr val="020806"/>
                </a:solidFill>
                <a:latin typeface="Trebuchet MS" pitchFamily="34" charset="0"/>
                <a:ea typeface="Trebuchet MS" pitchFamily="34" charset="-122"/>
                <a:cs typeface="Trebuchet MS" pitchFamily="34" charset="-120"/>
              </a:rPr>
              <a:t>✅  AGRI-NEURAL TWIN</a:t>
            </a:r>
            <a:endParaRPr lang="en-US" sz="1200" dirty="0"/>
          </a:p>
        </p:txBody>
      </p:sp>
      <p:sp>
        <p:nvSpPr>
          <p:cNvPr id="184" name="Text 182"/>
          <p:cNvSpPr/>
          <p:nvPr/>
        </p:nvSpPr>
        <p:spPr>
          <a:xfrm>
            <a:off x="6400800" y="1783080"/>
            <a:ext cx="530352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StateBrain: 1000-season AI simulation</a:t>
            </a:r>
            <a:endParaRPr lang="en-US" sz="1050" dirty="0"/>
          </a:p>
        </p:txBody>
      </p:sp>
      <p:sp>
        <p:nvSpPr>
          <p:cNvPr id="185" name="Text 183"/>
          <p:cNvSpPr/>
          <p:nvPr/>
        </p:nvSpPr>
        <p:spPr>
          <a:xfrm>
            <a:off x="6400800" y="2221992"/>
            <a:ext cx="530352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Real-time soil NPK telemetry (N,P,K)</a:t>
            </a:r>
            <a:endParaRPr lang="en-US" sz="1050" dirty="0"/>
          </a:p>
        </p:txBody>
      </p:sp>
      <p:sp>
        <p:nvSpPr>
          <p:cNvPr id="186" name="Text 184"/>
          <p:cNvSpPr/>
          <p:nvPr/>
        </p:nvSpPr>
        <p:spPr>
          <a:xfrm>
            <a:off x="6400800" y="2660904"/>
            <a:ext cx="530352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Cross-district market glut predictor</a:t>
            </a:r>
            <a:endParaRPr lang="en-US" sz="1050" dirty="0"/>
          </a:p>
        </p:txBody>
      </p:sp>
      <p:sp>
        <p:nvSpPr>
          <p:cNvPr id="187" name="Text 185"/>
          <p:cNvSpPr/>
          <p:nvPr/>
        </p:nvSpPr>
        <p:spPr>
          <a:xfrm>
            <a:off x="6400800" y="3099816"/>
            <a:ext cx="530352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Block-level geospatial risk mapping</a:t>
            </a:r>
            <a:endParaRPr lang="en-US" sz="1050" dirty="0"/>
          </a:p>
        </p:txBody>
      </p:sp>
      <p:sp>
        <p:nvSpPr>
          <p:cNvPr id="188" name="Text 186"/>
          <p:cNvSpPr/>
          <p:nvPr/>
        </p:nvSpPr>
        <p:spPr>
          <a:xfrm>
            <a:off x="6400800" y="3538728"/>
            <a:ext cx="530352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Gemini Pro conversational advisory</a:t>
            </a:r>
            <a:endParaRPr lang="en-US" sz="1050" dirty="0"/>
          </a:p>
        </p:txBody>
      </p:sp>
      <p:sp>
        <p:nvSpPr>
          <p:cNvPr id="189" name="Text 187"/>
          <p:cNvSpPr/>
          <p:nvPr/>
        </p:nvSpPr>
        <p:spPr>
          <a:xfrm>
            <a:off x="6400800" y="3977640"/>
            <a:ext cx="530352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6-language inclusive interface</a:t>
            </a:r>
            <a:endParaRPr lang="en-US" sz="1050" dirty="0"/>
          </a:p>
        </p:txBody>
      </p:sp>
      <p:sp>
        <p:nvSpPr>
          <p:cNvPr id="190" name="Text 188"/>
          <p:cNvSpPr/>
          <p:nvPr/>
        </p:nvSpPr>
        <p:spPr>
          <a:xfrm>
            <a:off x="6400800" y="4416552"/>
            <a:ext cx="530352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Aadhaar-linked farmer + scheme match</a:t>
            </a:r>
            <a:endParaRPr lang="en-US" sz="1050" dirty="0"/>
          </a:p>
        </p:txBody>
      </p:sp>
      <p:sp>
        <p:nvSpPr>
          <p:cNvPr id="191" name="Text 189"/>
          <p:cNvSpPr/>
          <p:nvPr/>
        </p:nvSpPr>
        <p:spPr>
          <a:xfrm>
            <a:off x="6400800" y="4855464"/>
            <a:ext cx="530352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Accuracy: ~78% backtested 2019–2024</a:t>
            </a:r>
            <a:endParaRPr lang="en-US" sz="1050" dirty="0"/>
          </a:p>
        </p:txBody>
      </p:sp>
      <p:sp>
        <p:nvSpPr>
          <p:cNvPr id="192" name="Shape 190"/>
          <p:cNvSpPr/>
          <p:nvPr/>
        </p:nvSpPr>
        <p:spPr>
          <a:xfrm>
            <a:off x="274320" y="5989320"/>
            <a:ext cx="2743200" cy="594360"/>
          </a:xfrm>
          <a:prstGeom prst="rect">
            <a:avLst/>
          </a:prstGeom>
          <a:solidFill>
            <a:srgbClr val="0A1A28"/>
          </a:solidFill>
          <a:ln w="19050">
            <a:solidFill>
              <a:srgbClr val="00FF88"/>
            </a:solidFill>
            <a:prstDash val="solid"/>
          </a:ln>
          <a:effectLst>
            <a:outerShdw sx="100000" sy="100000" kx="0" ky="0" algn="bl" rotWithShape="0" blurRad="254000" dist="50800" dir="16200000">
              <a:srgbClr val="00FF88">
                <a:alpha val="50000"/>
              </a:srgbClr>
            </a:outerShdw>
          </a:effectLst>
        </p:spPr>
      </p:sp>
      <p:sp>
        <p:nvSpPr>
          <p:cNvPr id="193" name="Text 191"/>
          <p:cNvSpPr/>
          <p:nvPr/>
        </p:nvSpPr>
        <p:spPr>
          <a:xfrm>
            <a:off x="274320" y="5989320"/>
            <a:ext cx="2743200" cy="594360"/>
          </a:xfrm>
          <a:prstGeom prst="rect">
            <a:avLst/>
          </a:prstGeom>
          <a:noFill/>
          <a:ln/>
        </p:spPr>
        <p:txBody>
          <a:bodyPr wrap="square" rtlCol="0" anchor="ctr"/>
          <a:lstStyle/>
          <a:p>
            <a:pPr algn="ctr" indent="0" marL="0">
              <a:buNone/>
            </a:pPr>
            <a:r>
              <a:rPr lang="en-US" sz="1000" b="1" dirty="0">
                <a:solidFill>
                  <a:srgbClr val="00FF88"/>
                </a:solidFill>
                <a:latin typeface="Calibri" pitchFamily="34" charset="0"/>
                <a:ea typeface="Calibri" pitchFamily="34" charset="-122"/>
                <a:cs typeface="Calibri" pitchFamily="34" charset="-120"/>
              </a:rPr>
              <a:t>Cross-District</a:t>
            </a:r>
            <a:endParaRPr lang="en-US" sz="1000" dirty="0"/>
          </a:p>
          <a:p>
            <a:pPr algn="ctr" indent="0" marL="0">
              <a:buNone/>
            </a:pPr>
            <a:r>
              <a:rPr lang="en-US" sz="1000" b="1" dirty="0">
                <a:solidFill>
                  <a:srgbClr val="00FF88"/>
                </a:solidFill>
                <a:latin typeface="Calibri" pitchFamily="34" charset="0"/>
                <a:ea typeface="Calibri" pitchFamily="34" charset="-122"/>
                <a:cs typeface="Calibri" pitchFamily="34" charset="-120"/>
              </a:rPr>
              <a:t>Intelligence</a:t>
            </a:r>
            <a:endParaRPr lang="en-US" sz="1000" dirty="0"/>
          </a:p>
        </p:txBody>
      </p:sp>
      <p:sp>
        <p:nvSpPr>
          <p:cNvPr id="194" name="Shape 192"/>
          <p:cNvSpPr/>
          <p:nvPr/>
        </p:nvSpPr>
        <p:spPr>
          <a:xfrm>
            <a:off x="3200400" y="5989320"/>
            <a:ext cx="2743200" cy="594360"/>
          </a:xfrm>
          <a:prstGeom prst="rect">
            <a:avLst/>
          </a:prstGeom>
          <a:solidFill>
            <a:srgbClr val="0A1A28"/>
          </a:solidFill>
          <a:ln w="19050">
            <a:solidFill>
              <a:srgbClr val="00D4FF"/>
            </a:solidFill>
            <a:prstDash val="solid"/>
          </a:ln>
          <a:effectLst>
            <a:outerShdw sx="100000" sy="100000" kx="0" ky="0" algn="bl" rotWithShape="0" blurRad="254000" dist="50800" dir="16200000">
              <a:srgbClr val="00D4FF">
                <a:alpha val="50000"/>
              </a:srgbClr>
            </a:outerShdw>
          </a:effectLst>
        </p:spPr>
      </p:sp>
      <p:sp>
        <p:nvSpPr>
          <p:cNvPr id="195" name="Text 193"/>
          <p:cNvSpPr/>
          <p:nvPr/>
        </p:nvSpPr>
        <p:spPr>
          <a:xfrm>
            <a:off x="3200400" y="5989320"/>
            <a:ext cx="2743200" cy="594360"/>
          </a:xfrm>
          <a:prstGeom prst="rect">
            <a:avLst/>
          </a:prstGeom>
          <a:noFill/>
          <a:ln/>
        </p:spPr>
        <p:txBody>
          <a:bodyPr wrap="square" rtlCol="0" anchor="ctr"/>
          <a:lstStyle/>
          <a:p>
            <a:pPr algn="ctr" indent="0" marL="0">
              <a:buNone/>
            </a:pPr>
            <a:r>
              <a:rPr lang="en-US" sz="1000" b="1" dirty="0">
                <a:solidFill>
                  <a:srgbClr val="00D4FF"/>
                </a:solidFill>
                <a:latin typeface="Calibri" pitchFamily="34" charset="0"/>
                <a:ea typeface="Calibri" pitchFamily="34" charset="-122"/>
                <a:cs typeface="Calibri" pitchFamily="34" charset="-120"/>
              </a:rPr>
              <a:t>Gemini Pro</a:t>
            </a:r>
            <a:endParaRPr lang="en-US" sz="1000" dirty="0"/>
          </a:p>
          <a:p>
            <a:pPr algn="ctr" indent="0" marL="0">
              <a:buNone/>
            </a:pPr>
            <a:r>
              <a:rPr lang="en-US" sz="1000" b="1" dirty="0">
                <a:solidFill>
                  <a:srgbClr val="00D4FF"/>
                </a:solidFill>
                <a:latin typeface="Calibri" pitchFamily="34" charset="0"/>
                <a:ea typeface="Calibri" pitchFamily="34" charset="-122"/>
                <a:cs typeface="Calibri" pitchFamily="34" charset="-120"/>
              </a:rPr>
              <a:t>AI Advisory</a:t>
            </a:r>
            <a:endParaRPr lang="en-US" sz="1000" dirty="0"/>
          </a:p>
        </p:txBody>
      </p:sp>
      <p:sp>
        <p:nvSpPr>
          <p:cNvPr id="196" name="Shape 194"/>
          <p:cNvSpPr/>
          <p:nvPr/>
        </p:nvSpPr>
        <p:spPr>
          <a:xfrm>
            <a:off x="6126480" y="5989320"/>
            <a:ext cx="2743200" cy="594360"/>
          </a:xfrm>
          <a:prstGeom prst="rect">
            <a:avLst/>
          </a:prstGeom>
          <a:solidFill>
            <a:srgbClr val="0A1A28"/>
          </a:solidFill>
          <a:ln w="19050">
            <a:solidFill>
              <a:srgbClr val="FFD700"/>
            </a:solidFill>
            <a:prstDash val="solid"/>
          </a:ln>
          <a:effectLst>
            <a:outerShdw sx="100000" sy="100000" kx="0" ky="0" algn="bl" rotWithShape="0" blurRad="254000" dist="50800" dir="16200000">
              <a:srgbClr val="FFD700">
                <a:alpha val="50000"/>
              </a:srgbClr>
            </a:outerShdw>
          </a:effectLst>
        </p:spPr>
      </p:sp>
      <p:sp>
        <p:nvSpPr>
          <p:cNvPr id="197" name="Text 195"/>
          <p:cNvSpPr/>
          <p:nvPr/>
        </p:nvSpPr>
        <p:spPr>
          <a:xfrm>
            <a:off x="6126480" y="5989320"/>
            <a:ext cx="2743200" cy="594360"/>
          </a:xfrm>
          <a:prstGeom prst="rect">
            <a:avLst/>
          </a:prstGeom>
          <a:noFill/>
          <a:ln/>
        </p:spPr>
        <p:txBody>
          <a:bodyPr wrap="square" rtlCol="0" anchor="ctr"/>
          <a:lstStyle/>
          <a:p>
            <a:pPr algn="ctr" indent="0" marL="0">
              <a:buNone/>
            </a:pPr>
            <a:r>
              <a:rPr lang="en-US" sz="1000" b="1" dirty="0">
                <a:solidFill>
                  <a:srgbClr val="FFD700"/>
                </a:solidFill>
                <a:latin typeface="Calibri" pitchFamily="34" charset="0"/>
                <a:ea typeface="Calibri" pitchFamily="34" charset="-122"/>
                <a:cs typeface="Calibri" pitchFamily="34" charset="-120"/>
              </a:rPr>
              <a:t>WCAG 2.1</a:t>
            </a:r>
            <a:endParaRPr lang="en-US" sz="1000" dirty="0"/>
          </a:p>
          <a:p>
            <a:pPr algn="ctr" indent="0" marL="0">
              <a:buNone/>
            </a:pPr>
            <a:r>
              <a:rPr lang="en-US" sz="1000" b="1" dirty="0">
                <a:solidFill>
                  <a:srgbClr val="FFD700"/>
                </a:solidFill>
                <a:latin typeface="Calibri" pitchFamily="34" charset="0"/>
                <a:ea typeface="Calibri" pitchFamily="34" charset="-122"/>
                <a:cs typeface="Calibri" pitchFamily="34" charset="-120"/>
              </a:rPr>
              <a:t>Govt Grade</a:t>
            </a:r>
            <a:endParaRPr lang="en-US" sz="1000" dirty="0"/>
          </a:p>
        </p:txBody>
      </p:sp>
      <p:sp>
        <p:nvSpPr>
          <p:cNvPr id="198" name="Shape 196"/>
          <p:cNvSpPr/>
          <p:nvPr/>
        </p:nvSpPr>
        <p:spPr>
          <a:xfrm>
            <a:off x="9052560" y="5989320"/>
            <a:ext cx="2743200" cy="594360"/>
          </a:xfrm>
          <a:prstGeom prst="rect">
            <a:avLst/>
          </a:prstGeom>
          <a:solidFill>
            <a:srgbClr val="0A1A28"/>
          </a:solidFill>
          <a:ln w="19050">
            <a:solidFill>
              <a:srgbClr val="B44FFF"/>
            </a:solidFill>
            <a:prstDash val="solid"/>
          </a:ln>
          <a:effectLst>
            <a:outerShdw sx="100000" sy="100000" kx="0" ky="0" algn="bl" rotWithShape="0" blurRad="254000" dist="50800" dir="16200000">
              <a:srgbClr val="B44FFF">
                <a:alpha val="50000"/>
              </a:srgbClr>
            </a:outerShdw>
          </a:effectLst>
        </p:spPr>
      </p:sp>
      <p:sp>
        <p:nvSpPr>
          <p:cNvPr id="199" name="Text 197"/>
          <p:cNvSpPr/>
          <p:nvPr/>
        </p:nvSpPr>
        <p:spPr>
          <a:xfrm>
            <a:off x="9052560" y="5989320"/>
            <a:ext cx="2743200" cy="594360"/>
          </a:xfrm>
          <a:prstGeom prst="rect">
            <a:avLst/>
          </a:prstGeom>
          <a:noFill/>
          <a:ln/>
        </p:spPr>
        <p:txBody>
          <a:bodyPr wrap="square" rtlCol="0" anchor="ctr"/>
          <a:lstStyle/>
          <a:p>
            <a:pPr algn="ctr" indent="0" marL="0">
              <a:buNone/>
            </a:pPr>
            <a:r>
              <a:rPr lang="en-US" sz="1000" b="1" dirty="0">
                <a:solidFill>
                  <a:srgbClr val="B44FFF"/>
                </a:solidFill>
                <a:latin typeface="Calibri" pitchFamily="34" charset="0"/>
                <a:ea typeface="Calibri" pitchFamily="34" charset="-122"/>
                <a:cs typeface="Calibri" pitchFamily="34" charset="-120"/>
              </a:rPr>
              <a:t>Open API</a:t>
            </a:r>
            <a:endParaRPr lang="en-US" sz="1000" dirty="0"/>
          </a:p>
          <a:p>
            <a:pPr algn="ctr" indent="0" marL="0">
              <a:buNone/>
            </a:pPr>
            <a:r>
              <a:rPr lang="en-US" sz="1000" b="1" dirty="0">
                <a:solidFill>
                  <a:srgbClr val="B44FFF"/>
                </a:solidFill>
                <a:latin typeface="Calibri" pitchFamily="34" charset="0"/>
                <a:ea typeface="Calibri" pitchFamily="34" charset="-122"/>
                <a:cs typeface="Calibri" pitchFamily="34" charset="-120"/>
              </a:rPr>
              <a:t>AgriStack Ready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D0A"/>
        </a:solidFill>
      </p:bgPr>
    </p:bg>
    <p:spTree>
      <p:nvGrpSpPr>
        <p:cNvPr id="1" name=""/>
        <p:cNvGrpSpPr/>
        <p:nvPr/>
      </p:nvGrpSpPr>
      <p:grpSpPr>
        <a:xfrm>
          <a:off x="0" y="0"/>
          <a:ext cx="0" cy="0"/>
          <a:chOff x="0" y="0"/>
          <a:chExt cx="0" cy="0"/>
        </a:xfrm>
      </p:grpSpPr>
      <p:sp>
        <p:nvSpPr>
          <p:cNvPr id="2" name="Shape 0"/>
          <p:cNvSpPr/>
          <p:nvPr/>
        </p:nvSpPr>
        <p:spPr>
          <a:xfrm>
            <a:off x="0" y="0"/>
            <a:ext cx="457200" cy="9144"/>
          </a:xfrm>
          <a:prstGeom prst="rect">
            <a:avLst/>
          </a:prstGeom>
          <a:solidFill>
            <a:srgbClr val="1A3A2A"/>
          </a:solidFill>
          <a:ln w="12700">
            <a:solidFill>
              <a:srgbClr val="1A3A2A"/>
            </a:solidFill>
            <a:prstDash val="solid"/>
          </a:ln>
        </p:spPr>
      </p:sp>
      <p:sp>
        <p:nvSpPr>
          <p:cNvPr id="3" name="Shape 1"/>
          <p:cNvSpPr/>
          <p:nvPr/>
        </p:nvSpPr>
        <p:spPr>
          <a:xfrm>
            <a:off x="594360" y="0"/>
            <a:ext cx="457200" cy="9144"/>
          </a:xfrm>
          <a:prstGeom prst="rect">
            <a:avLst/>
          </a:prstGeom>
          <a:solidFill>
            <a:srgbClr val="1A3A2A"/>
          </a:solidFill>
          <a:ln w="12700">
            <a:solidFill>
              <a:srgbClr val="1A3A2A"/>
            </a:solidFill>
            <a:prstDash val="solid"/>
          </a:ln>
        </p:spPr>
      </p:sp>
      <p:sp>
        <p:nvSpPr>
          <p:cNvPr id="4" name="Shape 2"/>
          <p:cNvSpPr/>
          <p:nvPr/>
        </p:nvSpPr>
        <p:spPr>
          <a:xfrm>
            <a:off x="1188720" y="0"/>
            <a:ext cx="457200" cy="9144"/>
          </a:xfrm>
          <a:prstGeom prst="rect">
            <a:avLst/>
          </a:prstGeom>
          <a:solidFill>
            <a:srgbClr val="1A3A2A"/>
          </a:solidFill>
          <a:ln w="12700">
            <a:solidFill>
              <a:srgbClr val="1A3A2A"/>
            </a:solidFill>
            <a:prstDash val="solid"/>
          </a:ln>
        </p:spPr>
      </p:sp>
      <p:sp>
        <p:nvSpPr>
          <p:cNvPr id="5" name="Shape 3"/>
          <p:cNvSpPr/>
          <p:nvPr/>
        </p:nvSpPr>
        <p:spPr>
          <a:xfrm>
            <a:off x="1783080" y="0"/>
            <a:ext cx="457200" cy="9144"/>
          </a:xfrm>
          <a:prstGeom prst="rect">
            <a:avLst/>
          </a:prstGeom>
          <a:solidFill>
            <a:srgbClr val="1A3A2A"/>
          </a:solidFill>
          <a:ln w="12700">
            <a:solidFill>
              <a:srgbClr val="1A3A2A"/>
            </a:solidFill>
            <a:prstDash val="solid"/>
          </a:ln>
        </p:spPr>
      </p:sp>
      <p:sp>
        <p:nvSpPr>
          <p:cNvPr id="6" name="Shape 4"/>
          <p:cNvSpPr/>
          <p:nvPr/>
        </p:nvSpPr>
        <p:spPr>
          <a:xfrm>
            <a:off x="2377440" y="0"/>
            <a:ext cx="457200" cy="9144"/>
          </a:xfrm>
          <a:prstGeom prst="rect">
            <a:avLst/>
          </a:prstGeom>
          <a:solidFill>
            <a:srgbClr val="1A3A2A"/>
          </a:solidFill>
          <a:ln w="12700">
            <a:solidFill>
              <a:srgbClr val="1A3A2A"/>
            </a:solidFill>
            <a:prstDash val="solid"/>
          </a:ln>
        </p:spPr>
      </p:sp>
      <p:sp>
        <p:nvSpPr>
          <p:cNvPr id="7" name="Shape 5"/>
          <p:cNvSpPr/>
          <p:nvPr/>
        </p:nvSpPr>
        <p:spPr>
          <a:xfrm>
            <a:off x="2971800" y="0"/>
            <a:ext cx="457200" cy="9144"/>
          </a:xfrm>
          <a:prstGeom prst="rect">
            <a:avLst/>
          </a:prstGeom>
          <a:solidFill>
            <a:srgbClr val="1A3A2A"/>
          </a:solidFill>
          <a:ln w="12700">
            <a:solidFill>
              <a:srgbClr val="1A3A2A"/>
            </a:solidFill>
            <a:prstDash val="solid"/>
          </a:ln>
        </p:spPr>
      </p:sp>
      <p:sp>
        <p:nvSpPr>
          <p:cNvPr id="8" name="Shape 6"/>
          <p:cNvSpPr/>
          <p:nvPr/>
        </p:nvSpPr>
        <p:spPr>
          <a:xfrm>
            <a:off x="3566160" y="0"/>
            <a:ext cx="457200" cy="9144"/>
          </a:xfrm>
          <a:prstGeom prst="rect">
            <a:avLst/>
          </a:prstGeom>
          <a:solidFill>
            <a:srgbClr val="1A3A2A"/>
          </a:solidFill>
          <a:ln w="12700">
            <a:solidFill>
              <a:srgbClr val="1A3A2A"/>
            </a:solidFill>
            <a:prstDash val="solid"/>
          </a:ln>
        </p:spPr>
      </p:sp>
      <p:sp>
        <p:nvSpPr>
          <p:cNvPr id="9" name="Shape 7"/>
          <p:cNvSpPr/>
          <p:nvPr/>
        </p:nvSpPr>
        <p:spPr>
          <a:xfrm>
            <a:off x="4160520" y="0"/>
            <a:ext cx="457200" cy="9144"/>
          </a:xfrm>
          <a:prstGeom prst="rect">
            <a:avLst/>
          </a:prstGeom>
          <a:solidFill>
            <a:srgbClr val="1A3A2A"/>
          </a:solidFill>
          <a:ln w="12700">
            <a:solidFill>
              <a:srgbClr val="1A3A2A"/>
            </a:solidFill>
            <a:prstDash val="solid"/>
          </a:ln>
        </p:spPr>
      </p:sp>
      <p:sp>
        <p:nvSpPr>
          <p:cNvPr id="10" name="Shape 8"/>
          <p:cNvSpPr/>
          <p:nvPr/>
        </p:nvSpPr>
        <p:spPr>
          <a:xfrm>
            <a:off x="4754880" y="0"/>
            <a:ext cx="457200" cy="9144"/>
          </a:xfrm>
          <a:prstGeom prst="rect">
            <a:avLst/>
          </a:prstGeom>
          <a:solidFill>
            <a:srgbClr val="1A3A2A"/>
          </a:solidFill>
          <a:ln w="12700">
            <a:solidFill>
              <a:srgbClr val="1A3A2A"/>
            </a:solidFill>
            <a:prstDash val="solid"/>
          </a:ln>
        </p:spPr>
      </p:sp>
      <p:sp>
        <p:nvSpPr>
          <p:cNvPr id="11" name="Shape 9"/>
          <p:cNvSpPr/>
          <p:nvPr/>
        </p:nvSpPr>
        <p:spPr>
          <a:xfrm>
            <a:off x="5349240" y="0"/>
            <a:ext cx="457200" cy="9144"/>
          </a:xfrm>
          <a:prstGeom prst="rect">
            <a:avLst/>
          </a:prstGeom>
          <a:solidFill>
            <a:srgbClr val="1A3A2A"/>
          </a:solidFill>
          <a:ln w="12700">
            <a:solidFill>
              <a:srgbClr val="1A3A2A"/>
            </a:solidFill>
            <a:prstDash val="solid"/>
          </a:ln>
        </p:spPr>
      </p:sp>
      <p:sp>
        <p:nvSpPr>
          <p:cNvPr id="12" name="Shape 10"/>
          <p:cNvSpPr/>
          <p:nvPr/>
        </p:nvSpPr>
        <p:spPr>
          <a:xfrm>
            <a:off x="5943600" y="0"/>
            <a:ext cx="457200" cy="9144"/>
          </a:xfrm>
          <a:prstGeom prst="rect">
            <a:avLst/>
          </a:prstGeom>
          <a:solidFill>
            <a:srgbClr val="1A3A2A"/>
          </a:solidFill>
          <a:ln w="12700">
            <a:solidFill>
              <a:srgbClr val="1A3A2A"/>
            </a:solidFill>
            <a:prstDash val="solid"/>
          </a:ln>
        </p:spPr>
      </p:sp>
      <p:sp>
        <p:nvSpPr>
          <p:cNvPr id="13" name="Shape 11"/>
          <p:cNvSpPr/>
          <p:nvPr/>
        </p:nvSpPr>
        <p:spPr>
          <a:xfrm>
            <a:off x="6537960" y="0"/>
            <a:ext cx="457200" cy="9144"/>
          </a:xfrm>
          <a:prstGeom prst="rect">
            <a:avLst/>
          </a:prstGeom>
          <a:solidFill>
            <a:srgbClr val="1A3A2A"/>
          </a:solidFill>
          <a:ln w="12700">
            <a:solidFill>
              <a:srgbClr val="1A3A2A"/>
            </a:solidFill>
            <a:prstDash val="solid"/>
          </a:ln>
        </p:spPr>
      </p:sp>
      <p:sp>
        <p:nvSpPr>
          <p:cNvPr id="14" name="Shape 12"/>
          <p:cNvSpPr/>
          <p:nvPr/>
        </p:nvSpPr>
        <p:spPr>
          <a:xfrm>
            <a:off x="7132320" y="0"/>
            <a:ext cx="457200" cy="9144"/>
          </a:xfrm>
          <a:prstGeom prst="rect">
            <a:avLst/>
          </a:prstGeom>
          <a:solidFill>
            <a:srgbClr val="1A3A2A"/>
          </a:solidFill>
          <a:ln w="12700">
            <a:solidFill>
              <a:srgbClr val="1A3A2A"/>
            </a:solidFill>
            <a:prstDash val="solid"/>
          </a:ln>
        </p:spPr>
      </p:sp>
      <p:sp>
        <p:nvSpPr>
          <p:cNvPr id="15" name="Shape 13"/>
          <p:cNvSpPr/>
          <p:nvPr/>
        </p:nvSpPr>
        <p:spPr>
          <a:xfrm>
            <a:off x="7726680" y="0"/>
            <a:ext cx="457200" cy="9144"/>
          </a:xfrm>
          <a:prstGeom prst="rect">
            <a:avLst/>
          </a:prstGeom>
          <a:solidFill>
            <a:srgbClr val="1A3A2A"/>
          </a:solidFill>
          <a:ln w="12700">
            <a:solidFill>
              <a:srgbClr val="1A3A2A"/>
            </a:solidFill>
            <a:prstDash val="solid"/>
          </a:ln>
        </p:spPr>
      </p:sp>
      <p:sp>
        <p:nvSpPr>
          <p:cNvPr id="16" name="Shape 14"/>
          <p:cNvSpPr/>
          <p:nvPr/>
        </p:nvSpPr>
        <p:spPr>
          <a:xfrm>
            <a:off x="8321040" y="0"/>
            <a:ext cx="457200" cy="9144"/>
          </a:xfrm>
          <a:prstGeom prst="rect">
            <a:avLst/>
          </a:prstGeom>
          <a:solidFill>
            <a:srgbClr val="1A3A2A"/>
          </a:solidFill>
          <a:ln w="12700">
            <a:solidFill>
              <a:srgbClr val="1A3A2A"/>
            </a:solidFill>
            <a:prstDash val="solid"/>
          </a:ln>
        </p:spPr>
      </p:sp>
      <p:sp>
        <p:nvSpPr>
          <p:cNvPr id="17" name="Shape 15"/>
          <p:cNvSpPr/>
          <p:nvPr/>
        </p:nvSpPr>
        <p:spPr>
          <a:xfrm>
            <a:off x="8915400" y="0"/>
            <a:ext cx="457200" cy="9144"/>
          </a:xfrm>
          <a:prstGeom prst="rect">
            <a:avLst/>
          </a:prstGeom>
          <a:solidFill>
            <a:srgbClr val="1A3A2A"/>
          </a:solidFill>
          <a:ln w="12700">
            <a:solidFill>
              <a:srgbClr val="1A3A2A"/>
            </a:solidFill>
            <a:prstDash val="solid"/>
          </a:ln>
        </p:spPr>
      </p:sp>
      <p:sp>
        <p:nvSpPr>
          <p:cNvPr id="18" name="Shape 16"/>
          <p:cNvSpPr/>
          <p:nvPr/>
        </p:nvSpPr>
        <p:spPr>
          <a:xfrm>
            <a:off x="9509760" y="0"/>
            <a:ext cx="457200" cy="9144"/>
          </a:xfrm>
          <a:prstGeom prst="rect">
            <a:avLst/>
          </a:prstGeom>
          <a:solidFill>
            <a:srgbClr val="1A3A2A"/>
          </a:solidFill>
          <a:ln w="12700">
            <a:solidFill>
              <a:srgbClr val="1A3A2A"/>
            </a:solidFill>
            <a:prstDash val="solid"/>
          </a:ln>
        </p:spPr>
      </p:sp>
      <p:sp>
        <p:nvSpPr>
          <p:cNvPr id="19" name="Shape 17"/>
          <p:cNvSpPr/>
          <p:nvPr/>
        </p:nvSpPr>
        <p:spPr>
          <a:xfrm>
            <a:off x="10104120" y="0"/>
            <a:ext cx="457200" cy="9144"/>
          </a:xfrm>
          <a:prstGeom prst="rect">
            <a:avLst/>
          </a:prstGeom>
          <a:solidFill>
            <a:srgbClr val="1A3A2A"/>
          </a:solidFill>
          <a:ln w="12700">
            <a:solidFill>
              <a:srgbClr val="1A3A2A"/>
            </a:solidFill>
            <a:prstDash val="solid"/>
          </a:ln>
        </p:spPr>
      </p:sp>
      <p:sp>
        <p:nvSpPr>
          <p:cNvPr id="20" name="Shape 18"/>
          <p:cNvSpPr/>
          <p:nvPr/>
        </p:nvSpPr>
        <p:spPr>
          <a:xfrm>
            <a:off x="10698480" y="0"/>
            <a:ext cx="457200" cy="9144"/>
          </a:xfrm>
          <a:prstGeom prst="rect">
            <a:avLst/>
          </a:prstGeom>
          <a:solidFill>
            <a:srgbClr val="1A3A2A"/>
          </a:solidFill>
          <a:ln w="12700">
            <a:solidFill>
              <a:srgbClr val="1A3A2A"/>
            </a:solidFill>
            <a:prstDash val="solid"/>
          </a:ln>
        </p:spPr>
      </p:sp>
      <p:sp>
        <p:nvSpPr>
          <p:cNvPr id="21" name="Shape 19"/>
          <p:cNvSpPr/>
          <p:nvPr/>
        </p:nvSpPr>
        <p:spPr>
          <a:xfrm>
            <a:off x="11292840" y="0"/>
            <a:ext cx="457200" cy="9144"/>
          </a:xfrm>
          <a:prstGeom prst="rect">
            <a:avLst/>
          </a:prstGeom>
          <a:solidFill>
            <a:srgbClr val="1A3A2A"/>
          </a:solidFill>
          <a:ln w="12700">
            <a:solidFill>
              <a:srgbClr val="1A3A2A"/>
            </a:solidFill>
            <a:prstDash val="solid"/>
          </a:ln>
        </p:spPr>
      </p:sp>
      <p:sp>
        <p:nvSpPr>
          <p:cNvPr id="22" name="Shape 20"/>
          <p:cNvSpPr/>
          <p:nvPr/>
        </p:nvSpPr>
        <p:spPr>
          <a:xfrm>
            <a:off x="292608" y="502920"/>
            <a:ext cx="457200" cy="9144"/>
          </a:xfrm>
          <a:prstGeom prst="rect">
            <a:avLst/>
          </a:prstGeom>
          <a:solidFill>
            <a:srgbClr val="1A3A2A"/>
          </a:solidFill>
          <a:ln w="12700">
            <a:solidFill>
              <a:srgbClr val="1A3A2A"/>
            </a:solidFill>
            <a:prstDash val="solid"/>
          </a:ln>
        </p:spPr>
      </p:sp>
      <p:sp>
        <p:nvSpPr>
          <p:cNvPr id="23" name="Shape 21"/>
          <p:cNvSpPr/>
          <p:nvPr/>
        </p:nvSpPr>
        <p:spPr>
          <a:xfrm>
            <a:off x="886968" y="502920"/>
            <a:ext cx="457200" cy="9144"/>
          </a:xfrm>
          <a:prstGeom prst="rect">
            <a:avLst/>
          </a:prstGeom>
          <a:solidFill>
            <a:srgbClr val="1A3A2A"/>
          </a:solidFill>
          <a:ln w="12700">
            <a:solidFill>
              <a:srgbClr val="1A3A2A"/>
            </a:solidFill>
            <a:prstDash val="solid"/>
          </a:ln>
        </p:spPr>
      </p:sp>
      <p:sp>
        <p:nvSpPr>
          <p:cNvPr id="24" name="Shape 22"/>
          <p:cNvSpPr/>
          <p:nvPr/>
        </p:nvSpPr>
        <p:spPr>
          <a:xfrm>
            <a:off x="1481328" y="502920"/>
            <a:ext cx="457200" cy="9144"/>
          </a:xfrm>
          <a:prstGeom prst="rect">
            <a:avLst/>
          </a:prstGeom>
          <a:solidFill>
            <a:srgbClr val="1A3A2A"/>
          </a:solidFill>
          <a:ln w="12700">
            <a:solidFill>
              <a:srgbClr val="1A3A2A"/>
            </a:solidFill>
            <a:prstDash val="solid"/>
          </a:ln>
        </p:spPr>
      </p:sp>
      <p:sp>
        <p:nvSpPr>
          <p:cNvPr id="25" name="Shape 23"/>
          <p:cNvSpPr/>
          <p:nvPr/>
        </p:nvSpPr>
        <p:spPr>
          <a:xfrm>
            <a:off x="2075688" y="502920"/>
            <a:ext cx="457200" cy="9144"/>
          </a:xfrm>
          <a:prstGeom prst="rect">
            <a:avLst/>
          </a:prstGeom>
          <a:solidFill>
            <a:srgbClr val="1A3A2A"/>
          </a:solidFill>
          <a:ln w="12700">
            <a:solidFill>
              <a:srgbClr val="1A3A2A"/>
            </a:solidFill>
            <a:prstDash val="solid"/>
          </a:ln>
        </p:spPr>
      </p:sp>
      <p:sp>
        <p:nvSpPr>
          <p:cNvPr id="26" name="Shape 24"/>
          <p:cNvSpPr/>
          <p:nvPr/>
        </p:nvSpPr>
        <p:spPr>
          <a:xfrm>
            <a:off x="2670048" y="502920"/>
            <a:ext cx="457200" cy="9144"/>
          </a:xfrm>
          <a:prstGeom prst="rect">
            <a:avLst/>
          </a:prstGeom>
          <a:solidFill>
            <a:srgbClr val="1A3A2A"/>
          </a:solidFill>
          <a:ln w="12700">
            <a:solidFill>
              <a:srgbClr val="1A3A2A"/>
            </a:solidFill>
            <a:prstDash val="solid"/>
          </a:ln>
        </p:spPr>
      </p:sp>
      <p:sp>
        <p:nvSpPr>
          <p:cNvPr id="27" name="Shape 25"/>
          <p:cNvSpPr/>
          <p:nvPr/>
        </p:nvSpPr>
        <p:spPr>
          <a:xfrm>
            <a:off x="3264408" y="502920"/>
            <a:ext cx="457200" cy="9144"/>
          </a:xfrm>
          <a:prstGeom prst="rect">
            <a:avLst/>
          </a:prstGeom>
          <a:solidFill>
            <a:srgbClr val="1A3A2A"/>
          </a:solidFill>
          <a:ln w="12700">
            <a:solidFill>
              <a:srgbClr val="1A3A2A"/>
            </a:solidFill>
            <a:prstDash val="solid"/>
          </a:ln>
        </p:spPr>
      </p:sp>
      <p:sp>
        <p:nvSpPr>
          <p:cNvPr id="28" name="Shape 26"/>
          <p:cNvSpPr/>
          <p:nvPr/>
        </p:nvSpPr>
        <p:spPr>
          <a:xfrm>
            <a:off x="3858768" y="502920"/>
            <a:ext cx="457200" cy="9144"/>
          </a:xfrm>
          <a:prstGeom prst="rect">
            <a:avLst/>
          </a:prstGeom>
          <a:solidFill>
            <a:srgbClr val="1A3A2A"/>
          </a:solidFill>
          <a:ln w="12700">
            <a:solidFill>
              <a:srgbClr val="1A3A2A"/>
            </a:solidFill>
            <a:prstDash val="solid"/>
          </a:ln>
        </p:spPr>
      </p:sp>
      <p:sp>
        <p:nvSpPr>
          <p:cNvPr id="29" name="Shape 27"/>
          <p:cNvSpPr/>
          <p:nvPr/>
        </p:nvSpPr>
        <p:spPr>
          <a:xfrm>
            <a:off x="4453128" y="502920"/>
            <a:ext cx="457200" cy="9144"/>
          </a:xfrm>
          <a:prstGeom prst="rect">
            <a:avLst/>
          </a:prstGeom>
          <a:solidFill>
            <a:srgbClr val="1A3A2A"/>
          </a:solidFill>
          <a:ln w="12700">
            <a:solidFill>
              <a:srgbClr val="1A3A2A"/>
            </a:solidFill>
            <a:prstDash val="solid"/>
          </a:ln>
        </p:spPr>
      </p:sp>
      <p:sp>
        <p:nvSpPr>
          <p:cNvPr id="30" name="Shape 28"/>
          <p:cNvSpPr/>
          <p:nvPr/>
        </p:nvSpPr>
        <p:spPr>
          <a:xfrm>
            <a:off x="5047488" y="502920"/>
            <a:ext cx="457200" cy="9144"/>
          </a:xfrm>
          <a:prstGeom prst="rect">
            <a:avLst/>
          </a:prstGeom>
          <a:solidFill>
            <a:srgbClr val="1A3A2A"/>
          </a:solidFill>
          <a:ln w="12700">
            <a:solidFill>
              <a:srgbClr val="1A3A2A"/>
            </a:solidFill>
            <a:prstDash val="solid"/>
          </a:ln>
        </p:spPr>
      </p:sp>
      <p:sp>
        <p:nvSpPr>
          <p:cNvPr id="31" name="Shape 29"/>
          <p:cNvSpPr/>
          <p:nvPr/>
        </p:nvSpPr>
        <p:spPr>
          <a:xfrm>
            <a:off x="5641848" y="502920"/>
            <a:ext cx="457200" cy="9144"/>
          </a:xfrm>
          <a:prstGeom prst="rect">
            <a:avLst/>
          </a:prstGeom>
          <a:solidFill>
            <a:srgbClr val="1A3A2A"/>
          </a:solidFill>
          <a:ln w="12700">
            <a:solidFill>
              <a:srgbClr val="1A3A2A"/>
            </a:solidFill>
            <a:prstDash val="solid"/>
          </a:ln>
        </p:spPr>
      </p:sp>
      <p:sp>
        <p:nvSpPr>
          <p:cNvPr id="32" name="Shape 30"/>
          <p:cNvSpPr/>
          <p:nvPr/>
        </p:nvSpPr>
        <p:spPr>
          <a:xfrm>
            <a:off x="6236208" y="502920"/>
            <a:ext cx="457200" cy="9144"/>
          </a:xfrm>
          <a:prstGeom prst="rect">
            <a:avLst/>
          </a:prstGeom>
          <a:solidFill>
            <a:srgbClr val="1A3A2A"/>
          </a:solidFill>
          <a:ln w="12700">
            <a:solidFill>
              <a:srgbClr val="1A3A2A"/>
            </a:solidFill>
            <a:prstDash val="solid"/>
          </a:ln>
        </p:spPr>
      </p:sp>
      <p:sp>
        <p:nvSpPr>
          <p:cNvPr id="33" name="Shape 31"/>
          <p:cNvSpPr/>
          <p:nvPr/>
        </p:nvSpPr>
        <p:spPr>
          <a:xfrm>
            <a:off x="6830568" y="502920"/>
            <a:ext cx="457200" cy="9144"/>
          </a:xfrm>
          <a:prstGeom prst="rect">
            <a:avLst/>
          </a:prstGeom>
          <a:solidFill>
            <a:srgbClr val="1A3A2A"/>
          </a:solidFill>
          <a:ln w="12700">
            <a:solidFill>
              <a:srgbClr val="1A3A2A"/>
            </a:solidFill>
            <a:prstDash val="solid"/>
          </a:ln>
        </p:spPr>
      </p:sp>
      <p:sp>
        <p:nvSpPr>
          <p:cNvPr id="34" name="Shape 32"/>
          <p:cNvSpPr/>
          <p:nvPr/>
        </p:nvSpPr>
        <p:spPr>
          <a:xfrm>
            <a:off x="7424928" y="502920"/>
            <a:ext cx="457200" cy="9144"/>
          </a:xfrm>
          <a:prstGeom prst="rect">
            <a:avLst/>
          </a:prstGeom>
          <a:solidFill>
            <a:srgbClr val="1A3A2A"/>
          </a:solidFill>
          <a:ln w="12700">
            <a:solidFill>
              <a:srgbClr val="1A3A2A"/>
            </a:solidFill>
            <a:prstDash val="solid"/>
          </a:ln>
        </p:spPr>
      </p:sp>
      <p:sp>
        <p:nvSpPr>
          <p:cNvPr id="35" name="Shape 33"/>
          <p:cNvSpPr/>
          <p:nvPr/>
        </p:nvSpPr>
        <p:spPr>
          <a:xfrm>
            <a:off x="8019288" y="502920"/>
            <a:ext cx="457200" cy="9144"/>
          </a:xfrm>
          <a:prstGeom prst="rect">
            <a:avLst/>
          </a:prstGeom>
          <a:solidFill>
            <a:srgbClr val="1A3A2A"/>
          </a:solidFill>
          <a:ln w="12700">
            <a:solidFill>
              <a:srgbClr val="1A3A2A"/>
            </a:solidFill>
            <a:prstDash val="solid"/>
          </a:ln>
        </p:spPr>
      </p:sp>
      <p:sp>
        <p:nvSpPr>
          <p:cNvPr id="36" name="Shape 34"/>
          <p:cNvSpPr/>
          <p:nvPr/>
        </p:nvSpPr>
        <p:spPr>
          <a:xfrm>
            <a:off x="8613648" y="502920"/>
            <a:ext cx="457200" cy="9144"/>
          </a:xfrm>
          <a:prstGeom prst="rect">
            <a:avLst/>
          </a:prstGeom>
          <a:solidFill>
            <a:srgbClr val="1A3A2A"/>
          </a:solidFill>
          <a:ln w="12700">
            <a:solidFill>
              <a:srgbClr val="1A3A2A"/>
            </a:solidFill>
            <a:prstDash val="solid"/>
          </a:ln>
        </p:spPr>
      </p:sp>
      <p:sp>
        <p:nvSpPr>
          <p:cNvPr id="37" name="Shape 35"/>
          <p:cNvSpPr/>
          <p:nvPr/>
        </p:nvSpPr>
        <p:spPr>
          <a:xfrm>
            <a:off x="9208008" y="502920"/>
            <a:ext cx="457200" cy="9144"/>
          </a:xfrm>
          <a:prstGeom prst="rect">
            <a:avLst/>
          </a:prstGeom>
          <a:solidFill>
            <a:srgbClr val="1A3A2A"/>
          </a:solidFill>
          <a:ln w="12700">
            <a:solidFill>
              <a:srgbClr val="1A3A2A"/>
            </a:solidFill>
            <a:prstDash val="solid"/>
          </a:ln>
        </p:spPr>
      </p:sp>
      <p:sp>
        <p:nvSpPr>
          <p:cNvPr id="38" name="Shape 36"/>
          <p:cNvSpPr/>
          <p:nvPr/>
        </p:nvSpPr>
        <p:spPr>
          <a:xfrm>
            <a:off x="9802368" y="502920"/>
            <a:ext cx="457200" cy="9144"/>
          </a:xfrm>
          <a:prstGeom prst="rect">
            <a:avLst/>
          </a:prstGeom>
          <a:solidFill>
            <a:srgbClr val="1A3A2A"/>
          </a:solidFill>
          <a:ln w="12700">
            <a:solidFill>
              <a:srgbClr val="1A3A2A"/>
            </a:solidFill>
            <a:prstDash val="solid"/>
          </a:ln>
        </p:spPr>
      </p:sp>
      <p:sp>
        <p:nvSpPr>
          <p:cNvPr id="39" name="Shape 37"/>
          <p:cNvSpPr/>
          <p:nvPr/>
        </p:nvSpPr>
        <p:spPr>
          <a:xfrm>
            <a:off x="10396728" y="502920"/>
            <a:ext cx="457200" cy="9144"/>
          </a:xfrm>
          <a:prstGeom prst="rect">
            <a:avLst/>
          </a:prstGeom>
          <a:solidFill>
            <a:srgbClr val="1A3A2A"/>
          </a:solidFill>
          <a:ln w="12700">
            <a:solidFill>
              <a:srgbClr val="1A3A2A"/>
            </a:solidFill>
            <a:prstDash val="solid"/>
          </a:ln>
        </p:spPr>
      </p:sp>
      <p:sp>
        <p:nvSpPr>
          <p:cNvPr id="40" name="Shape 38"/>
          <p:cNvSpPr/>
          <p:nvPr/>
        </p:nvSpPr>
        <p:spPr>
          <a:xfrm>
            <a:off x="10991088" y="502920"/>
            <a:ext cx="457200" cy="9144"/>
          </a:xfrm>
          <a:prstGeom prst="rect">
            <a:avLst/>
          </a:prstGeom>
          <a:solidFill>
            <a:srgbClr val="1A3A2A"/>
          </a:solidFill>
          <a:ln w="12700">
            <a:solidFill>
              <a:srgbClr val="1A3A2A"/>
            </a:solidFill>
            <a:prstDash val="solid"/>
          </a:ln>
        </p:spPr>
      </p:sp>
      <p:sp>
        <p:nvSpPr>
          <p:cNvPr id="41" name="Shape 39"/>
          <p:cNvSpPr/>
          <p:nvPr/>
        </p:nvSpPr>
        <p:spPr>
          <a:xfrm>
            <a:off x="11585448" y="502920"/>
            <a:ext cx="457200" cy="9144"/>
          </a:xfrm>
          <a:prstGeom prst="rect">
            <a:avLst/>
          </a:prstGeom>
          <a:solidFill>
            <a:srgbClr val="1A3A2A"/>
          </a:solidFill>
          <a:ln w="12700">
            <a:solidFill>
              <a:srgbClr val="1A3A2A"/>
            </a:solidFill>
            <a:prstDash val="solid"/>
          </a:ln>
        </p:spPr>
      </p:sp>
      <p:sp>
        <p:nvSpPr>
          <p:cNvPr id="42" name="Shape 40"/>
          <p:cNvSpPr/>
          <p:nvPr/>
        </p:nvSpPr>
        <p:spPr>
          <a:xfrm>
            <a:off x="0" y="1005840"/>
            <a:ext cx="457200" cy="9144"/>
          </a:xfrm>
          <a:prstGeom prst="rect">
            <a:avLst/>
          </a:prstGeom>
          <a:solidFill>
            <a:srgbClr val="1A3A2A"/>
          </a:solidFill>
          <a:ln w="12700">
            <a:solidFill>
              <a:srgbClr val="1A3A2A"/>
            </a:solidFill>
            <a:prstDash val="solid"/>
          </a:ln>
        </p:spPr>
      </p:sp>
      <p:sp>
        <p:nvSpPr>
          <p:cNvPr id="43" name="Shape 41"/>
          <p:cNvSpPr/>
          <p:nvPr/>
        </p:nvSpPr>
        <p:spPr>
          <a:xfrm>
            <a:off x="594360" y="1005840"/>
            <a:ext cx="457200" cy="9144"/>
          </a:xfrm>
          <a:prstGeom prst="rect">
            <a:avLst/>
          </a:prstGeom>
          <a:solidFill>
            <a:srgbClr val="1A3A2A"/>
          </a:solidFill>
          <a:ln w="12700">
            <a:solidFill>
              <a:srgbClr val="1A3A2A"/>
            </a:solidFill>
            <a:prstDash val="solid"/>
          </a:ln>
        </p:spPr>
      </p:sp>
      <p:sp>
        <p:nvSpPr>
          <p:cNvPr id="44" name="Shape 42"/>
          <p:cNvSpPr/>
          <p:nvPr/>
        </p:nvSpPr>
        <p:spPr>
          <a:xfrm>
            <a:off x="1188720" y="1005840"/>
            <a:ext cx="457200" cy="9144"/>
          </a:xfrm>
          <a:prstGeom prst="rect">
            <a:avLst/>
          </a:prstGeom>
          <a:solidFill>
            <a:srgbClr val="1A3A2A"/>
          </a:solidFill>
          <a:ln w="12700">
            <a:solidFill>
              <a:srgbClr val="1A3A2A"/>
            </a:solidFill>
            <a:prstDash val="solid"/>
          </a:ln>
        </p:spPr>
      </p:sp>
      <p:sp>
        <p:nvSpPr>
          <p:cNvPr id="45" name="Shape 43"/>
          <p:cNvSpPr/>
          <p:nvPr/>
        </p:nvSpPr>
        <p:spPr>
          <a:xfrm>
            <a:off x="1783080" y="1005840"/>
            <a:ext cx="457200" cy="9144"/>
          </a:xfrm>
          <a:prstGeom prst="rect">
            <a:avLst/>
          </a:prstGeom>
          <a:solidFill>
            <a:srgbClr val="1A3A2A"/>
          </a:solidFill>
          <a:ln w="12700">
            <a:solidFill>
              <a:srgbClr val="1A3A2A"/>
            </a:solidFill>
            <a:prstDash val="solid"/>
          </a:ln>
        </p:spPr>
      </p:sp>
      <p:sp>
        <p:nvSpPr>
          <p:cNvPr id="46" name="Shape 44"/>
          <p:cNvSpPr/>
          <p:nvPr/>
        </p:nvSpPr>
        <p:spPr>
          <a:xfrm>
            <a:off x="2377440" y="1005840"/>
            <a:ext cx="457200" cy="9144"/>
          </a:xfrm>
          <a:prstGeom prst="rect">
            <a:avLst/>
          </a:prstGeom>
          <a:solidFill>
            <a:srgbClr val="1A3A2A"/>
          </a:solidFill>
          <a:ln w="12700">
            <a:solidFill>
              <a:srgbClr val="1A3A2A"/>
            </a:solidFill>
            <a:prstDash val="solid"/>
          </a:ln>
        </p:spPr>
      </p:sp>
      <p:sp>
        <p:nvSpPr>
          <p:cNvPr id="47" name="Shape 45"/>
          <p:cNvSpPr/>
          <p:nvPr/>
        </p:nvSpPr>
        <p:spPr>
          <a:xfrm>
            <a:off x="2971800" y="1005840"/>
            <a:ext cx="457200" cy="9144"/>
          </a:xfrm>
          <a:prstGeom prst="rect">
            <a:avLst/>
          </a:prstGeom>
          <a:solidFill>
            <a:srgbClr val="1A3A2A"/>
          </a:solidFill>
          <a:ln w="12700">
            <a:solidFill>
              <a:srgbClr val="1A3A2A"/>
            </a:solidFill>
            <a:prstDash val="solid"/>
          </a:ln>
        </p:spPr>
      </p:sp>
      <p:sp>
        <p:nvSpPr>
          <p:cNvPr id="48" name="Shape 46"/>
          <p:cNvSpPr/>
          <p:nvPr/>
        </p:nvSpPr>
        <p:spPr>
          <a:xfrm>
            <a:off x="3566160" y="1005840"/>
            <a:ext cx="457200" cy="9144"/>
          </a:xfrm>
          <a:prstGeom prst="rect">
            <a:avLst/>
          </a:prstGeom>
          <a:solidFill>
            <a:srgbClr val="1A3A2A"/>
          </a:solidFill>
          <a:ln w="12700">
            <a:solidFill>
              <a:srgbClr val="1A3A2A"/>
            </a:solidFill>
            <a:prstDash val="solid"/>
          </a:ln>
        </p:spPr>
      </p:sp>
      <p:sp>
        <p:nvSpPr>
          <p:cNvPr id="49" name="Shape 47"/>
          <p:cNvSpPr/>
          <p:nvPr/>
        </p:nvSpPr>
        <p:spPr>
          <a:xfrm>
            <a:off x="4160520" y="1005840"/>
            <a:ext cx="457200" cy="9144"/>
          </a:xfrm>
          <a:prstGeom prst="rect">
            <a:avLst/>
          </a:prstGeom>
          <a:solidFill>
            <a:srgbClr val="1A3A2A"/>
          </a:solidFill>
          <a:ln w="12700">
            <a:solidFill>
              <a:srgbClr val="1A3A2A"/>
            </a:solidFill>
            <a:prstDash val="solid"/>
          </a:ln>
        </p:spPr>
      </p:sp>
      <p:sp>
        <p:nvSpPr>
          <p:cNvPr id="50" name="Shape 48"/>
          <p:cNvSpPr/>
          <p:nvPr/>
        </p:nvSpPr>
        <p:spPr>
          <a:xfrm>
            <a:off x="4754880" y="1005840"/>
            <a:ext cx="457200" cy="9144"/>
          </a:xfrm>
          <a:prstGeom prst="rect">
            <a:avLst/>
          </a:prstGeom>
          <a:solidFill>
            <a:srgbClr val="1A3A2A"/>
          </a:solidFill>
          <a:ln w="12700">
            <a:solidFill>
              <a:srgbClr val="1A3A2A"/>
            </a:solidFill>
            <a:prstDash val="solid"/>
          </a:ln>
        </p:spPr>
      </p:sp>
      <p:sp>
        <p:nvSpPr>
          <p:cNvPr id="51" name="Shape 49"/>
          <p:cNvSpPr/>
          <p:nvPr/>
        </p:nvSpPr>
        <p:spPr>
          <a:xfrm>
            <a:off x="5349240" y="1005840"/>
            <a:ext cx="457200" cy="9144"/>
          </a:xfrm>
          <a:prstGeom prst="rect">
            <a:avLst/>
          </a:prstGeom>
          <a:solidFill>
            <a:srgbClr val="1A3A2A"/>
          </a:solidFill>
          <a:ln w="12700">
            <a:solidFill>
              <a:srgbClr val="1A3A2A"/>
            </a:solidFill>
            <a:prstDash val="solid"/>
          </a:ln>
        </p:spPr>
      </p:sp>
      <p:sp>
        <p:nvSpPr>
          <p:cNvPr id="52" name="Shape 50"/>
          <p:cNvSpPr/>
          <p:nvPr/>
        </p:nvSpPr>
        <p:spPr>
          <a:xfrm>
            <a:off x="5943600" y="1005840"/>
            <a:ext cx="457200" cy="9144"/>
          </a:xfrm>
          <a:prstGeom prst="rect">
            <a:avLst/>
          </a:prstGeom>
          <a:solidFill>
            <a:srgbClr val="1A3A2A"/>
          </a:solidFill>
          <a:ln w="12700">
            <a:solidFill>
              <a:srgbClr val="1A3A2A"/>
            </a:solidFill>
            <a:prstDash val="solid"/>
          </a:ln>
        </p:spPr>
      </p:sp>
      <p:sp>
        <p:nvSpPr>
          <p:cNvPr id="53" name="Shape 51"/>
          <p:cNvSpPr/>
          <p:nvPr/>
        </p:nvSpPr>
        <p:spPr>
          <a:xfrm>
            <a:off x="6537960" y="1005840"/>
            <a:ext cx="457200" cy="9144"/>
          </a:xfrm>
          <a:prstGeom prst="rect">
            <a:avLst/>
          </a:prstGeom>
          <a:solidFill>
            <a:srgbClr val="1A3A2A"/>
          </a:solidFill>
          <a:ln w="12700">
            <a:solidFill>
              <a:srgbClr val="1A3A2A"/>
            </a:solidFill>
            <a:prstDash val="solid"/>
          </a:ln>
        </p:spPr>
      </p:sp>
      <p:sp>
        <p:nvSpPr>
          <p:cNvPr id="54" name="Shape 52"/>
          <p:cNvSpPr/>
          <p:nvPr/>
        </p:nvSpPr>
        <p:spPr>
          <a:xfrm>
            <a:off x="7132320" y="1005840"/>
            <a:ext cx="457200" cy="9144"/>
          </a:xfrm>
          <a:prstGeom prst="rect">
            <a:avLst/>
          </a:prstGeom>
          <a:solidFill>
            <a:srgbClr val="1A3A2A"/>
          </a:solidFill>
          <a:ln w="12700">
            <a:solidFill>
              <a:srgbClr val="1A3A2A"/>
            </a:solidFill>
            <a:prstDash val="solid"/>
          </a:ln>
        </p:spPr>
      </p:sp>
      <p:sp>
        <p:nvSpPr>
          <p:cNvPr id="55" name="Shape 53"/>
          <p:cNvSpPr/>
          <p:nvPr/>
        </p:nvSpPr>
        <p:spPr>
          <a:xfrm>
            <a:off x="7726680" y="1005840"/>
            <a:ext cx="457200" cy="9144"/>
          </a:xfrm>
          <a:prstGeom prst="rect">
            <a:avLst/>
          </a:prstGeom>
          <a:solidFill>
            <a:srgbClr val="1A3A2A"/>
          </a:solidFill>
          <a:ln w="12700">
            <a:solidFill>
              <a:srgbClr val="1A3A2A"/>
            </a:solidFill>
            <a:prstDash val="solid"/>
          </a:ln>
        </p:spPr>
      </p:sp>
      <p:sp>
        <p:nvSpPr>
          <p:cNvPr id="56" name="Shape 54"/>
          <p:cNvSpPr/>
          <p:nvPr/>
        </p:nvSpPr>
        <p:spPr>
          <a:xfrm>
            <a:off x="8321040" y="1005840"/>
            <a:ext cx="457200" cy="9144"/>
          </a:xfrm>
          <a:prstGeom prst="rect">
            <a:avLst/>
          </a:prstGeom>
          <a:solidFill>
            <a:srgbClr val="1A3A2A"/>
          </a:solidFill>
          <a:ln w="12700">
            <a:solidFill>
              <a:srgbClr val="1A3A2A"/>
            </a:solidFill>
            <a:prstDash val="solid"/>
          </a:ln>
        </p:spPr>
      </p:sp>
      <p:sp>
        <p:nvSpPr>
          <p:cNvPr id="57" name="Shape 55"/>
          <p:cNvSpPr/>
          <p:nvPr/>
        </p:nvSpPr>
        <p:spPr>
          <a:xfrm>
            <a:off x="8915400" y="1005840"/>
            <a:ext cx="457200" cy="9144"/>
          </a:xfrm>
          <a:prstGeom prst="rect">
            <a:avLst/>
          </a:prstGeom>
          <a:solidFill>
            <a:srgbClr val="1A3A2A"/>
          </a:solidFill>
          <a:ln w="12700">
            <a:solidFill>
              <a:srgbClr val="1A3A2A"/>
            </a:solidFill>
            <a:prstDash val="solid"/>
          </a:ln>
        </p:spPr>
      </p:sp>
      <p:sp>
        <p:nvSpPr>
          <p:cNvPr id="58" name="Shape 56"/>
          <p:cNvSpPr/>
          <p:nvPr/>
        </p:nvSpPr>
        <p:spPr>
          <a:xfrm>
            <a:off x="9509760" y="1005840"/>
            <a:ext cx="457200" cy="9144"/>
          </a:xfrm>
          <a:prstGeom prst="rect">
            <a:avLst/>
          </a:prstGeom>
          <a:solidFill>
            <a:srgbClr val="1A3A2A"/>
          </a:solidFill>
          <a:ln w="12700">
            <a:solidFill>
              <a:srgbClr val="1A3A2A"/>
            </a:solidFill>
            <a:prstDash val="solid"/>
          </a:ln>
        </p:spPr>
      </p:sp>
      <p:sp>
        <p:nvSpPr>
          <p:cNvPr id="59" name="Shape 57"/>
          <p:cNvSpPr/>
          <p:nvPr/>
        </p:nvSpPr>
        <p:spPr>
          <a:xfrm>
            <a:off x="10104120" y="1005840"/>
            <a:ext cx="457200" cy="9144"/>
          </a:xfrm>
          <a:prstGeom prst="rect">
            <a:avLst/>
          </a:prstGeom>
          <a:solidFill>
            <a:srgbClr val="1A3A2A"/>
          </a:solidFill>
          <a:ln w="12700">
            <a:solidFill>
              <a:srgbClr val="1A3A2A"/>
            </a:solidFill>
            <a:prstDash val="solid"/>
          </a:ln>
        </p:spPr>
      </p:sp>
      <p:sp>
        <p:nvSpPr>
          <p:cNvPr id="60" name="Shape 58"/>
          <p:cNvSpPr/>
          <p:nvPr/>
        </p:nvSpPr>
        <p:spPr>
          <a:xfrm>
            <a:off x="10698480" y="1005840"/>
            <a:ext cx="457200" cy="9144"/>
          </a:xfrm>
          <a:prstGeom prst="rect">
            <a:avLst/>
          </a:prstGeom>
          <a:solidFill>
            <a:srgbClr val="1A3A2A"/>
          </a:solidFill>
          <a:ln w="12700">
            <a:solidFill>
              <a:srgbClr val="1A3A2A"/>
            </a:solidFill>
            <a:prstDash val="solid"/>
          </a:ln>
        </p:spPr>
      </p:sp>
      <p:sp>
        <p:nvSpPr>
          <p:cNvPr id="61" name="Shape 59"/>
          <p:cNvSpPr/>
          <p:nvPr/>
        </p:nvSpPr>
        <p:spPr>
          <a:xfrm>
            <a:off x="11292840" y="1005840"/>
            <a:ext cx="457200" cy="9144"/>
          </a:xfrm>
          <a:prstGeom prst="rect">
            <a:avLst/>
          </a:prstGeom>
          <a:solidFill>
            <a:srgbClr val="1A3A2A"/>
          </a:solidFill>
          <a:ln w="12700">
            <a:solidFill>
              <a:srgbClr val="1A3A2A"/>
            </a:solidFill>
            <a:prstDash val="solid"/>
          </a:ln>
        </p:spPr>
      </p:sp>
      <p:sp>
        <p:nvSpPr>
          <p:cNvPr id="62" name="Shape 60"/>
          <p:cNvSpPr/>
          <p:nvPr/>
        </p:nvSpPr>
        <p:spPr>
          <a:xfrm>
            <a:off x="292608" y="1508760"/>
            <a:ext cx="457200" cy="9144"/>
          </a:xfrm>
          <a:prstGeom prst="rect">
            <a:avLst/>
          </a:prstGeom>
          <a:solidFill>
            <a:srgbClr val="1A3A2A"/>
          </a:solidFill>
          <a:ln w="12700">
            <a:solidFill>
              <a:srgbClr val="1A3A2A"/>
            </a:solidFill>
            <a:prstDash val="solid"/>
          </a:ln>
        </p:spPr>
      </p:sp>
      <p:sp>
        <p:nvSpPr>
          <p:cNvPr id="63" name="Shape 61"/>
          <p:cNvSpPr/>
          <p:nvPr/>
        </p:nvSpPr>
        <p:spPr>
          <a:xfrm>
            <a:off x="886968" y="1508760"/>
            <a:ext cx="457200" cy="9144"/>
          </a:xfrm>
          <a:prstGeom prst="rect">
            <a:avLst/>
          </a:prstGeom>
          <a:solidFill>
            <a:srgbClr val="1A3A2A"/>
          </a:solidFill>
          <a:ln w="12700">
            <a:solidFill>
              <a:srgbClr val="1A3A2A"/>
            </a:solidFill>
            <a:prstDash val="solid"/>
          </a:ln>
        </p:spPr>
      </p:sp>
      <p:sp>
        <p:nvSpPr>
          <p:cNvPr id="64" name="Shape 62"/>
          <p:cNvSpPr/>
          <p:nvPr/>
        </p:nvSpPr>
        <p:spPr>
          <a:xfrm>
            <a:off x="1481328" y="1508760"/>
            <a:ext cx="457200" cy="9144"/>
          </a:xfrm>
          <a:prstGeom prst="rect">
            <a:avLst/>
          </a:prstGeom>
          <a:solidFill>
            <a:srgbClr val="1A3A2A"/>
          </a:solidFill>
          <a:ln w="12700">
            <a:solidFill>
              <a:srgbClr val="1A3A2A"/>
            </a:solidFill>
            <a:prstDash val="solid"/>
          </a:ln>
        </p:spPr>
      </p:sp>
      <p:sp>
        <p:nvSpPr>
          <p:cNvPr id="65" name="Shape 63"/>
          <p:cNvSpPr/>
          <p:nvPr/>
        </p:nvSpPr>
        <p:spPr>
          <a:xfrm>
            <a:off x="2075688" y="1508760"/>
            <a:ext cx="457200" cy="9144"/>
          </a:xfrm>
          <a:prstGeom prst="rect">
            <a:avLst/>
          </a:prstGeom>
          <a:solidFill>
            <a:srgbClr val="1A3A2A"/>
          </a:solidFill>
          <a:ln w="12700">
            <a:solidFill>
              <a:srgbClr val="1A3A2A"/>
            </a:solidFill>
            <a:prstDash val="solid"/>
          </a:ln>
        </p:spPr>
      </p:sp>
      <p:sp>
        <p:nvSpPr>
          <p:cNvPr id="66" name="Shape 64"/>
          <p:cNvSpPr/>
          <p:nvPr/>
        </p:nvSpPr>
        <p:spPr>
          <a:xfrm>
            <a:off x="2670048" y="1508760"/>
            <a:ext cx="457200" cy="9144"/>
          </a:xfrm>
          <a:prstGeom prst="rect">
            <a:avLst/>
          </a:prstGeom>
          <a:solidFill>
            <a:srgbClr val="1A3A2A"/>
          </a:solidFill>
          <a:ln w="12700">
            <a:solidFill>
              <a:srgbClr val="1A3A2A"/>
            </a:solidFill>
            <a:prstDash val="solid"/>
          </a:ln>
        </p:spPr>
      </p:sp>
      <p:sp>
        <p:nvSpPr>
          <p:cNvPr id="67" name="Shape 65"/>
          <p:cNvSpPr/>
          <p:nvPr/>
        </p:nvSpPr>
        <p:spPr>
          <a:xfrm>
            <a:off x="3264408" y="1508760"/>
            <a:ext cx="457200" cy="9144"/>
          </a:xfrm>
          <a:prstGeom prst="rect">
            <a:avLst/>
          </a:prstGeom>
          <a:solidFill>
            <a:srgbClr val="1A3A2A"/>
          </a:solidFill>
          <a:ln w="12700">
            <a:solidFill>
              <a:srgbClr val="1A3A2A"/>
            </a:solidFill>
            <a:prstDash val="solid"/>
          </a:ln>
        </p:spPr>
      </p:sp>
      <p:sp>
        <p:nvSpPr>
          <p:cNvPr id="68" name="Shape 66"/>
          <p:cNvSpPr/>
          <p:nvPr/>
        </p:nvSpPr>
        <p:spPr>
          <a:xfrm>
            <a:off x="3858768" y="1508760"/>
            <a:ext cx="457200" cy="9144"/>
          </a:xfrm>
          <a:prstGeom prst="rect">
            <a:avLst/>
          </a:prstGeom>
          <a:solidFill>
            <a:srgbClr val="1A3A2A"/>
          </a:solidFill>
          <a:ln w="12700">
            <a:solidFill>
              <a:srgbClr val="1A3A2A"/>
            </a:solidFill>
            <a:prstDash val="solid"/>
          </a:ln>
        </p:spPr>
      </p:sp>
      <p:sp>
        <p:nvSpPr>
          <p:cNvPr id="69" name="Shape 67"/>
          <p:cNvSpPr/>
          <p:nvPr/>
        </p:nvSpPr>
        <p:spPr>
          <a:xfrm>
            <a:off x="4453128" y="1508760"/>
            <a:ext cx="457200" cy="9144"/>
          </a:xfrm>
          <a:prstGeom prst="rect">
            <a:avLst/>
          </a:prstGeom>
          <a:solidFill>
            <a:srgbClr val="1A3A2A"/>
          </a:solidFill>
          <a:ln w="12700">
            <a:solidFill>
              <a:srgbClr val="1A3A2A"/>
            </a:solidFill>
            <a:prstDash val="solid"/>
          </a:ln>
        </p:spPr>
      </p:sp>
      <p:sp>
        <p:nvSpPr>
          <p:cNvPr id="70" name="Shape 68"/>
          <p:cNvSpPr/>
          <p:nvPr/>
        </p:nvSpPr>
        <p:spPr>
          <a:xfrm>
            <a:off x="5047488" y="1508760"/>
            <a:ext cx="457200" cy="9144"/>
          </a:xfrm>
          <a:prstGeom prst="rect">
            <a:avLst/>
          </a:prstGeom>
          <a:solidFill>
            <a:srgbClr val="1A3A2A"/>
          </a:solidFill>
          <a:ln w="12700">
            <a:solidFill>
              <a:srgbClr val="1A3A2A"/>
            </a:solidFill>
            <a:prstDash val="solid"/>
          </a:ln>
        </p:spPr>
      </p:sp>
      <p:sp>
        <p:nvSpPr>
          <p:cNvPr id="71" name="Shape 69"/>
          <p:cNvSpPr/>
          <p:nvPr/>
        </p:nvSpPr>
        <p:spPr>
          <a:xfrm>
            <a:off x="5641848" y="1508760"/>
            <a:ext cx="457200" cy="9144"/>
          </a:xfrm>
          <a:prstGeom prst="rect">
            <a:avLst/>
          </a:prstGeom>
          <a:solidFill>
            <a:srgbClr val="1A3A2A"/>
          </a:solidFill>
          <a:ln w="12700">
            <a:solidFill>
              <a:srgbClr val="1A3A2A"/>
            </a:solidFill>
            <a:prstDash val="solid"/>
          </a:ln>
        </p:spPr>
      </p:sp>
      <p:sp>
        <p:nvSpPr>
          <p:cNvPr id="72" name="Shape 70"/>
          <p:cNvSpPr/>
          <p:nvPr/>
        </p:nvSpPr>
        <p:spPr>
          <a:xfrm>
            <a:off x="6236208" y="1508760"/>
            <a:ext cx="457200" cy="9144"/>
          </a:xfrm>
          <a:prstGeom prst="rect">
            <a:avLst/>
          </a:prstGeom>
          <a:solidFill>
            <a:srgbClr val="1A3A2A"/>
          </a:solidFill>
          <a:ln w="12700">
            <a:solidFill>
              <a:srgbClr val="1A3A2A"/>
            </a:solidFill>
            <a:prstDash val="solid"/>
          </a:ln>
        </p:spPr>
      </p:sp>
      <p:sp>
        <p:nvSpPr>
          <p:cNvPr id="73" name="Shape 71"/>
          <p:cNvSpPr/>
          <p:nvPr/>
        </p:nvSpPr>
        <p:spPr>
          <a:xfrm>
            <a:off x="6830568" y="1508760"/>
            <a:ext cx="457200" cy="9144"/>
          </a:xfrm>
          <a:prstGeom prst="rect">
            <a:avLst/>
          </a:prstGeom>
          <a:solidFill>
            <a:srgbClr val="1A3A2A"/>
          </a:solidFill>
          <a:ln w="12700">
            <a:solidFill>
              <a:srgbClr val="1A3A2A"/>
            </a:solidFill>
            <a:prstDash val="solid"/>
          </a:ln>
        </p:spPr>
      </p:sp>
      <p:sp>
        <p:nvSpPr>
          <p:cNvPr id="74" name="Shape 72"/>
          <p:cNvSpPr/>
          <p:nvPr/>
        </p:nvSpPr>
        <p:spPr>
          <a:xfrm>
            <a:off x="7424928" y="1508760"/>
            <a:ext cx="457200" cy="9144"/>
          </a:xfrm>
          <a:prstGeom prst="rect">
            <a:avLst/>
          </a:prstGeom>
          <a:solidFill>
            <a:srgbClr val="1A3A2A"/>
          </a:solidFill>
          <a:ln w="12700">
            <a:solidFill>
              <a:srgbClr val="1A3A2A"/>
            </a:solidFill>
            <a:prstDash val="solid"/>
          </a:ln>
        </p:spPr>
      </p:sp>
      <p:sp>
        <p:nvSpPr>
          <p:cNvPr id="75" name="Shape 73"/>
          <p:cNvSpPr/>
          <p:nvPr/>
        </p:nvSpPr>
        <p:spPr>
          <a:xfrm>
            <a:off x="8019288" y="1508760"/>
            <a:ext cx="457200" cy="9144"/>
          </a:xfrm>
          <a:prstGeom prst="rect">
            <a:avLst/>
          </a:prstGeom>
          <a:solidFill>
            <a:srgbClr val="1A3A2A"/>
          </a:solidFill>
          <a:ln w="12700">
            <a:solidFill>
              <a:srgbClr val="1A3A2A"/>
            </a:solidFill>
            <a:prstDash val="solid"/>
          </a:ln>
        </p:spPr>
      </p:sp>
      <p:sp>
        <p:nvSpPr>
          <p:cNvPr id="76" name="Shape 74"/>
          <p:cNvSpPr/>
          <p:nvPr/>
        </p:nvSpPr>
        <p:spPr>
          <a:xfrm>
            <a:off x="8613648" y="1508760"/>
            <a:ext cx="457200" cy="9144"/>
          </a:xfrm>
          <a:prstGeom prst="rect">
            <a:avLst/>
          </a:prstGeom>
          <a:solidFill>
            <a:srgbClr val="1A3A2A"/>
          </a:solidFill>
          <a:ln w="12700">
            <a:solidFill>
              <a:srgbClr val="1A3A2A"/>
            </a:solidFill>
            <a:prstDash val="solid"/>
          </a:ln>
        </p:spPr>
      </p:sp>
      <p:sp>
        <p:nvSpPr>
          <p:cNvPr id="77" name="Shape 75"/>
          <p:cNvSpPr/>
          <p:nvPr/>
        </p:nvSpPr>
        <p:spPr>
          <a:xfrm>
            <a:off x="9208008" y="1508760"/>
            <a:ext cx="457200" cy="9144"/>
          </a:xfrm>
          <a:prstGeom prst="rect">
            <a:avLst/>
          </a:prstGeom>
          <a:solidFill>
            <a:srgbClr val="1A3A2A"/>
          </a:solidFill>
          <a:ln w="12700">
            <a:solidFill>
              <a:srgbClr val="1A3A2A"/>
            </a:solidFill>
            <a:prstDash val="solid"/>
          </a:ln>
        </p:spPr>
      </p:sp>
      <p:sp>
        <p:nvSpPr>
          <p:cNvPr id="78" name="Shape 76"/>
          <p:cNvSpPr/>
          <p:nvPr/>
        </p:nvSpPr>
        <p:spPr>
          <a:xfrm>
            <a:off x="9802368" y="1508760"/>
            <a:ext cx="457200" cy="9144"/>
          </a:xfrm>
          <a:prstGeom prst="rect">
            <a:avLst/>
          </a:prstGeom>
          <a:solidFill>
            <a:srgbClr val="1A3A2A"/>
          </a:solidFill>
          <a:ln w="12700">
            <a:solidFill>
              <a:srgbClr val="1A3A2A"/>
            </a:solidFill>
            <a:prstDash val="solid"/>
          </a:ln>
        </p:spPr>
      </p:sp>
      <p:sp>
        <p:nvSpPr>
          <p:cNvPr id="79" name="Shape 77"/>
          <p:cNvSpPr/>
          <p:nvPr/>
        </p:nvSpPr>
        <p:spPr>
          <a:xfrm>
            <a:off x="10396728" y="1508760"/>
            <a:ext cx="457200" cy="9144"/>
          </a:xfrm>
          <a:prstGeom prst="rect">
            <a:avLst/>
          </a:prstGeom>
          <a:solidFill>
            <a:srgbClr val="1A3A2A"/>
          </a:solidFill>
          <a:ln w="12700">
            <a:solidFill>
              <a:srgbClr val="1A3A2A"/>
            </a:solidFill>
            <a:prstDash val="solid"/>
          </a:ln>
        </p:spPr>
      </p:sp>
      <p:sp>
        <p:nvSpPr>
          <p:cNvPr id="80" name="Shape 78"/>
          <p:cNvSpPr/>
          <p:nvPr/>
        </p:nvSpPr>
        <p:spPr>
          <a:xfrm>
            <a:off x="10991088" y="1508760"/>
            <a:ext cx="457200" cy="9144"/>
          </a:xfrm>
          <a:prstGeom prst="rect">
            <a:avLst/>
          </a:prstGeom>
          <a:solidFill>
            <a:srgbClr val="1A3A2A"/>
          </a:solidFill>
          <a:ln w="12700">
            <a:solidFill>
              <a:srgbClr val="1A3A2A"/>
            </a:solidFill>
            <a:prstDash val="solid"/>
          </a:ln>
        </p:spPr>
      </p:sp>
      <p:sp>
        <p:nvSpPr>
          <p:cNvPr id="81" name="Shape 79"/>
          <p:cNvSpPr/>
          <p:nvPr/>
        </p:nvSpPr>
        <p:spPr>
          <a:xfrm>
            <a:off x="11585448" y="1508760"/>
            <a:ext cx="457200" cy="9144"/>
          </a:xfrm>
          <a:prstGeom prst="rect">
            <a:avLst/>
          </a:prstGeom>
          <a:solidFill>
            <a:srgbClr val="1A3A2A"/>
          </a:solidFill>
          <a:ln w="12700">
            <a:solidFill>
              <a:srgbClr val="1A3A2A"/>
            </a:solidFill>
            <a:prstDash val="solid"/>
          </a:ln>
        </p:spPr>
      </p:sp>
      <p:sp>
        <p:nvSpPr>
          <p:cNvPr id="82" name="Shape 80"/>
          <p:cNvSpPr/>
          <p:nvPr/>
        </p:nvSpPr>
        <p:spPr>
          <a:xfrm>
            <a:off x="0" y="2011680"/>
            <a:ext cx="457200" cy="9144"/>
          </a:xfrm>
          <a:prstGeom prst="rect">
            <a:avLst/>
          </a:prstGeom>
          <a:solidFill>
            <a:srgbClr val="1A3A2A"/>
          </a:solidFill>
          <a:ln w="12700">
            <a:solidFill>
              <a:srgbClr val="1A3A2A"/>
            </a:solidFill>
            <a:prstDash val="solid"/>
          </a:ln>
        </p:spPr>
      </p:sp>
      <p:sp>
        <p:nvSpPr>
          <p:cNvPr id="83" name="Shape 81"/>
          <p:cNvSpPr/>
          <p:nvPr/>
        </p:nvSpPr>
        <p:spPr>
          <a:xfrm>
            <a:off x="594360" y="2011680"/>
            <a:ext cx="457200" cy="9144"/>
          </a:xfrm>
          <a:prstGeom prst="rect">
            <a:avLst/>
          </a:prstGeom>
          <a:solidFill>
            <a:srgbClr val="1A3A2A"/>
          </a:solidFill>
          <a:ln w="12700">
            <a:solidFill>
              <a:srgbClr val="1A3A2A"/>
            </a:solidFill>
            <a:prstDash val="solid"/>
          </a:ln>
        </p:spPr>
      </p:sp>
      <p:sp>
        <p:nvSpPr>
          <p:cNvPr id="84" name="Shape 82"/>
          <p:cNvSpPr/>
          <p:nvPr/>
        </p:nvSpPr>
        <p:spPr>
          <a:xfrm>
            <a:off x="1188720" y="2011680"/>
            <a:ext cx="457200" cy="9144"/>
          </a:xfrm>
          <a:prstGeom prst="rect">
            <a:avLst/>
          </a:prstGeom>
          <a:solidFill>
            <a:srgbClr val="1A3A2A"/>
          </a:solidFill>
          <a:ln w="12700">
            <a:solidFill>
              <a:srgbClr val="1A3A2A"/>
            </a:solidFill>
            <a:prstDash val="solid"/>
          </a:ln>
        </p:spPr>
      </p:sp>
      <p:sp>
        <p:nvSpPr>
          <p:cNvPr id="85" name="Shape 83"/>
          <p:cNvSpPr/>
          <p:nvPr/>
        </p:nvSpPr>
        <p:spPr>
          <a:xfrm>
            <a:off x="1783080" y="2011680"/>
            <a:ext cx="457200" cy="9144"/>
          </a:xfrm>
          <a:prstGeom prst="rect">
            <a:avLst/>
          </a:prstGeom>
          <a:solidFill>
            <a:srgbClr val="1A3A2A"/>
          </a:solidFill>
          <a:ln w="12700">
            <a:solidFill>
              <a:srgbClr val="1A3A2A"/>
            </a:solidFill>
            <a:prstDash val="solid"/>
          </a:ln>
        </p:spPr>
      </p:sp>
      <p:sp>
        <p:nvSpPr>
          <p:cNvPr id="86" name="Shape 84"/>
          <p:cNvSpPr/>
          <p:nvPr/>
        </p:nvSpPr>
        <p:spPr>
          <a:xfrm>
            <a:off x="2377440" y="2011680"/>
            <a:ext cx="457200" cy="9144"/>
          </a:xfrm>
          <a:prstGeom prst="rect">
            <a:avLst/>
          </a:prstGeom>
          <a:solidFill>
            <a:srgbClr val="1A3A2A"/>
          </a:solidFill>
          <a:ln w="12700">
            <a:solidFill>
              <a:srgbClr val="1A3A2A"/>
            </a:solidFill>
            <a:prstDash val="solid"/>
          </a:ln>
        </p:spPr>
      </p:sp>
      <p:sp>
        <p:nvSpPr>
          <p:cNvPr id="87" name="Shape 85"/>
          <p:cNvSpPr/>
          <p:nvPr/>
        </p:nvSpPr>
        <p:spPr>
          <a:xfrm>
            <a:off x="2971800" y="2011680"/>
            <a:ext cx="457200" cy="9144"/>
          </a:xfrm>
          <a:prstGeom prst="rect">
            <a:avLst/>
          </a:prstGeom>
          <a:solidFill>
            <a:srgbClr val="1A3A2A"/>
          </a:solidFill>
          <a:ln w="12700">
            <a:solidFill>
              <a:srgbClr val="1A3A2A"/>
            </a:solidFill>
            <a:prstDash val="solid"/>
          </a:ln>
        </p:spPr>
      </p:sp>
      <p:sp>
        <p:nvSpPr>
          <p:cNvPr id="88" name="Shape 86"/>
          <p:cNvSpPr/>
          <p:nvPr/>
        </p:nvSpPr>
        <p:spPr>
          <a:xfrm>
            <a:off x="3566160" y="2011680"/>
            <a:ext cx="457200" cy="9144"/>
          </a:xfrm>
          <a:prstGeom prst="rect">
            <a:avLst/>
          </a:prstGeom>
          <a:solidFill>
            <a:srgbClr val="1A3A2A"/>
          </a:solidFill>
          <a:ln w="12700">
            <a:solidFill>
              <a:srgbClr val="1A3A2A"/>
            </a:solidFill>
            <a:prstDash val="solid"/>
          </a:ln>
        </p:spPr>
      </p:sp>
      <p:sp>
        <p:nvSpPr>
          <p:cNvPr id="89" name="Shape 87"/>
          <p:cNvSpPr/>
          <p:nvPr/>
        </p:nvSpPr>
        <p:spPr>
          <a:xfrm>
            <a:off x="4160520" y="2011680"/>
            <a:ext cx="457200" cy="9144"/>
          </a:xfrm>
          <a:prstGeom prst="rect">
            <a:avLst/>
          </a:prstGeom>
          <a:solidFill>
            <a:srgbClr val="1A3A2A"/>
          </a:solidFill>
          <a:ln w="12700">
            <a:solidFill>
              <a:srgbClr val="1A3A2A"/>
            </a:solidFill>
            <a:prstDash val="solid"/>
          </a:ln>
        </p:spPr>
      </p:sp>
      <p:sp>
        <p:nvSpPr>
          <p:cNvPr id="90" name="Shape 88"/>
          <p:cNvSpPr/>
          <p:nvPr/>
        </p:nvSpPr>
        <p:spPr>
          <a:xfrm>
            <a:off x="4754880" y="2011680"/>
            <a:ext cx="457200" cy="9144"/>
          </a:xfrm>
          <a:prstGeom prst="rect">
            <a:avLst/>
          </a:prstGeom>
          <a:solidFill>
            <a:srgbClr val="1A3A2A"/>
          </a:solidFill>
          <a:ln w="12700">
            <a:solidFill>
              <a:srgbClr val="1A3A2A"/>
            </a:solidFill>
            <a:prstDash val="solid"/>
          </a:ln>
        </p:spPr>
      </p:sp>
      <p:sp>
        <p:nvSpPr>
          <p:cNvPr id="91" name="Shape 89"/>
          <p:cNvSpPr/>
          <p:nvPr/>
        </p:nvSpPr>
        <p:spPr>
          <a:xfrm>
            <a:off x="5349240" y="2011680"/>
            <a:ext cx="457200" cy="9144"/>
          </a:xfrm>
          <a:prstGeom prst="rect">
            <a:avLst/>
          </a:prstGeom>
          <a:solidFill>
            <a:srgbClr val="1A3A2A"/>
          </a:solidFill>
          <a:ln w="12700">
            <a:solidFill>
              <a:srgbClr val="1A3A2A"/>
            </a:solidFill>
            <a:prstDash val="solid"/>
          </a:ln>
        </p:spPr>
      </p:sp>
      <p:sp>
        <p:nvSpPr>
          <p:cNvPr id="92" name="Shape 90"/>
          <p:cNvSpPr/>
          <p:nvPr/>
        </p:nvSpPr>
        <p:spPr>
          <a:xfrm>
            <a:off x="5943600" y="2011680"/>
            <a:ext cx="457200" cy="9144"/>
          </a:xfrm>
          <a:prstGeom prst="rect">
            <a:avLst/>
          </a:prstGeom>
          <a:solidFill>
            <a:srgbClr val="1A3A2A"/>
          </a:solidFill>
          <a:ln w="12700">
            <a:solidFill>
              <a:srgbClr val="1A3A2A"/>
            </a:solidFill>
            <a:prstDash val="solid"/>
          </a:ln>
        </p:spPr>
      </p:sp>
      <p:sp>
        <p:nvSpPr>
          <p:cNvPr id="93" name="Shape 91"/>
          <p:cNvSpPr/>
          <p:nvPr/>
        </p:nvSpPr>
        <p:spPr>
          <a:xfrm>
            <a:off x="6537960" y="2011680"/>
            <a:ext cx="457200" cy="9144"/>
          </a:xfrm>
          <a:prstGeom prst="rect">
            <a:avLst/>
          </a:prstGeom>
          <a:solidFill>
            <a:srgbClr val="1A3A2A"/>
          </a:solidFill>
          <a:ln w="12700">
            <a:solidFill>
              <a:srgbClr val="1A3A2A"/>
            </a:solidFill>
            <a:prstDash val="solid"/>
          </a:ln>
        </p:spPr>
      </p:sp>
      <p:sp>
        <p:nvSpPr>
          <p:cNvPr id="94" name="Shape 92"/>
          <p:cNvSpPr/>
          <p:nvPr/>
        </p:nvSpPr>
        <p:spPr>
          <a:xfrm>
            <a:off x="7132320" y="2011680"/>
            <a:ext cx="457200" cy="9144"/>
          </a:xfrm>
          <a:prstGeom prst="rect">
            <a:avLst/>
          </a:prstGeom>
          <a:solidFill>
            <a:srgbClr val="1A3A2A"/>
          </a:solidFill>
          <a:ln w="12700">
            <a:solidFill>
              <a:srgbClr val="1A3A2A"/>
            </a:solidFill>
            <a:prstDash val="solid"/>
          </a:ln>
        </p:spPr>
      </p:sp>
      <p:sp>
        <p:nvSpPr>
          <p:cNvPr id="95" name="Shape 93"/>
          <p:cNvSpPr/>
          <p:nvPr/>
        </p:nvSpPr>
        <p:spPr>
          <a:xfrm>
            <a:off x="7726680" y="2011680"/>
            <a:ext cx="457200" cy="9144"/>
          </a:xfrm>
          <a:prstGeom prst="rect">
            <a:avLst/>
          </a:prstGeom>
          <a:solidFill>
            <a:srgbClr val="1A3A2A"/>
          </a:solidFill>
          <a:ln w="12700">
            <a:solidFill>
              <a:srgbClr val="1A3A2A"/>
            </a:solidFill>
            <a:prstDash val="solid"/>
          </a:ln>
        </p:spPr>
      </p:sp>
      <p:sp>
        <p:nvSpPr>
          <p:cNvPr id="96" name="Shape 94"/>
          <p:cNvSpPr/>
          <p:nvPr/>
        </p:nvSpPr>
        <p:spPr>
          <a:xfrm>
            <a:off x="8321040" y="2011680"/>
            <a:ext cx="457200" cy="9144"/>
          </a:xfrm>
          <a:prstGeom prst="rect">
            <a:avLst/>
          </a:prstGeom>
          <a:solidFill>
            <a:srgbClr val="1A3A2A"/>
          </a:solidFill>
          <a:ln w="12700">
            <a:solidFill>
              <a:srgbClr val="1A3A2A"/>
            </a:solidFill>
            <a:prstDash val="solid"/>
          </a:ln>
        </p:spPr>
      </p:sp>
      <p:sp>
        <p:nvSpPr>
          <p:cNvPr id="97" name="Shape 95"/>
          <p:cNvSpPr/>
          <p:nvPr/>
        </p:nvSpPr>
        <p:spPr>
          <a:xfrm>
            <a:off x="8915400" y="2011680"/>
            <a:ext cx="457200" cy="9144"/>
          </a:xfrm>
          <a:prstGeom prst="rect">
            <a:avLst/>
          </a:prstGeom>
          <a:solidFill>
            <a:srgbClr val="1A3A2A"/>
          </a:solidFill>
          <a:ln w="12700">
            <a:solidFill>
              <a:srgbClr val="1A3A2A"/>
            </a:solidFill>
            <a:prstDash val="solid"/>
          </a:ln>
        </p:spPr>
      </p:sp>
      <p:sp>
        <p:nvSpPr>
          <p:cNvPr id="98" name="Shape 96"/>
          <p:cNvSpPr/>
          <p:nvPr/>
        </p:nvSpPr>
        <p:spPr>
          <a:xfrm>
            <a:off x="9509760" y="2011680"/>
            <a:ext cx="457200" cy="9144"/>
          </a:xfrm>
          <a:prstGeom prst="rect">
            <a:avLst/>
          </a:prstGeom>
          <a:solidFill>
            <a:srgbClr val="1A3A2A"/>
          </a:solidFill>
          <a:ln w="12700">
            <a:solidFill>
              <a:srgbClr val="1A3A2A"/>
            </a:solidFill>
            <a:prstDash val="solid"/>
          </a:ln>
        </p:spPr>
      </p:sp>
      <p:sp>
        <p:nvSpPr>
          <p:cNvPr id="99" name="Shape 97"/>
          <p:cNvSpPr/>
          <p:nvPr/>
        </p:nvSpPr>
        <p:spPr>
          <a:xfrm>
            <a:off x="10104120" y="2011680"/>
            <a:ext cx="457200" cy="9144"/>
          </a:xfrm>
          <a:prstGeom prst="rect">
            <a:avLst/>
          </a:prstGeom>
          <a:solidFill>
            <a:srgbClr val="1A3A2A"/>
          </a:solidFill>
          <a:ln w="12700">
            <a:solidFill>
              <a:srgbClr val="1A3A2A"/>
            </a:solidFill>
            <a:prstDash val="solid"/>
          </a:ln>
        </p:spPr>
      </p:sp>
      <p:sp>
        <p:nvSpPr>
          <p:cNvPr id="100" name="Shape 98"/>
          <p:cNvSpPr/>
          <p:nvPr/>
        </p:nvSpPr>
        <p:spPr>
          <a:xfrm>
            <a:off x="10698480" y="2011680"/>
            <a:ext cx="457200" cy="9144"/>
          </a:xfrm>
          <a:prstGeom prst="rect">
            <a:avLst/>
          </a:prstGeom>
          <a:solidFill>
            <a:srgbClr val="1A3A2A"/>
          </a:solidFill>
          <a:ln w="12700">
            <a:solidFill>
              <a:srgbClr val="1A3A2A"/>
            </a:solidFill>
            <a:prstDash val="solid"/>
          </a:ln>
        </p:spPr>
      </p:sp>
      <p:sp>
        <p:nvSpPr>
          <p:cNvPr id="101" name="Shape 99"/>
          <p:cNvSpPr/>
          <p:nvPr/>
        </p:nvSpPr>
        <p:spPr>
          <a:xfrm>
            <a:off x="11292840" y="2011680"/>
            <a:ext cx="457200" cy="9144"/>
          </a:xfrm>
          <a:prstGeom prst="rect">
            <a:avLst/>
          </a:prstGeom>
          <a:solidFill>
            <a:srgbClr val="1A3A2A"/>
          </a:solidFill>
          <a:ln w="12700">
            <a:solidFill>
              <a:srgbClr val="1A3A2A"/>
            </a:solidFill>
            <a:prstDash val="solid"/>
          </a:ln>
        </p:spPr>
      </p:sp>
      <p:sp>
        <p:nvSpPr>
          <p:cNvPr id="102" name="Shape 100"/>
          <p:cNvSpPr/>
          <p:nvPr/>
        </p:nvSpPr>
        <p:spPr>
          <a:xfrm>
            <a:off x="292608" y="2514600"/>
            <a:ext cx="457200" cy="9144"/>
          </a:xfrm>
          <a:prstGeom prst="rect">
            <a:avLst/>
          </a:prstGeom>
          <a:solidFill>
            <a:srgbClr val="1A3A2A"/>
          </a:solidFill>
          <a:ln w="12700">
            <a:solidFill>
              <a:srgbClr val="1A3A2A"/>
            </a:solidFill>
            <a:prstDash val="solid"/>
          </a:ln>
        </p:spPr>
      </p:sp>
      <p:sp>
        <p:nvSpPr>
          <p:cNvPr id="103" name="Shape 101"/>
          <p:cNvSpPr/>
          <p:nvPr/>
        </p:nvSpPr>
        <p:spPr>
          <a:xfrm>
            <a:off x="886968" y="2514600"/>
            <a:ext cx="457200" cy="9144"/>
          </a:xfrm>
          <a:prstGeom prst="rect">
            <a:avLst/>
          </a:prstGeom>
          <a:solidFill>
            <a:srgbClr val="1A3A2A"/>
          </a:solidFill>
          <a:ln w="12700">
            <a:solidFill>
              <a:srgbClr val="1A3A2A"/>
            </a:solidFill>
            <a:prstDash val="solid"/>
          </a:ln>
        </p:spPr>
      </p:sp>
      <p:sp>
        <p:nvSpPr>
          <p:cNvPr id="104" name="Shape 102"/>
          <p:cNvSpPr/>
          <p:nvPr/>
        </p:nvSpPr>
        <p:spPr>
          <a:xfrm>
            <a:off x="1481328" y="2514600"/>
            <a:ext cx="457200" cy="9144"/>
          </a:xfrm>
          <a:prstGeom prst="rect">
            <a:avLst/>
          </a:prstGeom>
          <a:solidFill>
            <a:srgbClr val="1A3A2A"/>
          </a:solidFill>
          <a:ln w="12700">
            <a:solidFill>
              <a:srgbClr val="1A3A2A"/>
            </a:solidFill>
            <a:prstDash val="solid"/>
          </a:ln>
        </p:spPr>
      </p:sp>
      <p:sp>
        <p:nvSpPr>
          <p:cNvPr id="105" name="Shape 103"/>
          <p:cNvSpPr/>
          <p:nvPr/>
        </p:nvSpPr>
        <p:spPr>
          <a:xfrm>
            <a:off x="2075688" y="2514600"/>
            <a:ext cx="457200" cy="9144"/>
          </a:xfrm>
          <a:prstGeom prst="rect">
            <a:avLst/>
          </a:prstGeom>
          <a:solidFill>
            <a:srgbClr val="1A3A2A"/>
          </a:solidFill>
          <a:ln w="12700">
            <a:solidFill>
              <a:srgbClr val="1A3A2A"/>
            </a:solidFill>
            <a:prstDash val="solid"/>
          </a:ln>
        </p:spPr>
      </p:sp>
      <p:sp>
        <p:nvSpPr>
          <p:cNvPr id="106" name="Shape 104"/>
          <p:cNvSpPr/>
          <p:nvPr/>
        </p:nvSpPr>
        <p:spPr>
          <a:xfrm>
            <a:off x="2670048" y="2514600"/>
            <a:ext cx="457200" cy="9144"/>
          </a:xfrm>
          <a:prstGeom prst="rect">
            <a:avLst/>
          </a:prstGeom>
          <a:solidFill>
            <a:srgbClr val="1A3A2A"/>
          </a:solidFill>
          <a:ln w="12700">
            <a:solidFill>
              <a:srgbClr val="1A3A2A"/>
            </a:solidFill>
            <a:prstDash val="solid"/>
          </a:ln>
        </p:spPr>
      </p:sp>
      <p:sp>
        <p:nvSpPr>
          <p:cNvPr id="107" name="Shape 105"/>
          <p:cNvSpPr/>
          <p:nvPr/>
        </p:nvSpPr>
        <p:spPr>
          <a:xfrm>
            <a:off x="3264408" y="2514600"/>
            <a:ext cx="457200" cy="9144"/>
          </a:xfrm>
          <a:prstGeom prst="rect">
            <a:avLst/>
          </a:prstGeom>
          <a:solidFill>
            <a:srgbClr val="1A3A2A"/>
          </a:solidFill>
          <a:ln w="12700">
            <a:solidFill>
              <a:srgbClr val="1A3A2A"/>
            </a:solidFill>
            <a:prstDash val="solid"/>
          </a:ln>
        </p:spPr>
      </p:sp>
      <p:sp>
        <p:nvSpPr>
          <p:cNvPr id="108" name="Shape 106"/>
          <p:cNvSpPr/>
          <p:nvPr/>
        </p:nvSpPr>
        <p:spPr>
          <a:xfrm>
            <a:off x="3858768" y="2514600"/>
            <a:ext cx="457200" cy="9144"/>
          </a:xfrm>
          <a:prstGeom prst="rect">
            <a:avLst/>
          </a:prstGeom>
          <a:solidFill>
            <a:srgbClr val="1A3A2A"/>
          </a:solidFill>
          <a:ln w="12700">
            <a:solidFill>
              <a:srgbClr val="1A3A2A"/>
            </a:solidFill>
            <a:prstDash val="solid"/>
          </a:ln>
        </p:spPr>
      </p:sp>
      <p:sp>
        <p:nvSpPr>
          <p:cNvPr id="109" name="Shape 107"/>
          <p:cNvSpPr/>
          <p:nvPr/>
        </p:nvSpPr>
        <p:spPr>
          <a:xfrm>
            <a:off x="4453128" y="2514600"/>
            <a:ext cx="457200" cy="9144"/>
          </a:xfrm>
          <a:prstGeom prst="rect">
            <a:avLst/>
          </a:prstGeom>
          <a:solidFill>
            <a:srgbClr val="1A3A2A"/>
          </a:solidFill>
          <a:ln w="12700">
            <a:solidFill>
              <a:srgbClr val="1A3A2A"/>
            </a:solidFill>
            <a:prstDash val="solid"/>
          </a:ln>
        </p:spPr>
      </p:sp>
      <p:sp>
        <p:nvSpPr>
          <p:cNvPr id="110" name="Shape 108"/>
          <p:cNvSpPr/>
          <p:nvPr/>
        </p:nvSpPr>
        <p:spPr>
          <a:xfrm>
            <a:off x="5047488" y="2514600"/>
            <a:ext cx="457200" cy="9144"/>
          </a:xfrm>
          <a:prstGeom prst="rect">
            <a:avLst/>
          </a:prstGeom>
          <a:solidFill>
            <a:srgbClr val="1A3A2A"/>
          </a:solidFill>
          <a:ln w="12700">
            <a:solidFill>
              <a:srgbClr val="1A3A2A"/>
            </a:solidFill>
            <a:prstDash val="solid"/>
          </a:ln>
        </p:spPr>
      </p:sp>
      <p:sp>
        <p:nvSpPr>
          <p:cNvPr id="111" name="Shape 109"/>
          <p:cNvSpPr/>
          <p:nvPr/>
        </p:nvSpPr>
        <p:spPr>
          <a:xfrm>
            <a:off x="5641848" y="2514600"/>
            <a:ext cx="457200" cy="9144"/>
          </a:xfrm>
          <a:prstGeom prst="rect">
            <a:avLst/>
          </a:prstGeom>
          <a:solidFill>
            <a:srgbClr val="1A3A2A"/>
          </a:solidFill>
          <a:ln w="12700">
            <a:solidFill>
              <a:srgbClr val="1A3A2A"/>
            </a:solidFill>
            <a:prstDash val="solid"/>
          </a:ln>
        </p:spPr>
      </p:sp>
      <p:sp>
        <p:nvSpPr>
          <p:cNvPr id="112" name="Shape 110"/>
          <p:cNvSpPr/>
          <p:nvPr/>
        </p:nvSpPr>
        <p:spPr>
          <a:xfrm>
            <a:off x="6236208" y="2514600"/>
            <a:ext cx="457200" cy="9144"/>
          </a:xfrm>
          <a:prstGeom prst="rect">
            <a:avLst/>
          </a:prstGeom>
          <a:solidFill>
            <a:srgbClr val="1A3A2A"/>
          </a:solidFill>
          <a:ln w="12700">
            <a:solidFill>
              <a:srgbClr val="1A3A2A"/>
            </a:solidFill>
            <a:prstDash val="solid"/>
          </a:ln>
        </p:spPr>
      </p:sp>
      <p:sp>
        <p:nvSpPr>
          <p:cNvPr id="113" name="Shape 111"/>
          <p:cNvSpPr/>
          <p:nvPr/>
        </p:nvSpPr>
        <p:spPr>
          <a:xfrm>
            <a:off x="6830568" y="2514600"/>
            <a:ext cx="457200" cy="9144"/>
          </a:xfrm>
          <a:prstGeom prst="rect">
            <a:avLst/>
          </a:prstGeom>
          <a:solidFill>
            <a:srgbClr val="1A3A2A"/>
          </a:solidFill>
          <a:ln w="12700">
            <a:solidFill>
              <a:srgbClr val="1A3A2A"/>
            </a:solidFill>
            <a:prstDash val="solid"/>
          </a:ln>
        </p:spPr>
      </p:sp>
      <p:sp>
        <p:nvSpPr>
          <p:cNvPr id="114" name="Shape 112"/>
          <p:cNvSpPr/>
          <p:nvPr/>
        </p:nvSpPr>
        <p:spPr>
          <a:xfrm>
            <a:off x="7424928" y="2514600"/>
            <a:ext cx="457200" cy="9144"/>
          </a:xfrm>
          <a:prstGeom prst="rect">
            <a:avLst/>
          </a:prstGeom>
          <a:solidFill>
            <a:srgbClr val="1A3A2A"/>
          </a:solidFill>
          <a:ln w="12700">
            <a:solidFill>
              <a:srgbClr val="1A3A2A"/>
            </a:solidFill>
            <a:prstDash val="solid"/>
          </a:ln>
        </p:spPr>
      </p:sp>
      <p:sp>
        <p:nvSpPr>
          <p:cNvPr id="115" name="Shape 113"/>
          <p:cNvSpPr/>
          <p:nvPr/>
        </p:nvSpPr>
        <p:spPr>
          <a:xfrm>
            <a:off x="8019288" y="2514600"/>
            <a:ext cx="457200" cy="9144"/>
          </a:xfrm>
          <a:prstGeom prst="rect">
            <a:avLst/>
          </a:prstGeom>
          <a:solidFill>
            <a:srgbClr val="1A3A2A"/>
          </a:solidFill>
          <a:ln w="12700">
            <a:solidFill>
              <a:srgbClr val="1A3A2A"/>
            </a:solidFill>
            <a:prstDash val="solid"/>
          </a:ln>
        </p:spPr>
      </p:sp>
      <p:sp>
        <p:nvSpPr>
          <p:cNvPr id="116" name="Shape 114"/>
          <p:cNvSpPr/>
          <p:nvPr/>
        </p:nvSpPr>
        <p:spPr>
          <a:xfrm>
            <a:off x="8613648" y="2514600"/>
            <a:ext cx="457200" cy="9144"/>
          </a:xfrm>
          <a:prstGeom prst="rect">
            <a:avLst/>
          </a:prstGeom>
          <a:solidFill>
            <a:srgbClr val="1A3A2A"/>
          </a:solidFill>
          <a:ln w="12700">
            <a:solidFill>
              <a:srgbClr val="1A3A2A"/>
            </a:solidFill>
            <a:prstDash val="solid"/>
          </a:ln>
        </p:spPr>
      </p:sp>
      <p:sp>
        <p:nvSpPr>
          <p:cNvPr id="117" name="Shape 115"/>
          <p:cNvSpPr/>
          <p:nvPr/>
        </p:nvSpPr>
        <p:spPr>
          <a:xfrm>
            <a:off x="9208008" y="2514600"/>
            <a:ext cx="457200" cy="9144"/>
          </a:xfrm>
          <a:prstGeom prst="rect">
            <a:avLst/>
          </a:prstGeom>
          <a:solidFill>
            <a:srgbClr val="1A3A2A"/>
          </a:solidFill>
          <a:ln w="12700">
            <a:solidFill>
              <a:srgbClr val="1A3A2A"/>
            </a:solidFill>
            <a:prstDash val="solid"/>
          </a:ln>
        </p:spPr>
      </p:sp>
      <p:sp>
        <p:nvSpPr>
          <p:cNvPr id="118" name="Shape 116"/>
          <p:cNvSpPr/>
          <p:nvPr/>
        </p:nvSpPr>
        <p:spPr>
          <a:xfrm>
            <a:off x="9802368" y="2514600"/>
            <a:ext cx="457200" cy="9144"/>
          </a:xfrm>
          <a:prstGeom prst="rect">
            <a:avLst/>
          </a:prstGeom>
          <a:solidFill>
            <a:srgbClr val="1A3A2A"/>
          </a:solidFill>
          <a:ln w="12700">
            <a:solidFill>
              <a:srgbClr val="1A3A2A"/>
            </a:solidFill>
            <a:prstDash val="solid"/>
          </a:ln>
        </p:spPr>
      </p:sp>
      <p:sp>
        <p:nvSpPr>
          <p:cNvPr id="119" name="Shape 117"/>
          <p:cNvSpPr/>
          <p:nvPr/>
        </p:nvSpPr>
        <p:spPr>
          <a:xfrm>
            <a:off x="10396728" y="2514600"/>
            <a:ext cx="457200" cy="9144"/>
          </a:xfrm>
          <a:prstGeom prst="rect">
            <a:avLst/>
          </a:prstGeom>
          <a:solidFill>
            <a:srgbClr val="1A3A2A"/>
          </a:solidFill>
          <a:ln w="12700">
            <a:solidFill>
              <a:srgbClr val="1A3A2A"/>
            </a:solidFill>
            <a:prstDash val="solid"/>
          </a:ln>
        </p:spPr>
      </p:sp>
      <p:sp>
        <p:nvSpPr>
          <p:cNvPr id="120" name="Shape 118"/>
          <p:cNvSpPr/>
          <p:nvPr/>
        </p:nvSpPr>
        <p:spPr>
          <a:xfrm>
            <a:off x="10991088" y="2514600"/>
            <a:ext cx="457200" cy="9144"/>
          </a:xfrm>
          <a:prstGeom prst="rect">
            <a:avLst/>
          </a:prstGeom>
          <a:solidFill>
            <a:srgbClr val="1A3A2A"/>
          </a:solidFill>
          <a:ln w="12700">
            <a:solidFill>
              <a:srgbClr val="1A3A2A"/>
            </a:solidFill>
            <a:prstDash val="solid"/>
          </a:ln>
        </p:spPr>
      </p:sp>
      <p:sp>
        <p:nvSpPr>
          <p:cNvPr id="121" name="Shape 119"/>
          <p:cNvSpPr/>
          <p:nvPr/>
        </p:nvSpPr>
        <p:spPr>
          <a:xfrm>
            <a:off x="11585448" y="2514600"/>
            <a:ext cx="457200" cy="9144"/>
          </a:xfrm>
          <a:prstGeom prst="rect">
            <a:avLst/>
          </a:prstGeom>
          <a:solidFill>
            <a:srgbClr val="1A3A2A"/>
          </a:solidFill>
          <a:ln w="12700">
            <a:solidFill>
              <a:srgbClr val="1A3A2A"/>
            </a:solidFill>
            <a:prstDash val="solid"/>
          </a:ln>
        </p:spPr>
      </p:sp>
      <p:sp>
        <p:nvSpPr>
          <p:cNvPr id="122" name="Shape 120"/>
          <p:cNvSpPr/>
          <p:nvPr/>
        </p:nvSpPr>
        <p:spPr>
          <a:xfrm>
            <a:off x="0" y="3017520"/>
            <a:ext cx="457200" cy="9144"/>
          </a:xfrm>
          <a:prstGeom prst="rect">
            <a:avLst/>
          </a:prstGeom>
          <a:solidFill>
            <a:srgbClr val="1A3A2A"/>
          </a:solidFill>
          <a:ln w="12700">
            <a:solidFill>
              <a:srgbClr val="1A3A2A"/>
            </a:solidFill>
            <a:prstDash val="solid"/>
          </a:ln>
        </p:spPr>
      </p:sp>
      <p:sp>
        <p:nvSpPr>
          <p:cNvPr id="123" name="Shape 121"/>
          <p:cNvSpPr/>
          <p:nvPr/>
        </p:nvSpPr>
        <p:spPr>
          <a:xfrm>
            <a:off x="594360" y="3017520"/>
            <a:ext cx="457200" cy="9144"/>
          </a:xfrm>
          <a:prstGeom prst="rect">
            <a:avLst/>
          </a:prstGeom>
          <a:solidFill>
            <a:srgbClr val="1A3A2A"/>
          </a:solidFill>
          <a:ln w="12700">
            <a:solidFill>
              <a:srgbClr val="1A3A2A"/>
            </a:solidFill>
            <a:prstDash val="solid"/>
          </a:ln>
        </p:spPr>
      </p:sp>
      <p:sp>
        <p:nvSpPr>
          <p:cNvPr id="124" name="Shape 122"/>
          <p:cNvSpPr/>
          <p:nvPr/>
        </p:nvSpPr>
        <p:spPr>
          <a:xfrm>
            <a:off x="1188720" y="3017520"/>
            <a:ext cx="457200" cy="9144"/>
          </a:xfrm>
          <a:prstGeom prst="rect">
            <a:avLst/>
          </a:prstGeom>
          <a:solidFill>
            <a:srgbClr val="1A3A2A"/>
          </a:solidFill>
          <a:ln w="12700">
            <a:solidFill>
              <a:srgbClr val="1A3A2A"/>
            </a:solidFill>
            <a:prstDash val="solid"/>
          </a:ln>
        </p:spPr>
      </p:sp>
      <p:sp>
        <p:nvSpPr>
          <p:cNvPr id="125" name="Shape 123"/>
          <p:cNvSpPr/>
          <p:nvPr/>
        </p:nvSpPr>
        <p:spPr>
          <a:xfrm>
            <a:off x="1783080" y="3017520"/>
            <a:ext cx="457200" cy="9144"/>
          </a:xfrm>
          <a:prstGeom prst="rect">
            <a:avLst/>
          </a:prstGeom>
          <a:solidFill>
            <a:srgbClr val="1A3A2A"/>
          </a:solidFill>
          <a:ln w="12700">
            <a:solidFill>
              <a:srgbClr val="1A3A2A"/>
            </a:solidFill>
            <a:prstDash val="solid"/>
          </a:ln>
        </p:spPr>
      </p:sp>
      <p:sp>
        <p:nvSpPr>
          <p:cNvPr id="126" name="Shape 124"/>
          <p:cNvSpPr/>
          <p:nvPr/>
        </p:nvSpPr>
        <p:spPr>
          <a:xfrm>
            <a:off x="2377440" y="3017520"/>
            <a:ext cx="457200" cy="9144"/>
          </a:xfrm>
          <a:prstGeom prst="rect">
            <a:avLst/>
          </a:prstGeom>
          <a:solidFill>
            <a:srgbClr val="1A3A2A"/>
          </a:solidFill>
          <a:ln w="12700">
            <a:solidFill>
              <a:srgbClr val="1A3A2A"/>
            </a:solidFill>
            <a:prstDash val="solid"/>
          </a:ln>
        </p:spPr>
      </p:sp>
      <p:sp>
        <p:nvSpPr>
          <p:cNvPr id="127" name="Shape 125"/>
          <p:cNvSpPr/>
          <p:nvPr/>
        </p:nvSpPr>
        <p:spPr>
          <a:xfrm>
            <a:off x="2971800" y="3017520"/>
            <a:ext cx="457200" cy="9144"/>
          </a:xfrm>
          <a:prstGeom prst="rect">
            <a:avLst/>
          </a:prstGeom>
          <a:solidFill>
            <a:srgbClr val="1A3A2A"/>
          </a:solidFill>
          <a:ln w="12700">
            <a:solidFill>
              <a:srgbClr val="1A3A2A"/>
            </a:solidFill>
            <a:prstDash val="solid"/>
          </a:ln>
        </p:spPr>
      </p:sp>
      <p:sp>
        <p:nvSpPr>
          <p:cNvPr id="128" name="Shape 126"/>
          <p:cNvSpPr/>
          <p:nvPr/>
        </p:nvSpPr>
        <p:spPr>
          <a:xfrm>
            <a:off x="3566160" y="3017520"/>
            <a:ext cx="457200" cy="9144"/>
          </a:xfrm>
          <a:prstGeom prst="rect">
            <a:avLst/>
          </a:prstGeom>
          <a:solidFill>
            <a:srgbClr val="1A3A2A"/>
          </a:solidFill>
          <a:ln w="12700">
            <a:solidFill>
              <a:srgbClr val="1A3A2A"/>
            </a:solidFill>
            <a:prstDash val="solid"/>
          </a:ln>
        </p:spPr>
      </p:sp>
      <p:sp>
        <p:nvSpPr>
          <p:cNvPr id="129" name="Shape 127"/>
          <p:cNvSpPr/>
          <p:nvPr/>
        </p:nvSpPr>
        <p:spPr>
          <a:xfrm>
            <a:off x="4160520" y="3017520"/>
            <a:ext cx="457200" cy="9144"/>
          </a:xfrm>
          <a:prstGeom prst="rect">
            <a:avLst/>
          </a:prstGeom>
          <a:solidFill>
            <a:srgbClr val="1A3A2A"/>
          </a:solidFill>
          <a:ln w="12700">
            <a:solidFill>
              <a:srgbClr val="1A3A2A"/>
            </a:solidFill>
            <a:prstDash val="solid"/>
          </a:ln>
        </p:spPr>
      </p:sp>
      <p:sp>
        <p:nvSpPr>
          <p:cNvPr id="130" name="Shape 128"/>
          <p:cNvSpPr/>
          <p:nvPr/>
        </p:nvSpPr>
        <p:spPr>
          <a:xfrm>
            <a:off x="4754880" y="3017520"/>
            <a:ext cx="457200" cy="9144"/>
          </a:xfrm>
          <a:prstGeom prst="rect">
            <a:avLst/>
          </a:prstGeom>
          <a:solidFill>
            <a:srgbClr val="1A3A2A"/>
          </a:solidFill>
          <a:ln w="12700">
            <a:solidFill>
              <a:srgbClr val="1A3A2A"/>
            </a:solidFill>
            <a:prstDash val="solid"/>
          </a:ln>
        </p:spPr>
      </p:sp>
      <p:sp>
        <p:nvSpPr>
          <p:cNvPr id="131" name="Shape 129"/>
          <p:cNvSpPr/>
          <p:nvPr/>
        </p:nvSpPr>
        <p:spPr>
          <a:xfrm>
            <a:off x="5349240" y="3017520"/>
            <a:ext cx="457200" cy="9144"/>
          </a:xfrm>
          <a:prstGeom prst="rect">
            <a:avLst/>
          </a:prstGeom>
          <a:solidFill>
            <a:srgbClr val="1A3A2A"/>
          </a:solidFill>
          <a:ln w="12700">
            <a:solidFill>
              <a:srgbClr val="1A3A2A"/>
            </a:solidFill>
            <a:prstDash val="solid"/>
          </a:ln>
        </p:spPr>
      </p:sp>
      <p:sp>
        <p:nvSpPr>
          <p:cNvPr id="132" name="Shape 130"/>
          <p:cNvSpPr/>
          <p:nvPr/>
        </p:nvSpPr>
        <p:spPr>
          <a:xfrm>
            <a:off x="5943600" y="3017520"/>
            <a:ext cx="457200" cy="9144"/>
          </a:xfrm>
          <a:prstGeom prst="rect">
            <a:avLst/>
          </a:prstGeom>
          <a:solidFill>
            <a:srgbClr val="1A3A2A"/>
          </a:solidFill>
          <a:ln w="12700">
            <a:solidFill>
              <a:srgbClr val="1A3A2A"/>
            </a:solidFill>
            <a:prstDash val="solid"/>
          </a:ln>
        </p:spPr>
      </p:sp>
      <p:sp>
        <p:nvSpPr>
          <p:cNvPr id="133" name="Shape 131"/>
          <p:cNvSpPr/>
          <p:nvPr/>
        </p:nvSpPr>
        <p:spPr>
          <a:xfrm>
            <a:off x="6537960" y="3017520"/>
            <a:ext cx="457200" cy="9144"/>
          </a:xfrm>
          <a:prstGeom prst="rect">
            <a:avLst/>
          </a:prstGeom>
          <a:solidFill>
            <a:srgbClr val="1A3A2A"/>
          </a:solidFill>
          <a:ln w="12700">
            <a:solidFill>
              <a:srgbClr val="1A3A2A"/>
            </a:solidFill>
            <a:prstDash val="solid"/>
          </a:ln>
        </p:spPr>
      </p:sp>
      <p:sp>
        <p:nvSpPr>
          <p:cNvPr id="134" name="Shape 132"/>
          <p:cNvSpPr/>
          <p:nvPr/>
        </p:nvSpPr>
        <p:spPr>
          <a:xfrm>
            <a:off x="7132320" y="3017520"/>
            <a:ext cx="457200" cy="9144"/>
          </a:xfrm>
          <a:prstGeom prst="rect">
            <a:avLst/>
          </a:prstGeom>
          <a:solidFill>
            <a:srgbClr val="1A3A2A"/>
          </a:solidFill>
          <a:ln w="12700">
            <a:solidFill>
              <a:srgbClr val="1A3A2A"/>
            </a:solidFill>
            <a:prstDash val="solid"/>
          </a:ln>
        </p:spPr>
      </p:sp>
      <p:sp>
        <p:nvSpPr>
          <p:cNvPr id="135" name="Shape 133"/>
          <p:cNvSpPr/>
          <p:nvPr/>
        </p:nvSpPr>
        <p:spPr>
          <a:xfrm>
            <a:off x="7726680" y="3017520"/>
            <a:ext cx="457200" cy="9144"/>
          </a:xfrm>
          <a:prstGeom prst="rect">
            <a:avLst/>
          </a:prstGeom>
          <a:solidFill>
            <a:srgbClr val="1A3A2A"/>
          </a:solidFill>
          <a:ln w="12700">
            <a:solidFill>
              <a:srgbClr val="1A3A2A"/>
            </a:solidFill>
            <a:prstDash val="solid"/>
          </a:ln>
        </p:spPr>
      </p:sp>
      <p:sp>
        <p:nvSpPr>
          <p:cNvPr id="136" name="Shape 134"/>
          <p:cNvSpPr/>
          <p:nvPr/>
        </p:nvSpPr>
        <p:spPr>
          <a:xfrm>
            <a:off x="8321040" y="3017520"/>
            <a:ext cx="457200" cy="9144"/>
          </a:xfrm>
          <a:prstGeom prst="rect">
            <a:avLst/>
          </a:prstGeom>
          <a:solidFill>
            <a:srgbClr val="1A3A2A"/>
          </a:solidFill>
          <a:ln w="12700">
            <a:solidFill>
              <a:srgbClr val="1A3A2A"/>
            </a:solidFill>
            <a:prstDash val="solid"/>
          </a:ln>
        </p:spPr>
      </p:sp>
      <p:sp>
        <p:nvSpPr>
          <p:cNvPr id="137" name="Shape 135"/>
          <p:cNvSpPr/>
          <p:nvPr/>
        </p:nvSpPr>
        <p:spPr>
          <a:xfrm>
            <a:off x="8915400" y="3017520"/>
            <a:ext cx="457200" cy="9144"/>
          </a:xfrm>
          <a:prstGeom prst="rect">
            <a:avLst/>
          </a:prstGeom>
          <a:solidFill>
            <a:srgbClr val="1A3A2A"/>
          </a:solidFill>
          <a:ln w="12700">
            <a:solidFill>
              <a:srgbClr val="1A3A2A"/>
            </a:solidFill>
            <a:prstDash val="solid"/>
          </a:ln>
        </p:spPr>
      </p:sp>
      <p:sp>
        <p:nvSpPr>
          <p:cNvPr id="138" name="Shape 136"/>
          <p:cNvSpPr/>
          <p:nvPr/>
        </p:nvSpPr>
        <p:spPr>
          <a:xfrm>
            <a:off x="9509760" y="3017520"/>
            <a:ext cx="457200" cy="9144"/>
          </a:xfrm>
          <a:prstGeom prst="rect">
            <a:avLst/>
          </a:prstGeom>
          <a:solidFill>
            <a:srgbClr val="1A3A2A"/>
          </a:solidFill>
          <a:ln w="12700">
            <a:solidFill>
              <a:srgbClr val="1A3A2A"/>
            </a:solidFill>
            <a:prstDash val="solid"/>
          </a:ln>
        </p:spPr>
      </p:sp>
      <p:sp>
        <p:nvSpPr>
          <p:cNvPr id="139" name="Shape 137"/>
          <p:cNvSpPr/>
          <p:nvPr/>
        </p:nvSpPr>
        <p:spPr>
          <a:xfrm>
            <a:off x="10104120" y="3017520"/>
            <a:ext cx="457200" cy="9144"/>
          </a:xfrm>
          <a:prstGeom prst="rect">
            <a:avLst/>
          </a:prstGeom>
          <a:solidFill>
            <a:srgbClr val="1A3A2A"/>
          </a:solidFill>
          <a:ln w="12700">
            <a:solidFill>
              <a:srgbClr val="1A3A2A"/>
            </a:solidFill>
            <a:prstDash val="solid"/>
          </a:ln>
        </p:spPr>
      </p:sp>
      <p:sp>
        <p:nvSpPr>
          <p:cNvPr id="140" name="Shape 138"/>
          <p:cNvSpPr/>
          <p:nvPr/>
        </p:nvSpPr>
        <p:spPr>
          <a:xfrm>
            <a:off x="10698480" y="3017520"/>
            <a:ext cx="457200" cy="9144"/>
          </a:xfrm>
          <a:prstGeom prst="rect">
            <a:avLst/>
          </a:prstGeom>
          <a:solidFill>
            <a:srgbClr val="1A3A2A"/>
          </a:solidFill>
          <a:ln w="12700">
            <a:solidFill>
              <a:srgbClr val="1A3A2A"/>
            </a:solidFill>
            <a:prstDash val="solid"/>
          </a:ln>
        </p:spPr>
      </p:sp>
      <p:sp>
        <p:nvSpPr>
          <p:cNvPr id="141" name="Shape 139"/>
          <p:cNvSpPr/>
          <p:nvPr/>
        </p:nvSpPr>
        <p:spPr>
          <a:xfrm>
            <a:off x="11292840" y="3017520"/>
            <a:ext cx="457200" cy="9144"/>
          </a:xfrm>
          <a:prstGeom prst="rect">
            <a:avLst/>
          </a:prstGeom>
          <a:solidFill>
            <a:srgbClr val="1A3A2A"/>
          </a:solidFill>
          <a:ln w="12700">
            <a:solidFill>
              <a:srgbClr val="1A3A2A"/>
            </a:solidFill>
            <a:prstDash val="solid"/>
          </a:ln>
        </p:spPr>
      </p:sp>
      <p:sp>
        <p:nvSpPr>
          <p:cNvPr id="142" name="Shape 140"/>
          <p:cNvSpPr/>
          <p:nvPr/>
        </p:nvSpPr>
        <p:spPr>
          <a:xfrm>
            <a:off x="292608" y="3520440"/>
            <a:ext cx="457200" cy="9144"/>
          </a:xfrm>
          <a:prstGeom prst="rect">
            <a:avLst/>
          </a:prstGeom>
          <a:solidFill>
            <a:srgbClr val="1A3A2A"/>
          </a:solidFill>
          <a:ln w="12700">
            <a:solidFill>
              <a:srgbClr val="1A3A2A"/>
            </a:solidFill>
            <a:prstDash val="solid"/>
          </a:ln>
        </p:spPr>
      </p:sp>
      <p:sp>
        <p:nvSpPr>
          <p:cNvPr id="143" name="Shape 141"/>
          <p:cNvSpPr/>
          <p:nvPr/>
        </p:nvSpPr>
        <p:spPr>
          <a:xfrm>
            <a:off x="886968" y="3520440"/>
            <a:ext cx="457200" cy="9144"/>
          </a:xfrm>
          <a:prstGeom prst="rect">
            <a:avLst/>
          </a:prstGeom>
          <a:solidFill>
            <a:srgbClr val="1A3A2A"/>
          </a:solidFill>
          <a:ln w="12700">
            <a:solidFill>
              <a:srgbClr val="1A3A2A"/>
            </a:solidFill>
            <a:prstDash val="solid"/>
          </a:ln>
        </p:spPr>
      </p:sp>
      <p:sp>
        <p:nvSpPr>
          <p:cNvPr id="144" name="Shape 142"/>
          <p:cNvSpPr/>
          <p:nvPr/>
        </p:nvSpPr>
        <p:spPr>
          <a:xfrm>
            <a:off x="1481328" y="3520440"/>
            <a:ext cx="457200" cy="9144"/>
          </a:xfrm>
          <a:prstGeom prst="rect">
            <a:avLst/>
          </a:prstGeom>
          <a:solidFill>
            <a:srgbClr val="1A3A2A"/>
          </a:solidFill>
          <a:ln w="12700">
            <a:solidFill>
              <a:srgbClr val="1A3A2A"/>
            </a:solidFill>
            <a:prstDash val="solid"/>
          </a:ln>
        </p:spPr>
      </p:sp>
      <p:sp>
        <p:nvSpPr>
          <p:cNvPr id="145" name="Shape 143"/>
          <p:cNvSpPr/>
          <p:nvPr/>
        </p:nvSpPr>
        <p:spPr>
          <a:xfrm>
            <a:off x="2075688" y="3520440"/>
            <a:ext cx="457200" cy="9144"/>
          </a:xfrm>
          <a:prstGeom prst="rect">
            <a:avLst/>
          </a:prstGeom>
          <a:solidFill>
            <a:srgbClr val="1A3A2A"/>
          </a:solidFill>
          <a:ln w="12700">
            <a:solidFill>
              <a:srgbClr val="1A3A2A"/>
            </a:solidFill>
            <a:prstDash val="solid"/>
          </a:ln>
        </p:spPr>
      </p:sp>
      <p:sp>
        <p:nvSpPr>
          <p:cNvPr id="146" name="Shape 144"/>
          <p:cNvSpPr/>
          <p:nvPr/>
        </p:nvSpPr>
        <p:spPr>
          <a:xfrm>
            <a:off x="2670048" y="3520440"/>
            <a:ext cx="457200" cy="9144"/>
          </a:xfrm>
          <a:prstGeom prst="rect">
            <a:avLst/>
          </a:prstGeom>
          <a:solidFill>
            <a:srgbClr val="1A3A2A"/>
          </a:solidFill>
          <a:ln w="12700">
            <a:solidFill>
              <a:srgbClr val="1A3A2A"/>
            </a:solidFill>
            <a:prstDash val="solid"/>
          </a:ln>
        </p:spPr>
      </p:sp>
      <p:sp>
        <p:nvSpPr>
          <p:cNvPr id="147" name="Shape 145"/>
          <p:cNvSpPr/>
          <p:nvPr/>
        </p:nvSpPr>
        <p:spPr>
          <a:xfrm>
            <a:off x="3264408" y="3520440"/>
            <a:ext cx="457200" cy="9144"/>
          </a:xfrm>
          <a:prstGeom prst="rect">
            <a:avLst/>
          </a:prstGeom>
          <a:solidFill>
            <a:srgbClr val="1A3A2A"/>
          </a:solidFill>
          <a:ln w="12700">
            <a:solidFill>
              <a:srgbClr val="1A3A2A"/>
            </a:solidFill>
            <a:prstDash val="solid"/>
          </a:ln>
        </p:spPr>
      </p:sp>
      <p:sp>
        <p:nvSpPr>
          <p:cNvPr id="148" name="Shape 146"/>
          <p:cNvSpPr/>
          <p:nvPr/>
        </p:nvSpPr>
        <p:spPr>
          <a:xfrm>
            <a:off x="3858768" y="3520440"/>
            <a:ext cx="457200" cy="9144"/>
          </a:xfrm>
          <a:prstGeom prst="rect">
            <a:avLst/>
          </a:prstGeom>
          <a:solidFill>
            <a:srgbClr val="1A3A2A"/>
          </a:solidFill>
          <a:ln w="12700">
            <a:solidFill>
              <a:srgbClr val="1A3A2A"/>
            </a:solidFill>
            <a:prstDash val="solid"/>
          </a:ln>
        </p:spPr>
      </p:sp>
      <p:sp>
        <p:nvSpPr>
          <p:cNvPr id="149" name="Shape 147"/>
          <p:cNvSpPr/>
          <p:nvPr/>
        </p:nvSpPr>
        <p:spPr>
          <a:xfrm>
            <a:off x="4453128" y="3520440"/>
            <a:ext cx="457200" cy="9144"/>
          </a:xfrm>
          <a:prstGeom prst="rect">
            <a:avLst/>
          </a:prstGeom>
          <a:solidFill>
            <a:srgbClr val="1A3A2A"/>
          </a:solidFill>
          <a:ln w="12700">
            <a:solidFill>
              <a:srgbClr val="1A3A2A"/>
            </a:solidFill>
            <a:prstDash val="solid"/>
          </a:ln>
        </p:spPr>
      </p:sp>
      <p:sp>
        <p:nvSpPr>
          <p:cNvPr id="150" name="Shape 148"/>
          <p:cNvSpPr/>
          <p:nvPr/>
        </p:nvSpPr>
        <p:spPr>
          <a:xfrm>
            <a:off x="5047488" y="3520440"/>
            <a:ext cx="457200" cy="9144"/>
          </a:xfrm>
          <a:prstGeom prst="rect">
            <a:avLst/>
          </a:prstGeom>
          <a:solidFill>
            <a:srgbClr val="1A3A2A"/>
          </a:solidFill>
          <a:ln w="12700">
            <a:solidFill>
              <a:srgbClr val="1A3A2A"/>
            </a:solidFill>
            <a:prstDash val="solid"/>
          </a:ln>
        </p:spPr>
      </p:sp>
      <p:sp>
        <p:nvSpPr>
          <p:cNvPr id="151" name="Shape 149"/>
          <p:cNvSpPr/>
          <p:nvPr/>
        </p:nvSpPr>
        <p:spPr>
          <a:xfrm>
            <a:off x="5641848" y="3520440"/>
            <a:ext cx="457200" cy="9144"/>
          </a:xfrm>
          <a:prstGeom prst="rect">
            <a:avLst/>
          </a:prstGeom>
          <a:solidFill>
            <a:srgbClr val="1A3A2A"/>
          </a:solidFill>
          <a:ln w="12700">
            <a:solidFill>
              <a:srgbClr val="1A3A2A"/>
            </a:solidFill>
            <a:prstDash val="solid"/>
          </a:ln>
        </p:spPr>
      </p:sp>
      <p:sp>
        <p:nvSpPr>
          <p:cNvPr id="152" name="Shape 150"/>
          <p:cNvSpPr/>
          <p:nvPr/>
        </p:nvSpPr>
        <p:spPr>
          <a:xfrm>
            <a:off x="6236208" y="3520440"/>
            <a:ext cx="457200" cy="9144"/>
          </a:xfrm>
          <a:prstGeom prst="rect">
            <a:avLst/>
          </a:prstGeom>
          <a:solidFill>
            <a:srgbClr val="1A3A2A"/>
          </a:solidFill>
          <a:ln w="12700">
            <a:solidFill>
              <a:srgbClr val="1A3A2A"/>
            </a:solidFill>
            <a:prstDash val="solid"/>
          </a:ln>
        </p:spPr>
      </p:sp>
      <p:sp>
        <p:nvSpPr>
          <p:cNvPr id="153" name="Shape 151"/>
          <p:cNvSpPr/>
          <p:nvPr/>
        </p:nvSpPr>
        <p:spPr>
          <a:xfrm>
            <a:off x="6830568" y="3520440"/>
            <a:ext cx="457200" cy="9144"/>
          </a:xfrm>
          <a:prstGeom prst="rect">
            <a:avLst/>
          </a:prstGeom>
          <a:solidFill>
            <a:srgbClr val="1A3A2A"/>
          </a:solidFill>
          <a:ln w="12700">
            <a:solidFill>
              <a:srgbClr val="1A3A2A"/>
            </a:solidFill>
            <a:prstDash val="solid"/>
          </a:ln>
        </p:spPr>
      </p:sp>
      <p:sp>
        <p:nvSpPr>
          <p:cNvPr id="154" name="Shape 152"/>
          <p:cNvSpPr/>
          <p:nvPr/>
        </p:nvSpPr>
        <p:spPr>
          <a:xfrm>
            <a:off x="7424928" y="3520440"/>
            <a:ext cx="457200" cy="9144"/>
          </a:xfrm>
          <a:prstGeom prst="rect">
            <a:avLst/>
          </a:prstGeom>
          <a:solidFill>
            <a:srgbClr val="1A3A2A"/>
          </a:solidFill>
          <a:ln w="12700">
            <a:solidFill>
              <a:srgbClr val="1A3A2A"/>
            </a:solidFill>
            <a:prstDash val="solid"/>
          </a:ln>
        </p:spPr>
      </p:sp>
      <p:sp>
        <p:nvSpPr>
          <p:cNvPr id="155" name="Shape 153"/>
          <p:cNvSpPr/>
          <p:nvPr/>
        </p:nvSpPr>
        <p:spPr>
          <a:xfrm>
            <a:off x="8019288" y="3520440"/>
            <a:ext cx="457200" cy="9144"/>
          </a:xfrm>
          <a:prstGeom prst="rect">
            <a:avLst/>
          </a:prstGeom>
          <a:solidFill>
            <a:srgbClr val="1A3A2A"/>
          </a:solidFill>
          <a:ln w="12700">
            <a:solidFill>
              <a:srgbClr val="1A3A2A"/>
            </a:solidFill>
            <a:prstDash val="solid"/>
          </a:ln>
        </p:spPr>
      </p:sp>
      <p:sp>
        <p:nvSpPr>
          <p:cNvPr id="156" name="Shape 154"/>
          <p:cNvSpPr/>
          <p:nvPr/>
        </p:nvSpPr>
        <p:spPr>
          <a:xfrm>
            <a:off x="8613648" y="3520440"/>
            <a:ext cx="457200" cy="9144"/>
          </a:xfrm>
          <a:prstGeom prst="rect">
            <a:avLst/>
          </a:prstGeom>
          <a:solidFill>
            <a:srgbClr val="1A3A2A"/>
          </a:solidFill>
          <a:ln w="12700">
            <a:solidFill>
              <a:srgbClr val="1A3A2A"/>
            </a:solidFill>
            <a:prstDash val="solid"/>
          </a:ln>
        </p:spPr>
      </p:sp>
      <p:sp>
        <p:nvSpPr>
          <p:cNvPr id="157" name="Shape 155"/>
          <p:cNvSpPr/>
          <p:nvPr/>
        </p:nvSpPr>
        <p:spPr>
          <a:xfrm>
            <a:off x="9208008" y="3520440"/>
            <a:ext cx="457200" cy="9144"/>
          </a:xfrm>
          <a:prstGeom prst="rect">
            <a:avLst/>
          </a:prstGeom>
          <a:solidFill>
            <a:srgbClr val="1A3A2A"/>
          </a:solidFill>
          <a:ln w="12700">
            <a:solidFill>
              <a:srgbClr val="1A3A2A"/>
            </a:solidFill>
            <a:prstDash val="solid"/>
          </a:ln>
        </p:spPr>
      </p:sp>
      <p:sp>
        <p:nvSpPr>
          <p:cNvPr id="158" name="Shape 156"/>
          <p:cNvSpPr/>
          <p:nvPr/>
        </p:nvSpPr>
        <p:spPr>
          <a:xfrm>
            <a:off x="9802368" y="3520440"/>
            <a:ext cx="457200" cy="9144"/>
          </a:xfrm>
          <a:prstGeom prst="rect">
            <a:avLst/>
          </a:prstGeom>
          <a:solidFill>
            <a:srgbClr val="1A3A2A"/>
          </a:solidFill>
          <a:ln w="12700">
            <a:solidFill>
              <a:srgbClr val="1A3A2A"/>
            </a:solidFill>
            <a:prstDash val="solid"/>
          </a:ln>
        </p:spPr>
      </p:sp>
      <p:sp>
        <p:nvSpPr>
          <p:cNvPr id="159" name="Shape 157"/>
          <p:cNvSpPr/>
          <p:nvPr/>
        </p:nvSpPr>
        <p:spPr>
          <a:xfrm>
            <a:off x="10396728" y="3520440"/>
            <a:ext cx="457200" cy="9144"/>
          </a:xfrm>
          <a:prstGeom prst="rect">
            <a:avLst/>
          </a:prstGeom>
          <a:solidFill>
            <a:srgbClr val="1A3A2A"/>
          </a:solidFill>
          <a:ln w="12700">
            <a:solidFill>
              <a:srgbClr val="1A3A2A"/>
            </a:solidFill>
            <a:prstDash val="solid"/>
          </a:ln>
        </p:spPr>
      </p:sp>
      <p:sp>
        <p:nvSpPr>
          <p:cNvPr id="160" name="Shape 158"/>
          <p:cNvSpPr/>
          <p:nvPr/>
        </p:nvSpPr>
        <p:spPr>
          <a:xfrm>
            <a:off x="10991088" y="3520440"/>
            <a:ext cx="457200" cy="9144"/>
          </a:xfrm>
          <a:prstGeom prst="rect">
            <a:avLst/>
          </a:prstGeom>
          <a:solidFill>
            <a:srgbClr val="1A3A2A"/>
          </a:solidFill>
          <a:ln w="12700">
            <a:solidFill>
              <a:srgbClr val="1A3A2A"/>
            </a:solidFill>
            <a:prstDash val="solid"/>
          </a:ln>
        </p:spPr>
      </p:sp>
      <p:sp>
        <p:nvSpPr>
          <p:cNvPr id="161" name="Shape 159"/>
          <p:cNvSpPr/>
          <p:nvPr/>
        </p:nvSpPr>
        <p:spPr>
          <a:xfrm>
            <a:off x="11585448" y="3520440"/>
            <a:ext cx="457200" cy="9144"/>
          </a:xfrm>
          <a:prstGeom prst="rect">
            <a:avLst/>
          </a:prstGeom>
          <a:solidFill>
            <a:srgbClr val="1A3A2A"/>
          </a:solidFill>
          <a:ln w="12700">
            <a:solidFill>
              <a:srgbClr val="1A3A2A"/>
            </a:solidFill>
            <a:prstDash val="solid"/>
          </a:ln>
        </p:spPr>
      </p:sp>
      <p:sp>
        <p:nvSpPr>
          <p:cNvPr id="162" name="Shape 160"/>
          <p:cNvSpPr/>
          <p:nvPr/>
        </p:nvSpPr>
        <p:spPr>
          <a:xfrm>
            <a:off x="0" y="0"/>
            <a:ext cx="12188952" cy="18288"/>
          </a:xfrm>
          <a:prstGeom prst="rect">
            <a:avLst/>
          </a:prstGeom>
          <a:solidFill>
            <a:srgbClr val="00FF88"/>
          </a:solidFill>
          <a:ln/>
        </p:spPr>
      </p:sp>
      <p:sp>
        <p:nvSpPr>
          <p:cNvPr id="163" name="Shape 161"/>
          <p:cNvSpPr/>
          <p:nvPr/>
        </p:nvSpPr>
        <p:spPr>
          <a:xfrm>
            <a:off x="0" y="6839712"/>
            <a:ext cx="12188952" cy="18288"/>
          </a:xfrm>
          <a:prstGeom prst="rect">
            <a:avLst/>
          </a:prstGeom>
          <a:solidFill>
            <a:srgbClr val="00FF88"/>
          </a:solidFill>
          <a:ln/>
        </p:spPr>
      </p:sp>
      <p:sp>
        <p:nvSpPr>
          <p:cNvPr id="164" name="Shape 162"/>
          <p:cNvSpPr/>
          <p:nvPr/>
        </p:nvSpPr>
        <p:spPr>
          <a:xfrm>
            <a:off x="0" y="0"/>
            <a:ext cx="73152" cy="6858000"/>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65" name="Text 163"/>
          <p:cNvSpPr/>
          <p:nvPr/>
        </p:nvSpPr>
        <p:spPr>
          <a:xfrm>
            <a:off x="274320" y="91440"/>
            <a:ext cx="8229600" cy="594360"/>
          </a:xfrm>
          <a:prstGeom prst="rect">
            <a:avLst/>
          </a:prstGeom>
          <a:noFill/>
          <a:ln/>
          <a:effectLst>
            <a:outerShdw sx="100000" sy="100000" kx="0" ky="0" algn="bl" rotWithShape="0" blurRad="254000" dist="50800" dir="16200000">
              <a:srgbClr val="00FF88">
                <a:alpha val="50000"/>
              </a:srgbClr>
            </a:outerShdw>
          </a:effectLst>
        </p:spPr>
        <p:txBody>
          <a:bodyPr wrap="square" rtlCol="0" anchor="ctr"/>
          <a:lstStyle/>
          <a:p>
            <a:pPr indent="0" marL="0">
              <a:buNone/>
            </a:pPr>
            <a:r>
              <a:rPr lang="en-US" sz="3400" b="1" dirty="0">
                <a:solidFill>
                  <a:srgbClr val="00FF88"/>
                </a:solidFill>
                <a:latin typeface="Trebuchet MS" pitchFamily="34" charset="0"/>
                <a:ea typeface="Trebuchet MS" pitchFamily="34" charset="-122"/>
                <a:cs typeface="Trebuchet MS" pitchFamily="34" charset="-120"/>
              </a:rPr>
              <a:t>// LIVE PROTOTYPE</a:t>
            </a:r>
            <a:endParaRPr lang="en-US" sz="3400" dirty="0"/>
          </a:p>
        </p:txBody>
      </p:sp>
      <p:sp>
        <p:nvSpPr>
          <p:cNvPr id="166" name="Shape 164"/>
          <p:cNvSpPr/>
          <p:nvPr/>
        </p:nvSpPr>
        <p:spPr>
          <a:xfrm>
            <a:off x="274320" y="749808"/>
            <a:ext cx="11430000" cy="27432"/>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67" name="Shape 165"/>
          <p:cNvSpPr/>
          <p:nvPr/>
        </p:nvSpPr>
        <p:spPr>
          <a:xfrm>
            <a:off x="274320" y="841248"/>
            <a:ext cx="8046720" cy="5029200"/>
          </a:xfrm>
          <a:prstGeom prst="rect">
            <a:avLst/>
          </a:prstGeom>
          <a:solidFill>
            <a:srgbClr val="0D2016"/>
          </a:solidFill>
          <a:ln w="19050">
            <a:solidFill>
              <a:srgbClr val="00FF88"/>
            </a:solidFill>
            <a:prstDash val="solid"/>
          </a:ln>
          <a:effectLst>
            <a:outerShdw sx="100000" sy="100000" kx="0" ky="0" algn="bl" rotWithShape="0" blurRad="254000" dist="50800" dir="16200000">
              <a:srgbClr val="00FF88">
                <a:alpha val="50000"/>
              </a:srgbClr>
            </a:outerShdw>
          </a:effectLst>
        </p:spPr>
      </p:sp>
      <p:sp>
        <p:nvSpPr>
          <p:cNvPr id="168" name="Shape 166"/>
          <p:cNvSpPr/>
          <p:nvPr/>
        </p:nvSpPr>
        <p:spPr>
          <a:xfrm>
            <a:off x="274320" y="841248"/>
            <a:ext cx="8046720" cy="411480"/>
          </a:xfrm>
          <a:prstGeom prst="rect">
            <a:avLst/>
          </a:prstGeom>
          <a:solidFill>
            <a:srgbClr val="1A3575"/>
          </a:solidFill>
          <a:ln/>
        </p:spPr>
      </p:sp>
      <p:sp>
        <p:nvSpPr>
          <p:cNvPr id="169" name="Text 167"/>
          <p:cNvSpPr/>
          <p:nvPr/>
        </p:nvSpPr>
        <p:spPr>
          <a:xfrm>
            <a:off x="320040" y="841248"/>
            <a:ext cx="7955280" cy="4114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TN UNIFIED COMMAND CENTER | UNIFIED AGRI COMMAND | GOVT OF TAMIL NADU</a:t>
            </a:r>
            <a:endParaRPr lang="en-US" sz="900" dirty="0"/>
          </a:p>
        </p:txBody>
      </p:sp>
      <p:sp>
        <p:nvSpPr>
          <p:cNvPr id="170" name="Shape 168"/>
          <p:cNvSpPr/>
          <p:nvPr/>
        </p:nvSpPr>
        <p:spPr>
          <a:xfrm>
            <a:off x="274320" y="1252728"/>
            <a:ext cx="1508760" cy="4617720"/>
          </a:xfrm>
          <a:prstGeom prst="rect">
            <a:avLst/>
          </a:prstGeom>
          <a:solidFill>
            <a:srgbClr val="0A1520"/>
          </a:solidFill>
          <a:ln/>
        </p:spPr>
      </p:sp>
      <p:sp>
        <p:nvSpPr>
          <p:cNvPr id="171" name="Shape 169"/>
          <p:cNvSpPr/>
          <p:nvPr/>
        </p:nvSpPr>
        <p:spPr>
          <a:xfrm>
            <a:off x="320040" y="1325880"/>
            <a:ext cx="1417320" cy="548640"/>
          </a:xfrm>
          <a:prstGeom prst="rect">
            <a:avLst/>
          </a:prstGeom>
          <a:solidFill>
            <a:srgbClr val="0F2A18"/>
          </a:solidFill>
          <a:ln w="12700">
            <a:solidFill>
              <a:srgbClr val="00FF88"/>
            </a:solidFill>
            <a:prstDash val="solid"/>
          </a:ln>
        </p:spPr>
      </p:sp>
      <p:sp>
        <p:nvSpPr>
          <p:cNvPr id="172" name="Text 170"/>
          <p:cNvSpPr/>
          <p:nvPr/>
        </p:nvSpPr>
        <p:spPr>
          <a:xfrm>
            <a:off x="320040" y="1325880"/>
            <a:ext cx="1417320" cy="548640"/>
          </a:xfrm>
          <a:prstGeom prst="rect">
            <a:avLst/>
          </a:prstGeom>
          <a:noFill/>
          <a:ln/>
        </p:spPr>
        <p:txBody>
          <a:bodyPr wrap="square" rtlCol="0" anchor="ctr"/>
          <a:lstStyle/>
          <a:p>
            <a:pPr algn="ctr" indent="0" marL="0">
              <a:buNone/>
            </a:pPr>
            <a:r>
              <a:rPr lang="en-US" sz="900" dirty="0">
                <a:solidFill>
                  <a:srgbClr val="00FF88"/>
                </a:solidFill>
                <a:latin typeface="Calibri" pitchFamily="34" charset="0"/>
                <a:ea typeface="Calibri" pitchFamily="34" charset="-122"/>
                <a:cs typeface="Calibri" pitchFamily="34" charset="-120"/>
              </a:rPr>
              <a:t>🏠 Dashboard</a:t>
            </a:r>
            <a:endParaRPr lang="en-US" sz="900" dirty="0"/>
          </a:p>
        </p:txBody>
      </p:sp>
      <p:sp>
        <p:nvSpPr>
          <p:cNvPr id="173" name="Shape 171"/>
          <p:cNvSpPr/>
          <p:nvPr/>
        </p:nvSpPr>
        <p:spPr>
          <a:xfrm>
            <a:off x="320040" y="1984248"/>
            <a:ext cx="1417320" cy="548640"/>
          </a:xfrm>
          <a:prstGeom prst="rect">
            <a:avLst/>
          </a:prstGeom>
          <a:solidFill>
            <a:srgbClr val="0A1A28"/>
          </a:solidFill>
          <a:ln w="12700">
            <a:solidFill>
              <a:srgbClr val="1A3A2A"/>
            </a:solidFill>
            <a:prstDash val="solid"/>
          </a:ln>
        </p:spPr>
      </p:sp>
      <p:sp>
        <p:nvSpPr>
          <p:cNvPr id="174" name="Text 172"/>
          <p:cNvSpPr/>
          <p:nvPr/>
        </p:nvSpPr>
        <p:spPr>
          <a:xfrm>
            <a:off x="320040" y="1984248"/>
            <a:ext cx="1417320" cy="548640"/>
          </a:xfrm>
          <a:prstGeom prst="rect">
            <a:avLst/>
          </a:prstGeom>
          <a:noFill/>
          <a:ln/>
        </p:spPr>
        <p:txBody>
          <a:bodyPr wrap="square" rtlCol="0" anchor="ctr"/>
          <a:lstStyle/>
          <a:p>
            <a:pPr algn="ctr" indent="0" marL="0">
              <a:buNone/>
            </a:pPr>
            <a:r>
              <a:rPr lang="en-US" sz="900" dirty="0">
                <a:solidFill>
                  <a:srgbClr val="4A8A6A"/>
                </a:solidFill>
                <a:latin typeface="Calibri" pitchFamily="34" charset="0"/>
                <a:ea typeface="Calibri" pitchFamily="34" charset="-122"/>
                <a:cs typeface="Calibri" pitchFamily="34" charset="-120"/>
              </a:rPr>
              <a:t>📊 Analytics</a:t>
            </a:r>
            <a:endParaRPr lang="en-US" sz="900" dirty="0"/>
          </a:p>
        </p:txBody>
      </p:sp>
      <p:sp>
        <p:nvSpPr>
          <p:cNvPr id="175" name="Shape 173"/>
          <p:cNvSpPr/>
          <p:nvPr/>
        </p:nvSpPr>
        <p:spPr>
          <a:xfrm>
            <a:off x="320040" y="2642616"/>
            <a:ext cx="1417320" cy="548640"/>
          </a:xfrm>
          <a:prstGeom prst="rect">
            <a:avLst/>
          </a:prstGeom>
          <a:solidFill>
            <a:srgbClr val="0A1A28"/>
          </a:solidFill>
          <a:ln w="12700">
            <a:solidFill>
              <a:srgbClr val="1A3A2A"/>
            </a:solidFill>
            <a:prstDash val="solid"/>
          </a:ln>
        </p:spPr>
      </p:sp>
      <p:sp>
        <p:nvSpPr>
          <p:cNvPr id="176" name="Text 174"/>
          <p:cNvSpPr/>
          <p:nvPr/>
        </p:nvSpPr>
        <p:spPr>
          <a:xfrm>
            <a:off x="320040" y="2642616"/>
            <a:ext cx="1417320" cy="548640"/>
          </a:xfrm>
          <a:prstGeom prst="rect">
            <a:avLst/>
          </a:prstGeom>
          <a:noFill/>
          <a:ln/>
        </p:spPr>
        <p:txBody>
          <a:bodyPr wrap="square" rtlCol="0" anchor="ctr"/>
          <a:lstStyle/>
          <a:p>
            <a:pPr algn="ctr" indent="0" marL="0">
              <a:buNone/>
            </a:pPr>
            <a:r>
              <a:rPr lang="en-US" sz="900" dirty="0">
                <a:solidFill>
                  <a:srgbClr val="4A8A6A"/>
                </a:solidFill>
                <a:latin typeface="Calibri" pitchFamily="34" charset="0"/>
                <a:ea typeface="Calibri" pitchFamily="34" charset="-122"/>
                <a:cs typeface="Calibri" pitchFamily="34" charset="-120"/>
              </a:rPr>
              <a:t>🗺️ Map View</a:t>
            </a:r>
            <a:endParaRPr lang="en-US" sz="900" dirty="0"/>
          </a:p>
        </p:txBody>
      </p:sp>
      <p:sp>
        <p:nvSpPr>
          <p:cNvPr id="177" name="Shape 175"/>
          <p:cNvSpPr/>
          <p:nvPr/>
        </p:nvSpPr>
        <p:spPr>
          <a:xfrm>
            <a:off x="320040" y="3300984"/>
            <a:ext cx="1417320" cy="548640"/>
          </a:xfrm>
          <a:prstGeom prst="rect">
            <a:avLst/>
          </a:prstGeom>
          <a:solidFill>
            <a:srgbClr val="0A1A28"/>
          </a:solidFill>
          <a:ln w="12700">
            <a:solidFill>
              <a:srgbClr val="1A3A2A"/>
            </a:solidFill>
            <a:prstDash val="solid"/>
          </a:ln>
        </p:spPr>
      </p:sp>
      <p:sp>
        <p:nvSpPr>
          <p:cNvPr id="178" name="Text 176"/>
          <p:cNvSpPr/>
          <p:nvPr/>
        </p:nvSpPr>
        <p:spPr>
          <a:xfrm>
            <a:off x="320040" y="3300984"/>
            <a:ext cx="1417320" cy="548640"/>
          </a:xfrm>
          <a:prstGeom prst="rect">
            <a:avLst/>
          </a:prstGeom>
          <a:noFill/>
          <a:ln/>
        </p:spPr>
        <p:txBody>
          <a:bodyPr wrap="square" rtlCol="0" anchor="ctr"/>
          <a:lstStyle/>
          <a:p>
            <a:pPr algn="ctr" indent="0" marL="0">
              <a:buNone/>
            </a:pPr>
            <a:r>
              <a:rPr lang="en-US" sz="900" dirty="0">
                <a:solidFill>
                  <a:srgbClr val="4A8A6A"/>
                </a:solidFill>
                <a:latin typeface="Calibri" pitchFamily="34" charset="0"/>
                <a:ea typeface="Calibri" pitchFamily="34" charset="-122"/>
                <a:cs typeface="Calibri" pitchFamily="34" charset="-120"/>
              </a:rPr>
              <a:t>📄 Reports</a:t>
            </a:r>
            <a:endParaRPr lang="en-US" sz="900" dirty="0"/>
          </a:p>
        </p:txBody>
      </p:sp>
      <p:sp>
        <p:nvSpPr>
          <p:cNvPr id="179" name="Shape 177"/>
          <p:cNvSpPr/>
          <p:nvPr/>
        </p:nvSpPr>
        <p:spPr>
          <a:xfrm>
            <a:off x="320040" y="3959352"/>
            <a:ext cx="1417320" cy="548640"/>
          </a:xfrm>
          <a:prstGeom prst="rect">
            <a:avLst/>
          </a:prstGeom>
          <a:solidFill>
            <a:srgbClr val="0A1A28"/>
          </a:solidFill>
          <a:ln w="12700">
            <a:solidFill>
              <a:srgbClr val="1A3A2A"/>
            </a:solidFill>
            <a:prstDash val="solid"/>
          </a:ln>
        </p:spPr>
      </p:sp>
      <p:sp>
        <p:nvSpPr>
          <p:cNvPr id="180" name="Text 178"/>
          <p:cNvSpPr/>
          <p:nvPr/>
        </p:nvSpPr>
        <p:spPr>
          <a:xfrm>
            <a:off x="320040" y="3959352"/>
            <a:ext cx="1417320" cy="548640"/>
          </a:xfrm>
          <a:prstGeom prst="rect">
            <a:avLst/>
          </a:prstGeom>
          <a:noFill/>
          <a:ln/>
        </p:spPr>
        <p:txBody>
          <a:bodyPr wrap="square" rtlCol="0" anchor="ctr"/>
          <a:lstStyle/>
          <a:p>
            <a:pPr algn="ctr" indent="0" marL="0">
              <a:buNone/>
            </a:pPr>
            <a:r>
              <a:rPr lang="en-US" sz="900" dirty="0">
                <a:solidFill>
                  <a:srgbClr val="4A8A6A"/>
                </a:solidFill>
                <a:latin typeface="Calibri" pitchFamily="34" charset="0"/>
                <a:ea typeface="Calibri" pitchFamily="34" charset="-122"/>
                <a:cs typeface="Calibri" pitchFamily="34" charset="-120"/>
              </a:rPr>
              <a:t>⚙️ Settings</a:t>
            </a:r>
            <a:endParaRPr lang="en-US" sz="900" dirty="0"/>
          </a:p>
        </p:txBody>
      </p:sp>
      <p:sp>
        <p:nvSpPr>
          <p:cNvPr id="181" name="Shape 179"/>
          <p:cNvSpPr/>
          <p:nvPr/>
        </p:nvSpPr>
        <p:spPr>
          <a:xfrm>
            <a:off x="320040" y="4617720"/>
            <a:ext cx="1417320" cy="548640"/>
          </a:xfrm>
          <a:prstGeom prst="rect">
            <a:avLst/>
          </a:prstGeom>
          <a:solidFill>
            <a:srgbClr val="0A1A28"/>
          </a:solidFill>
          <a:ln w="12700">
            <a:solidFill>
              <a:srgbClr val="1A3A2A"/>
            </a:solidFill>
            <a:prstDash val="solid"/>
          </a:ln>
        </p:spPr>
      </p:sp>
      <p:sp>
        <p:nvSpPr>
          <p:cNvPr id="182" name="Text 180"/>
          <p:cNvSpPr/>
          <p:nvPr/>
        </p:nvSpPr>
        <p:spPr>
          <a:xfrm>
            <a:off x="320040" y="4617720"/>
            <a:ext cx="1417320" cy="548640"/>
          </a:xfrm>
          <a:prstGeom prst="rect">
            <a:avLst/>
          </a:prstGeom>
          <a:noFill/>
          <a:ln/>
        </p:spPr>
        <p:txBody>
          <a:bodyPr wrap="square" rtlCol="0" anchor="ctr"/>
          <a:lstStyle/>
          <a:p>
            <a:pPr algn="ctr" indent="0" marL="0">
              <a:buNone/>
            </a:pPr>
            <a:r>
              <a:rPr lang="en-US" sz="900" dirty="0">
                <a:solidFill>
                  <a:srgbClr val="4A8A6A"/>
                </a:solidFill>
                <a:latin typeface="Calibri" pitchFamily="34" charset="0"/>
                <a:ea typeface="Calibri" pitchFamily="34" charset="-122"/>
                <a:cs typeface="Calibri" pitchFamily="34" charset="-120"/>
              </a:rPr>
              <a:t>👤 Farmer</a:t>
            </a:r>
            <a:endParaRPr lang="en-US" sz="900" dirty="0"/>
          </a:p>
        </p:txBody>
      </p:sp>
      <p:sp>
        <p:nvSpPr>
          <p:cNvPr id="183" name="Shape 181"/>
          <p:cNvSpPr/>
          <p:nvPr/>
        </p:nvSpPr>
        <p:spPr>
          <a:xfrm>
            <a:off x="1874520" y="1252728"/>
            <a:ext cx="6400800" cy="731520"/>
          </a:xfrm>
          <a:prstGeom prst="rect">
            <a:avLst/>
          </a:prstGeom>
          <a:solidFill>
            <a:srgbClr val="0A2010"/>
          </a:solidFill>
          <a:ln/>
        </p:spPr>
      </p:sp>
      <p:sp>
        <p:nvSpPr>
          <p:cNvPr id="184" name="Text 182"/>
          <p:cNvSpPr/>
          <p:nvPr/>
        </p:nvSpPr>
        <p:spPr>
          <a:xfrm>
            <a:off x="1920240" y="1298448"/>
            <a:ext cx="2011680" cy="640080"/>
          </a:xfrm>
          <a:prstGeom prst="rect">
            <a:avLst/>
          </a:prstGeom>
          <a:noFill/>
          <a:ln/>
        </p:spPr>
        <p:txBody>
          <a:bodyPr wrap="square" rtlCol="0" anchor="ctr"/>
          <a:lstStyle/>
          <a:p>
            <a:pPr algn="ctr" indent="0" marL="0">
              <a:buNone/>
            </a:pPr>
            <a:r>
              <a:rPr lang="en-US" sz="1000" b="1" dirty="0">
                <a:solidFill>
                  <a:srgbClr val="00FF88"/>
                </a:solidFill>
                <a:latin typeface="Trebuchet MS" pitchFamily="34" charset="0"/>
                <a:ea typeface="Trebuchet MS" pitchFamily="34" charset="-122"/>
                <a:cs typeface="Trebuchet MS" pitchFamily="34" charset="-120"/>
              </a:rPr>
              <a:t>475,000 T  YIELD</a:t>
            </a:r>
            <a:endParaRPr lang="en-US" sz="1000" dirty="0"/>
          </a:p>
        </p:txBody>
      </p:sp>
      <p:sp>
        <p:nvSpPr>
          <p:cNvPr id="185" name="Text 183"/>
          <p:cNvSpPr/>
          <p:nvPr/>
        </p:nvSpPr>
        <p:spPr>
          <a:xfrm>
            <a:off x="4023360" y="1298448"/>
            <a:ext cx="2011680" cy="640080"/>
          </a:xfrm>
          <a:prstGeom prst="rect">
            <a:avLst/>
          </a:prstGeom>
          <a:noFill/>
          <a:ln/>
        </p:spPr>
        <p:txBody>
          <a:bodyPr wrap="square" rtlCol="0" anchor="ctr"/>
          <a:lstStyle/>
          <a:p>
            <a:pPr algn="ctr" indent="0" marL="0">
              <a:buNone/>
            </a:pPr>
            <a:r>
              <a:rPr lang="en-US" sz="1000" b="1" dirty="0">
                <a:solidFill>
                  <a:srgbClr val="FFD700"/>
                </a:solidFill>
                <a:latin typeface="Trebuchet MS" pitchFamily="34" charset="0"/>
                <a:ea typeface="Trebuchet MS" pitchFamily="34" charset="-122"/>
                <a:cs typeface="Trebuchet MS" pitchFamily="34" charset="-120"/>
              </a:rPr>
              <a:t>50.0%  SOWING</a:t>
            </a:r>
            <a:endParaRPr lang="en-US" sz="1000" dirty="0"/>
          </a:p>
        </p:txBody>
      </p:sp>
      <p:sp>
        <p:nvSpPr>
          <p:cNvPr id="186" name="Text 184"/>
          <p:cNvSpPr/>
          <p:nvPr/>
        </p:nvSpPr>
        <p:spPr>
          <a:xfrm>
            <a:off x="6126480" y="1298448"/>
            <a:ext cx="2011680" cy="640080"/>
          </a:xfrm>
          <a:prstGeom prst="rect">
            <a:avLst/>
          </a:prstGeom>
          <a:noFill/>
          <a:ln/>
        </p:spPr>
        <p:txBody>
          <a:bodyPr wrap="square" rtlCol="0" anchor="ctr"/>
          <a:lstStyle/>
          <a:p>
            <a:pPr algn="ctr" indent="0" marL="0">
              <a:buNone/>
            </a:pPr>
            <a:r>
              <a:rPr lang="en-US" sz="1000" b="1" dirty="0">
                <a:solidFill>
                  <a:srgbClr val="00D4FF"/>
                </a:solidFill>
                <a:latin typeface="Trebuchet MS" pitchFamily="34" charset="0"/>
                <a:ea typeface="Trebuchet MS" pitchFamily="34" charset="-122"/>
                <a:cs typeface="Trebuchet MS" pitchFamily="34" charset="-120"/>
              </a:rPr>
              <a:t>₹18,300 Cr  GDP</a:t>
            </a:r>
            <a:endParaRPr lang="en-US" sz="1000" dirty="0"/>
          </a:p>
        </p:txBody>
      </p:sp>
      <p:sp>
        <p:nvSpPr>
          <p:cNvPr id="187" name="Shape 185"/>
          <p:cNvSpPr/>
          <p:nvPr/>
        </p:nvSpPr>
        <p:spPr>
          <a:xfrm>
            <a:off x="1874520" y="2057400"/>
            <a:ext cx="6400800" cy="3794760"/>
          </a:xfrm>
          <a:prstGeom prst="rect">
            <a:avLst/>
          </a:prstGeom>
          <a:solidFill>
            <a:srgbClr val="081812"/>
          </a:solidFill>
          <a:ln w="6350">
            <a:solidFill>
              <a:srgbClr val="4A8A6A"/>
            </a:solidFill>
            <a:prstDash val="solid"/>
          </a:ln>
        </p:spPr>
      </p:sp>
      <p:sp>
        <p:nvSpPr>
          <p:cNvPr id="188" name="Text 186"/>
          <p:cNvSpPr/>
          <p:nvPr/>
        </p:nvSpPr>
        <p:spPr>
          <a:xfrm>
            <a:off x="1920240" y="2148840"/>
            <a:ext cx="6309360" cy="3657600"/>
          </a:xfrm>
          <a:prstGeom prst="rect">
            <a:avLst/>
          </a:prstGeom>
          <a:noFill/>
          <a:ln/>
        </p:spPr>
        <p:txBody>
          <a:bodyPr wrap="square" rtlCol="0" anchor="ctr"/>
          <a:lstStyle/>
          <a:p>
            <a:pPr algn="ctr" indent="0" marL="0">
              <a:buNone/>
            </a:pPr>
            <a:r>
              <a:rPr lang="en-US" sz="950" dirty="0">
                <a:solidFill>
                  <a:srgbClr val="4A8A6A"/>
                </a:solidFill>
                <a:latin typeface="Calibri" pitchFamily="34" charset="0"/>
                <a:ea typeface="Calibri" pitchFamily="34" charset="-122"/>
                <a:cs typeface="Calibri" pitchFamily="34" charset="-120"/>
              </a:rPr>
              <a:t>[ GEOSPATIAL MAP — 38 DISTRICT HEALTH ZONES ]</a:t>
            </a:r>
            <a:endParaRPr lang="en-US" sz="950" dirty="0"/>
          </a:p>
          <a:p>
            <a:pPr algn="ctr" indent="0" marL="0">
              <a:buNone/>
            </a:pPr>
            <a:r>
              <a:rPr lang="en-US" sz="950" dirty="0">
                <a:solidFill>
                  <a:srgbClr val="4A8A6A"/>
                </a:solidFill>
                <a:latin typeface="Calibri" pitchFamily="34" charset="0"/>
                <a:ea typeface="Calibri" pitchFamily="34" charset="-122"/>
                <a:cs typeface="Calibri" pitchFamily="34" charset="-120"/>
              </a:rPr>
              <a:t>Ariyalur · Chennai · Coimbatore · Cuddalore · Dindigul</a:t>
            </a:r>
            <a:endParaRPr lang="en-US" sz="950" dirty="0"/>
          </a:p>
          <a:p>
            <a:pPr algn="ctr" indent="0" marL="0">
              <a:buNone/>
            </a:pPr>
            <a:r>
              <a:rPr lang="en-US" sz="950" dirty="0">
                <a:solidFill>
                  <a:srgbClr val="4A8A6A"/>
                </a:solidFill>
                <a:latin typeface="Calibri" pitchFamily="34" charset="0"/>
                <a:ea typeface="Calibri" pitchFamily="34" charset="-122"/>
                <a:cs typeface="Calibri" pitchFamily="34" charset="-120"/>
              </a:rPr>
              <a:t>Erode · Kallakurichi · Kanchipuram · Kanyakumari · Karur</a:t>
            </a:r>
            <a:endParaRPr lang="en-US" sz="950" dirty="0"/>
          </a:p>
          <a:p>
            <a:pPr algn="ctr" indent="0" marL="0">
              <a:buNone/>
            </a:pPr>
            <a:r>
              <a:rPr lang="en-US" sz="950" dirty="0">
                <a:solidFill>
                  <a:srgbClr val="4A8A6A"/>
                </a:solidFill>
                <a:latin typeface="Calibri" pitchFamily="34" charset="0"/>
                <a:ea typeface="Calibri" pitchFamily="34" charset="-122"/>
                <a:cs typeface="Calibri" pitchFamily="34" charset="-120"/>
              </a:rPr>
              <a:t>Krishnagiri · Madurai · Mayiladuthurai · Nagapattinam ...</a:t>
            </a:r>
            <a:endParaRPr lang="en-US" sz="950" dirty="0"/>
          </a:p>
        </p:txBody>
      </p:sp>
      <p:sp>
        <p:nvSpPr>
          <p:cNvPr id="189" name="Shape 187"/>
          <p:cNvSpPr/>
          <p:nvPr/>
        </p:nvSpPr>
        <p:spPr>
          <a:xfrm>
            <a:off x="8503920" y="841248"/>
            <a:ext cx="3383280" cy="5029200"/>
          </a:xfrm>
          <a:prstGeom prst="rect">
            <a:avLst/>
          </a:prstGeom>
          <a:solidFill>
            <a:srgbClr val="0D2016"/>
          </a:solidFill>
          <a:ln w="12700">
            <a:solidFill>
              <a:srgbClr val="FFD700"/>
            </a:solidFill>
            <a:prstDash val="solid"/>
          </a:ln>
          <a:effectLst>
            <a:outerShdw sx="100000" sy="100000" kx="0" ky="0" algn="bl" rotWithShape="0" blurRad="152400" dist="50800" dir="2700000">
              <a:srgbClr val="000000">
                <a:alpha val="60000"/>
              </a:srgbClr>
            </a:outerShdw>
          </a:effectLst>
        </p:spPr>
      </p:sp>
      <p:sp>
        <p:nvSpPr>
          <p:cNvPr id="190" name="Shape 188"/>
          <p:cNvSpPr/>
          <p:nvPr/>
        </p:nvSpPr>
        <p:spPr>
          <a:xfrm>
            <a:off x="8503920" y="841248"/>
            <a:ext cx="3383280" cy="411480"/>
          </a:xfrm>
          <a:prstGeom prst="rect">
            <a:avLst/>
          </a:prstGeom>
          <a:solidFill>
            <a:srgbClr val="FFD700"/>
          </a:solidFill>
          <a:ln/>
        </p:spPr>
      </p:sp>
      <p:sp>
        <p:nvSpPr>
          <p:cNvPr id="191" name="Text 189"/>
          <p:cNvSpPr/>
          <p:nvPr/>
        </p:nvSpPr>
        <p:spPr>
          <a:xfrm>
            <a:off x="8503920" y="841248"/>
            <a:ext cx="3383280" cy="411480"/>
          </a:xfrm>
          <a:prstGeom prst="rect">
            <a:avLst/>
          </a:prstGeom>
          <a:noFill/>
          <a:ln/>
        </p:spPr>
        <p:txBody>
          <a:bodyPr wrap="square" rtlCol="0" anchor="ctr"/>
          <a:lstStyle/>
          <a:p>
            <a:pPr algn="ctr" indent="0" marL="0">
              <a:buNone/>
            </a:pPr>
            <a:r>
              <a:rPr lang="en-US" sz="1100" b="1" dirty="0">
                <a:solidFill>
                  <a:srgbClr val="020806"/>
                </a:solidFill>
                <a:latin typeface="Trebuchet MS" pitchFamily="34" charset="0"/>
                <a:ea typeface="Trebuchet MS" pitchFamily="34" charset="-122"/>
                <a:cs typeface="Trebuchet MS" pitchFamily="34" charset="-120"/>
              </a:rPr>
              <a:t>FEATURE STATUS</a:t>
            </a:r>
            <a:endParaRPr lang="en-US" sz="1100" dirty="0"/>
          </a:p>
        </p:txBody>
      </p:sp>
      <p:sp>
        <p:nvSpPr>
          <p:cNvPr id="192" name="Text 190"/>
          <p:cNvSpPr/>
          <p:nvPr/>
        </p:nvSpPr>
        <p:spPr>
          <a:xfrm>
            <a:off x="8641080" y="1325880"/>
            <a:ext cx="3154680" cy="329184"/>
          </a:xfrm>
          <a:prstGeom prst="rect">
            <a:avLst/>
          </a:prstGeom>
          <a:noFill/>
          <a:ln/>
        </p:spPr>
        <p:txBody>
          <a:bodyPr wrap="square" rtlCol="0" anchor="ctr"/>
          <a:lstStyle/>
          <a:p>
            <a:pPr indent="0" marL="0">
              <a:buNone/>
            </a:pPr>
            <a:r>
              <a:rPr lang="en-US" sz="900" dirty="0">
                <a:solidFill>
                  <a:srgbClr val="00FF88"/>
                </a:solidFill>
                <a:latin typeface="Calibri" pitchFamily="34" charset="0"/>
                <a:ea typeface="Calibri" pitchFamily="34" charset="-122"/>
                <a:cs typeface="Calibri" pitchFamily="34" charset="-120"/>
              </a:rPr>
              <a:t>✅ Aadhaar Login + OTP</a:t>
            </a:r>
            <a:endParaRPr lang="en-US" sz="900" dirty="0"/>
          </a:p>
        </p:txBody>
      </p:sp>
      <p:sp>
        <p:nvSpPr>
          <p:cNvPr id="193" name="Text 191"/>
          <p:cNvSpPr/>
          <p:nvPr/>
        </p:nvSpPr>
        <p:spPr>
          <a:xfrm>
            <a:off x="8641080" y="1682496"/>
            <a:ext cx="3154680" cy="329184"/>
          </a:xfrm>
          <a:prstGeom prst="rect">
            <a:avLst/>
          </a:prstGeom>
          <a:noFill/>
          <a:ln/>
        </p:spPr>
        <p:txBody>
          <a:bodyPr wrap="square" rtlCol="0" anchor="ctr"/>
          <a:lstStyle/>
          <a:p>
            <a:pPr indent="0" marL="0">
              <a:buNone/>
            </a:pPr>
            <a:r>
              <a:rPr lang="en-US" sz="900" dirty="0">
                <a:solidFill>
                  <a:srgbClr val="00FF88"/>
                </a:solidFill>
                <a:latin typeface="Calibri" pitchFamily="34" charset="0"/>
                <a:ea typeface="Calibri" pitchFamily="34" charset="-122"/>
                <a:cs typeface="Calibri" pitchFamily="34" charset="-120"/>
              </a:rPr>
              <a:t>✅ 38-District Dashboard</a:t>
            </a:r>
            <a:endParaRPr lang="en-US" sz="900" dirty="0"/>
          </a:p>
        </p:txBody>
      </p:sp>
      <p:sp>
        <p:nvSpPr>
          <p:cNvPr id="194" name="Text 192"/>
          <p:cNvSpPr/>
          <p:nvPr/>
        </p:nvSpPr>
        <p:spPr>
          <a:xfrm>
            <a:off x="8641080" y="2039112"/>
            <a:ext cx="3154680" cy="329184"/>
          </a:xfrm>
          <a:prstGeom prst="rect">
            <a:avLst/>
          </a:prstGeom>
          <a:noFill/>
          <a:ln/>
        </p:spPr>
        <p:txBody>
          <a:bodyPr wrap="square" rtlCol="0" anchor="ctr"/>
          <a:lstStyle/>
          <a:p>
            <a:pPr indent="0" marL="0">
              <a:buNone/>
            </a:pPr>
            <a:r>
              <a:rPr lang="en-US" sz="900" dirty="0">
                <a:solidFill>
                  <a:srgbClr val="00FF88"/>
                </a:solidFill>
                <a:latin typeface="Calibri" pitchFamily="34" charset="0"/>
                <a:ea typeface="Calibri" pitchFamily="34" charset="-122"/>
                <a:cs typeface="Calibri" pitchFamily="34" charset="-120"/>
              </a:rPr>
              <a:t>✅ StateBrain Risk Engine</a:t>
            </a:r>
            <a:endParaRPr lang="en-US" sz="900" dirty="0"/>
          </a:p>
        </p:txBody>
      </p:sp>
      <p:sp>
        <p:nvSpPr>
          <p:cNvPr id="195" name="Text 193"/>
          <p:cNvSpPr/>
          <p:nvPr/>
        </p:nvSpPr>
        <p:spPr>
          <a:xfrm>
            <a:off x="8641080" y="2395728"/>
            <a:ext cx="3154680" cy="329184"/>
          </a:xfrm>
          <a:prstGeom prst="rect">
            <a:avLst/>
          </a:prstGeom>
          <a:noFill/>
          <a:ln/>
        </p:spPr>
        <p:txBody>
          <a:bodyPr wrap="square" rtlCol="0" anchor="ctr"/>
          <a:lstStyle/>
          <a:p>
            <a:pPr indent="0" marL="0">
              <a:buNone/>
            </a:pPr>
            <a:r>
              <a:rPr lang="en-US" sz="900" dirty="0">
                <a:solidFill>
                  <a:srgbClr val="00FF88"/>
                </a:solidFill>
                <a:latin typeface="Calibri" pitchFamily="34" charset="0"/>
                <a:ea typeface="Calibri" pitchFamily="34" charset="-122"/>
                <a:cs typeface="Calibri" pitchFamily="34" charset="-120"/>
              </a:rPr>
              <a:t>✅ Geospatial Leaflet Map</a:t>
            </a:r>
            <a:endParaRPr lang="en-US" sz="900" dirty="0"/>
          </a:p>
        </p:txBody>
      </p:sp>
      <p:sp>
        <p:nvSpPr>
          <p:cNvPr id="196" name="Text 194"/>
          <p:cNvSpPr/>
          <p:nvPr/>
        </p:nvSpPr>
        <p:spPr>
          <a:xfrm>
            <a:off x="8641080" y="2752344"/>
            <a:ext cx="3154680" cy="329184"/>
          </a:xfrm>
          <a:prstGeom prst="rect">
            <a:avLst/>
          </a:prstGeom>
          <a:noFill/>
          <a:ln/>
        </p:spPr>
        <p:txBody>
          <a:bodyPr wrap="square" rtlCol="0" anchor="ctr"/>
          <a:lstStyle/>
          <a:p>
            <a:pPr indent="0" marL="0">
              <a:buNone/>
            </a:pPr>
            <a:r>
              <a:rPr lang="en-US" sz="900" dirty="0">
                <a:solidFill>
                  <a:srgbClr val="00FF88"/>
                </a:solidFill>
                <a:latin typeface="Calibri" pitchFamily="34" charset="0"/>
                <a:ea typeface="Calibri" pitchFamily="34" charset="-122"/>
                <a:cs typeface="Calibri" pitchFamily="34" charset="-120"/>
              </a:rPr>
              <a:t>✅ 6-Language i18n</a:t>
            </a:r>
            <a:endParaRPr lang="en-US" sz="900" dirty="0"/>
          </a:p>
        </p:txBody>
      </p:sp>
      <p:sp>
        <p:nvSpPr>
          <p:cNvPr id="197" name="Text 195"/>
          <p:cNvSpPr/>
          <p:nvPr/>
        </p:nvSpPr>
        <p:spPr>
          <a:xfrm>
            <a:off x="8641080" y="3108960"/>
            <a:ext cx="3154680" cy="329184"/>
          </a:xfrm>
          <a:prstGeom prst="rect">
            <a:avLst/>
          </a:prstGeom>
          <a:noFill/>
          <a:ln/>
        </p:spPr>
        <p:txBody>
          <a:bodyPr wrap="square" rtlCol="0" anchor="ctr"/>
          <a:lstStyle/>
          <a:p>
            <a:pPr indent="0" marL="0">
              <a:buNone/>
            </a:pPr>
            <a:r>
              <a:rPr lang="en-US" sz="900" dirty="0">
                <a:solidFill>
                  <a:srgbClr val="00FF88"/>
                </a:solidFill>
                <a:latin typeface="Calibri" pitchFamily="34" charset="0"/>
                <a:ea typeface="Calibri" pitchFamily="34" charset="-122"/>
                <a:cs typeface="Calibri" pitchFamily="34" charset="-120"/>
              </a:rPr>
              <a:t>✅ WhatIf Simulator</a:t>
            </a:r>
            <a:endParaRPr lang="en-US" sz="900" dirty="0"/>
          </a:p>
        </p:txBody>
      </p:sp>
      <p:sp>
        <p:nvSpPr>
          <p:cNvPr id="198" name="Text 196"/>
          <p:cNvSpPr/>
          <p:nvPr/>
        </p:nvSpPr>
        <p:spPr>
          <a:xfrm>
            <a:off x="8641080" y="3465576"/>
            <a:ext cx="3154680" cy="329184"/>
          </a:xfrm>
          <a:prstGeom prst="rect">
            <a:avLst/>
          </a:prstGeom>
          <a:noFill/>
          <a:ln/>
        </p:spPr>
        <p:txBody>
          <a:bodyPr wrap="square" rtlCol="0" anchor="ctr"/>
          <a:lstStyle/>
          <a:p>
            <a:pPr indent="0" marL="0">
              <a:buNone/>
            </a:pPr>
            <a:r>
              <a:rPr lang="en-US" sz="900" dirty="0">
                <a:solidFill>
                  <a:srgbClr val="00FF88"/>
                </a:solidFill>
                <a:latin typeface="Calibri" pitchFamily="34" charset="0"/>
                <a:ea typeface="Calibri" pitchFamily="34" charset="-122"/>
                <a:cs typeface="Calibri" pitchFamily="34" charset="-120"/>
              </a:rPr>
              <a:t>✅ Gemini AI Advisory</a:t>
            </a:r>
            <a:endParaRPr lang="en-US" sz="900" dirty="0"/>
          </a:p>
        </p:txBody>
      </p:sp>
      <p:sp>
        <p:nvSpPr>
          <p:cNvPr id="199" name="Text 197"/>
          <p:cNvSpPr/>
          <p:nvPr/>
        </p:nvSpPr>
        <p:spPr>
          <a:xfrm>
            <a:off x="8641080" y="3822192"/>
            <a:ext cx="3154680" cy="329184"/>
          </a:xfrm>
          <a:prstGeom prst="rect">
            <a:avLst/>
          </a:prstGeom>
          <a:noFill/>
          <a:ln/>
        </p:spPr>
        <p:txBody>
          <a:bodyPr wrap="square" rtlCol="0" anchor="ctr"/>
          <a:lstStyle/>
          <a:p>
            <a:pPr indent="0" marL="0">
              <a:buNone/>
            </a:pPr>
            <a:r>
              <a:rPr lang="en-US" sz="900" dirty="0">
                <a:solidFill>
                  <a:srgbClr val="00FF88"/>
                </a:solidFill>
                <a:latin typeface="Calibri" pitchFamily="34" charset="0"/>
                <a:ea typeface="Calibri" pitchFamily="34" charset="-122"/>
                <a:cs typeface="Calibri" pitchFamily="34" charset="-120"/>
              </a:rPr>
              <a:t>✅ Govt Schemes DB</a:t>
            </a:r>
            <a:endParaRPr lang="en-US" sz="900" dirty="0"/>
          </a:p>
        </p:txBody>
      </p:sp>
      <p:sp>
        <p:nvSpPr>
          <p:cNvPr id="200" name="Text 198"/>
          <p:cNvSpPr/>
          <p:nvPr/>
        </p:nvSpPr>
        <p:spPr>
          <a:xfrm>
            <a:off x="8641080" y="4178808"/>
            <a:ext cx="3154680" cy="329184"/>
          </a:xfrm>
          <a:prstGeom prst="rect">
            <a:avLst/>
          </a:prstGeom>
          <a:noFill/>
          <a:ln/>
        </p:spPr>
        <p:txBody>
          <a:bodyPr wrap="square" rtlCol="0" anchor="ctr"/>
          <a:lstStyle/>
          <a:p>
            <a:pPr indent="0" marL="0">
              <a:buNone/>
            </a:pPr>
            <a:r>
              <a:rPr lang="en-US" sz="900" dirty="0">
                <a:solidFill>
                  <a:srgbClr val="00FF88"/>
                </a:solidFill>
                <a:latin typeface="Calibri" pitchFamily="34" charset="0"/>
                <a:ea typeface="Calibri" pitchFamily="34" charset="-122"/>
                <a:cs typeface="Calibri" pitchFamily="34" charset="-120"/>
              </a:rPr>
              <a:t>✅ PDF Report Export</a:t>
            </a:r>
            <a:endParaRPr lang="en-US" sz="900" dirty="0"/>
          </a:p>
        </p:txBody>
      </p:sp>
      <p:sp>
        <p:nvSpPr>
          <p:cNvPr id="201" name="Text 199"/>
          <p:cNvSpPr/>
          <p:nvPr/>
        </p:nvSpPr>
        <p:spPr>
          <a:xfrm>
            <a:off x="8641080" y="4535424"/>
            <a:ext cx="3154680" cy="329184"/>
          </a:xfrm>
          <a:prstGeom prst="rect">
            <a:avLst/>
          </a:prstGeom>
          <a:noFill/>
          <a:ln/>
        </p:spPr>
        <p:txBody>
          <a:bodyPr wrap="square" rtlCol="0" anchor="ctr"/>
          <a:lstStyle/>
          <a:p>
            <a:pPr indent="0" marL="0">
              <a:buNone/>
            </a:pPr>
            <a:r>
              <a:rPr lang="en-US" sz="900" dirty="0">
                <a:solidFill>
                  <a:srgbClr val="00FF88"/>
                </a:solidFill>
                <a:latin typeface="Calibri" pitchFamily="34" charset="0"/>
                <a:ea typeface="Calibri" pitchFamily="34" charset="-122"/>
                <a:cs typeface="Calibri" pitchFamily="34" charset="-120"/>
              </a:rPr>
              <a:t>✅ Role-based Access</a:t>
            </a:r>
            <a:endParaRPr lang="en-US" sz="900" dirty="0"/>
          </a:p>
        </p:txBody>
      </p:sp>
      <p:sp>
        <p:nvSpPr>
          <p:cNvPr id="202" name="Text 200"/>
          <p:cNvSpPr/>
          <p:nvPr/>
        </p:nvSpPr>
        <p:spPr>
          <a:xfrm>
            <a:off x="8641080" y="4892040"/>
            <a:ext cx="3154680" cy="329184"/>
          </a:xfrm>
          <a:prstGeom prst="rect">
            <a:avLst/>
          </a:prstGeom>
          <a:noFill/>
          <a:ln/>
        </p:spPr>
        <p:txBody>
          <a:bodyPr wrap="square" rtlCol="0" anchor="ctr"/>
          <a:lstStyle/>
          <a:p>
            <a:pPr indent="0" marL="0">
              <a:buNone/>
            </a:pPr>
            <a:r>
              <a:rPr lang="en-US" sz="900" dirty="0">
                <a:solidFill>
                  <a:srgbClr val="FFBF00"/>
                </a:solidFill>
                <a:latin typeface="Calibri" pitchFamily="34" charset="0"/>
                <a:ea typeface="Calibri" pitchFamily="34" charset="-122"/>
                <a:cs typeface="Calibri" pitchFamily="34" charset="-120"/>
              </a:rPr>
              <a:t>🔧 IoT Live Sensor Feed</a:t>
            </a:r>
            <a:endParaRPr lang="en-US" sz="900" dirty="0"/>
          </a:p>
        </p:txBody>
      </p:sp>
      <p:sp>
        <p:nvSpPr>
          <p:cNvPr id="203" name="Text 201"/>
          <p:cNvSpPr/>
          <p:nvPr/>
        </p:nvSpPr>
        <p:spPr>
          <a:xfrm>
            <a:off x="8641080" y="5248656"/>
            <a:ext cx="3154680" cy="329184"/>
          </a:xfrm>
          <a:prstGeom prst="rect">
            <a:avLst/>
          </a:prstGeom>
          <a:noFill/>
          <a:ln/>
        </p:spPr>
        <p:txBody>
          <a:bodyPr wrap="square" rtlCol="0" anchor="ctr"/>
          <a:lstStyle/>
          <a:p>
            <a:pPr indent="0" marL="0">
              <a:buNone/>
            </a:pPr>
            <a:r>
              <a:rPr lang="en-US" sz="900" dirty="0">
                <a:solidFill>
                  <a:srgbClr val="FFBF00"/>
                </a:solidFill>
                <a:latin typeface="Calibri" pitchFamily="34" charset="0"/>
                <a:ea typeface="Calibri" pitchFamily="34" charset="-122"/>
                <a:cs typeface="Calibri" pitchFamily="34" charset="-120"/>
              </a:rPr>
              <a:t>🔧 Satellite NDVI Layer</a:t>
            </a:r>
            <a:endParaRPr lang="en-US" sz="900" dirty="0"/>
          </a:p>
        </p:txBody>
      </p:sp>
      <p:sp>
        <p:nvSpPr>
          <p:cNvPr id="204" name="Shape 202"/>
          <p:cNvSpPr/>
          <p:nvPr/>
        </p:nvSpPr>
        <p:spPr>
          <a:xfrm>
            <a:off x="0" y="5989320"/>
            <a:ext cx="12188952" cy="502920"/>
          </a:xfrm>
          <a:prstGeom prst="rect">
            <a:avLst/>
          </a:prstGeom>
          <a:solidFill>
            <a:srgbClr val="0A1A28"/>
          </a:solidFill>
          <a:ln w="6350">
            <a:solidFill>
              <a:srgbClr val="00D4FF"/>
            </a:solidFill>
            <a:prstDash val="solid"/>
          </a:ln>
        </p:spPr>
      </p:sp>
      <p:sp>
        <p:nvSpPr>
          <p:cNvPr id="205" name="Text 203"/>
          <p:cNvSpPr/>
          <p:nvPr/>
        </p:nvSpPr>
        <p:spPr>
          <a:xfrm>
            <a:off x="0" y="5989320"/>
            <a:ext cx="12188952" cy="502920"/>
          </a:xfrm>
          <a:prstGeom prst="rect">
            <a:avLst/>
          </a:prstGeom>
          <a:noFill/>
          <a:ln/>
        </p:spPr>
        <p:txBody>
          <a:bodyPr wrap="square"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  nimirndhunil.vercel.app  |  ⭐ github.com/threesshad-cpu/agri-neural-twin  |  STATUS: ✅ LIVE &amp; DEPLOYED</a:t>
            </a:r>
            <a:endParaRPr lang="en-US" sz="1100" dirty="0"/>
          </a:p>
        </p:txBody>
      </p:sp>
      <p:sp>
        <p:nvSpPr>
          <p:cNvPr id="206" name="Shape 204"/>
          <p:cNvSpPr/>
          <p:nvPr/>
        </p:nvSpPr>
        <p:spPr>
          <a:xfrm>
            <a:off x="0" y="5989320"/>
            <a:ext cx="12188952" cy="27432"/>
          </a:xfrm>
          <a:prstGeom prst="rect">
            <a:avLst/>
          </a:prstGeom>
          <a:solidFill>
            <a:srgbClr val="00D4FF"/>
          </a:solidFill>
          <a:ln/>
          <a:effectLst>
            <a:outerShdw sx="100000" sy="100000" kx="0" ky="0" algn="bl" rotWithShape="0" blurRad="254000" dist="50800" dir="16200000">
              <a:srgbClr val="00D4FF">
                <a:alpha val="50000"/>
              </a:srgbClr>
            </a:outerShdw>
          </a:effectLst>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D0A"/>
        </a:solidFill>
      </p:bgPr>
    </p:bg>
    <p:spTree>
      <p:nvGrpSpPr>
        <p:cNvPr id="1" name=""/>
        <p:cNvGrpSpPr/>
        <p:nvPr/>
      </p:nvGrpSpPr>
      <p:grpSpPr>
        <a:xfrm>
          <a:off x="0" y="0"/>
          <a:ext cx="0" cy="0"/>
          <a:chOff x="0" y="0"/>
          <a:chExt cx="0" cy="0"/>
        </a:xfrm>
      </p:grpSpPr>
      <p:sp>
        <p:nvSpPr>
          <p:cNvPr id="2" name="Shape 0"/>
          <p:cNvSpPr/>
          <p:nvPr/>
        </p:nvSpPr>
        <p:spPr>
          <a:xfrm>
            <a:off x="0" y="0"/>
            <a:ext cx="457200" cy="9144"/>
          </a:xfrm>
          <a:prstGeom prst="rect">
            <a:avLst/>
          </a:prstGeom>
          <a:solidFill>
            <a:srgbClr val="1A3A2A"/>
          </a:solidFill>
          <a:ln w="12700">
            <a:solidFill>
              <a:srgbClr val="1A3A2A"/>
            </a:solidFill>
            <a:prstDash val="solid"/>
          </a:ln>
        </p:spPr>
      </p:sp>
      <p:sp>
        <p:nvSpPr>
          <p:cNvPr id="3" name="Shape 1"/>
          <p:cNvSpPr/>
          <p:nvPr/>
        </p:nvSpPr>
        <p:spPr>
          <a:xfrm>
            <a:off x="594360" y="0"/>
            <a:ext cx="457200" cy="9144"/>
          </a:xfrm>
          <a:prstGeom prst="rect">
            <a:avLst/>
          </a:prstGeom>
          <a:solidFill>
            <a:srgbClr val="1A3A2A"/>
          </a:solidFill>
          <a:ln w="12700">
            <a:solidFill>
              <a:srgbClr val="1A3A2A"/>
            </a:solidFill>
            <a:prstDash val="solid"/>
          </a:ln>
        </p:spPr>
      </p:sp>
      <p:sp>
        <p:nvSpPr>
          <p:cNvPr id="4" name="Shape 2"/>
          <p:cNvSpPr/>
          <p:nvPr/>
        </p:nvSpPr>
        <p:spPr>
          <a:xfrm>
            <a:off x="1188720" y="0"/>
            <a:ext cx="457200" cy="9144"/>
          </a:xfrm>
          <a:prstGeom prst="rect">
            <a:avLst/>
          </a:prstGeom>
          <a:solidFill>
            <a:srgbClr val="1A3A2A"/>
          </a:solidFill>
          <a:ln w="12700">
            <a:solidFill>
              <a:srgbClr val="1A3A2A"/>
            </a:solidFill>
            <a:prstDash val="solid"/>
          </a:ln>
        </p:spPr>
      </p:sp>
      <p:sp>
        <p:nvSpPr>
          <p:cNvPr id="5" name="Shape 3"/>
          <p:cNvSpPr/>
          <p:nvPr/>
        </p:nvSpPr>
        <p:spPr>
          <a:xfrm>
            <a:off x="1783080" y="0"/>
            <a:ext cx="457200" cy="9144"/>
          </a:xfrm>
          <a:prstGeom prst="rect">
            <a:avLst/>
          </a:prstGeom>
          <a:solidFill>
            <a:srgbClr val="1A3A2A"/>
          </a:solidFill>
          <a:ln w="12700">
            <a:solidFill>
              <a:srgbClr val="1A3A2A"/>
            </a:solidFill>
            <a:prstDash val="solid"/>
          </a:ln>
        </p:spPr>
      </p:sp>
      <p:sp>
        <p:nvSpPr>
          <p:cNvPr id="6" name="Shape 4"/>
          <p:cNvSpPr/>
          <p:nvPr/>
        </p:nvSpPr>
        <p:spPr>
          <a:xfrm>
            <a:off x="2377440" y="0"/>
            <a:ext cx="457200" cy="9144"/>
          </a:xfrm>
          <a:prstGeom prst="rect">
            <a:avLst/>
          </a:prstGeom>
          <a:solidFill>
            <a:srgbClr val="1A3A2A"/>
          </a:solidFill>
          <a:ln w="12700">
            <a:solidFill>
              <a:srgbClr val="1A3A2A"/>
            </a:solidFill>
            <a:prstDash val="solid"/>
          </a:ln>
        </p:spPr>
      </p:sp>
      <p:sp>
        <p:nvSpPr>
          <p:cNvPr id="7" name="Shape 5"/>
          <p:cNvSpPr/>
          <p:nvPr/>
        </p:nvSpPr>
        <p:spPr>
          <a:xfrm>
            <a:off x="2971800" y="0"/>
            <a:ext cx="457200" cy="9144"/>
          </a:xfrm>
          <a:prstGeom prst="rect">
            <a:avLst/>
          </a:prstGeom>
          <a:solidFill>
            <a:srgbClr val="1A3A2A"/>
          </a:solidFill>
          <a:ln w="12700">
            <a:solidFill>
              <a:srgbClr val="1A3A2A"/>
            </a:solidFill>
            <a:prstDash val="solid"/>
          </a:ln>
        </p:spPr>
      </p:sp>
      <p:sp>
        <p:nvSpPr>
          <p:cNvPr id="8" name="Shape 6"/>
          <p:cNvSpPr/>
          <p:nvPr/>
        </p:nvSpPr>
        <p:spPr>
          <a:xfrm>
            <a:off x="3566160" y="0"/>
            <a:ext cx="457200" cy="9144"/>
          </a:xfrm>
          <a:prstGeom prst="rect">
            <a:avLst/>
          </a:prstGeom>
          <a:solidFill>
            <a:srgbClr val="1A3A2A"/>
          </a:solidFill>
          <a:ln w="12700">
            <a:solidFill>
              <a:srgbClr val="1A3A2A"/>
            </a:solidFill>
            <a:prstDash val="solid"/>
          </a:ln>
        </p:spPr>
      </p:sp>
      <p:sp>
        <p:nvSpPr>
          <p:cNvPr id="9" name="Shape 7"/>
          <p:cNvSpPr/>
          <p:nvPr/>
        </p:nvSpPr>
        <p:spPr>
          <a:xfrm>
            <a:off x="4160520" y="0"/>
            <a:ext cx="457200" cy="9144"/>
          </a:xfrm>
          <a:prstGeom prst="rect">
            <a:avLst/>
          </a:prstGeom>
          <a:solidFill>
            <a:srgbClr val="1A3A2A"/>
          </a:solidFill>
          <a:ln w="12700">
            <a:solidFill>
              <a:srgbClr val="1A3A2A"/>
            </a:solidFill>
            <a:prstDash val="solid"/>
          </a:ln>
        </p:spPr>
      </p:sp>
      <p:sp>
        <p:nvSpPr>
          <p:cNvPr id="10" name="Shape 8"/>
          <p:cNvSpPr/>
          <p:nvPr/>
        </p:nvSpPr>
        <p:spPr>
          <a:xfrm>
            <a:off x="4754880" y="0"/>
            <a:ext cx="457200" cy="9144"/>
          </a:xfrm>
          <a:prstGeom prst="rect">
            <a:avLst/>
          </a:prstGeom>
          <a:solidFill>
            <a:srgbClr val="1A3A2A"/>
          </a:solidFill>
          <a:ln w="12700">
            <a:solidFill>
              <a:srgbClr val="1A3A2A"/>
            </a:solidFill>
            <a:prstDash val="solid"/>
          </a:ln>
        </p:spPr>
      </p:sp>
      <p:sp>
        <p:nvSpPr>
          <p:cNvPr id="11" name="Shape 9"/>
          <p:cNvSpPr/>
          <p:nvPr/>
        </p:nvSpPr>
        <p:spPr>
          <a:xfrm>
            <a:off x="5349240" y="0"/>
            <a:ext cx="457200" cy="9144"/>
          </a:xfrm>
          <a:prstGeom prst="rect">
            <a:avLst/>
          </a:prstGeom>
          <a:solidFill>
            <a:srgbClr val="1A3A2A"/>
          </a:solidFill>
          <a:ln w="12700">
            <a:solidFill>
              <a:srgbClr val="1A3A2A"/>
            </a:solidFill>
            <a:prstDash val="solid"/>
          </a:ln>
        </p:spPr>
      </p:sp>
      <p:sp>
        <p:nvSpPr>
          <p:cNvPr id="12" name="Shape 10"/>
          <p:cNvSpPr/>
          <p:nvPr/>
        </p:nvSpPr>
        <p:spPr>
          <a:xfrm>
            <a:off x="5943600" y="0"/>
            <a:ext cx="457200" cy="9144"/>
          </a:xfrm>
          <a:prstGeom prst="rect">
            <a:avLst/>
          </a:prstGeom>
          <a:solidFill>
            <a:srgbClr val="1A3A2A"/>
          </a:solidFill>
          <a:ln w="12700">
            <a:solidFill>
              <a:srgbClr val="1A3A2A"/>
            </a:solidFill>
            <a:prstDash val="solid"/>
          </a:ln>
        </p:spPr>
      </p:sp>
      <p:sp>
        <p:nvSpPr>
          <p:cNvPr id="13" name="Shape 11"/>
          <p:cNvSpPr/>
          <p:nvPr/>
        </p:nvSpPr>
        <p:spPr>
          <a:xfrm>
            <a:off x="6537960" y="0"/>
            <a:ext cx="457200" cy="9144"/>
          </a:xfrm>
          <a:prstGeom prst="rect">
            <a:avLst/>
          </a:prstGeom>
          <a:solidFill>
            <a:srgbClr val="1A3A2A"/>
          </a:solidFill>
          <a:ln w="12700">
            <a:solidFill>
              <a:srgbClr val="1A3A2A"/>
            </a:solidFill>
            <a:prstDash val="solid"/>
          </a:ln>
        </p:spPr>
      </p:sp>
      <p:sp>
        <p:nvSpPr>
          <p:cNvPr id="14" name="Shape 12"/>
          <p:cNvSpPr/>
          <p:nvPr/>
        </p:nvSpPr>
        <p:spPr>
          <a:xfrm>
            <a:off x="7132320" y="0"/>
            <a:ext cx="457200" cy="9144"/>
          </a:xfrm>
          <a:prstGeom prst="rect">
            <a:avLst/>
          </a:prstGeom>
          <a:solidFill>
            <a:srgbClr val="1A3A2A"/>
          </a:solidFill>
          <a:ln w="12700">
            <a:solidFill>
              <a:srgbClr val="1A3A2A"/>
            </a:solidFill>
            <a:prstDash val="solid"/>
          </a:ln>
        </p:spPr>
      </p:sp>
      <p:sp>
        <p:nvSpPr>
          <p:cNvPr id="15" name="Shape 13"/>
          <p:cNvSpPr/>
          <p:nvPr/>
        </p:nvSpPr>
        <p:spPr>
          <a:xfrm>
            <a:off x="7726680" y="0"/>
            <a:ext cx="457200" cy="9144"/>
          </a:xfrm>
          <a:prstGeom prst="rect">
            <a:avLst/>
          </a:prstGeom>
          <a:solidFill>
            <a:srgbClr val="1A3A2A"/>
          </a:solidFill>
          <a:ln w="12700">
            <a:solidFill>
              <a:srgbClr val="1A3A2A"/>
            </a:solidFill>
            <a:prstDash val="solid"/>
          </a:ln>
        </p:spPr>
      </p:sp>
      <p:sp>
        <p:nvSpPr>
          <p:cNvPr id="16" name="Shape 14"/>
          <p:cNvSpPr/>
          <p:nvPr/>
        </p:nvSpPr>
        <p:spPr>
          <a:xfrm>
            <a:off x="8321040" y="0"/>
            <a:ext cx="457200" cy="9144"/>
          </a:xfrm>
          <a:prstGeom prst="rect">
            <a:avLst/>
          </a:prstGeom>
          <a:solidFill>
            <a:srgbClr val="1A3A2A"/>
          </a:solidFill>
          <a:ln w="12700">
            <a:solidFill>
              <a:srgbClr val="1A3A2A"/>
            </a:solidFill>
            <a:prstDash val="solid"/>
          </a:ln>
        </p:spPr>
      </p:sp>
      <p:sp>
        <p:nvSpPr>
          <p:cNvPr id="17" name="Shape 15"/>
          <p:cNvSpPr/>
          <p:nvPr/>
        </p:nvSpPr>
        <p:spPr>
          <a:xfrm>
            <a:off x="8915400" y="0"/>
            <a:ext cx="457200" cy="9144"/>
          </a:xfrm>
          <a:prstGeom prst="rect">
            <a:avLst/>
          </a:prstGeom>
          <a:solidFill>
            <a:srgbClr val="1A3A2A"/>
          </a:solidFill>
          <a:ln w="12700">
            <a:solidFill>
              <a:srgbClr val="1A3A2A"/>
            </a:solidFill>
            <a:prstDash val="solid"/>
          </a:ln>
        </p:spPr>
      </p:sp>
      <p:sp>
        <p:nvSpPr>
          <p:cNvPr id="18" name="Shape 16"/>
          <p:cNvSpPr/>
          <p:nvPr/>
        </p:nvSpPr>
        <p:spPr>
          <a:xfrm>
            <a:off x="9509760" y="0"/>
            <a:ext cx="457200" cy="9144"/>
          </a:xfrm>
          <a:prstGeom prst="rect">
            <a:avLst/>
          </a:prstGeom>
          <a:solidFill>
            <a:srgbClr val="1A3A2A"/>
          </a:solidFill>
          <a:ln w="12700">
            <a:solidFill>
              <a:srgbClr val="1A3A2A"/>
            </a:solidFill>
            <a:prstDash val="solid"/>
          </a:ln>
        </p:spPr>
      </p:sp>
      <p:sp>
        <p:nvSpPr>
          <p:cNvPr id="19" name="Shape 17"/>
          <p:cNvSpPr/>
          <p:nvPr/>
        </p:nvSpPr>
        <p:spPr>
          <a:xfrm>
            <a:off x="10104120" y="0"/>
            <a:ext cx="457200" cy="9144"/>
          </a:xfrm>
          <a:prstGeom prst="rect">
            <a:avLst/>
          </a:prstGeom>
          <a:solidFill>
            <a:srgbClr val="1A3A2A"/>
          </a:solidFill>
          <a:ln w="12700">
            <a:solidFill>
              <a:srgbClr val="1A3A2A"/>
            </a:solidFill>
            <a:prstDash val="solid"/>
          </a:ln>
        </p:spPr>
      </p:sp>
      <p:sp>
        <p:nvSpPr>
          <p:cNvPr id="20" name="Shape 18"/>
          <p:cNvSpPr/>
          <p:nvPr/>
        </p:nvSpPr>
        <p:spPr>
          <a:xfrm>
            <a:off x="10698480" y="0"/>
            <a:ext cx="457200" cy="9144"/>
          </a:xfrm>
          <a:prstGeom prst="rect">
            <a:avLst/>
          </a:prstGeom>
          <a:solidFill>
            <a:srgbClr val="1A3A2A"/>
          </a:solidFill>
          <a:ln w="12700">
            <a:solidFill>
              <a:srgbClr val="1A3A2A"/>
            </a:solidFill>
            <a:prstDash val="solid"/>
          </a:ln>
        </p:spPr>
      </p:sp>
      <p:sp>
        <p:nvSpPr>
          <p:cNvPr id="21" name="Shape 19"/>
          <p:cNvSpPr/>
          <p:nvPr/>
        </p:nvSpPr>
        <p:spPr>
          <a:xfrm>
            <a:off x="11292840" y="0"/>
            <a:ext cx="457200" cy="9144"/>
          </a:xfrm>
          <a:prstGeom prst="rect">
            <a:avLst/>
          </a:prstGeom>
          <a:solidFill>
            <a:srgbClr val="1A3A2A"/>
          </a:solidFill>
          <a:ln w="12700">
            <a:solidFill>
              <a:srgbClr val="1A3A2A"/>
            </a:solidFill>
            <a:prstDash val="solid"/>
          </a:ln>
        </p:spPr>
      </p:sp>
      <p:sp>
        <p:nvSpPr>
          <p:cNvPr id="22" name="Shape 20"/>
          <p:cNvSpPr/>
          <p:nvPr/>
        </p:nvSpPr>
        <p:spPr>
          <a:xfrm>
            <a:off x="292608" y="502920"/>
            <a:ext cx="457200" cy="9144"/>
          </a:xfrm>
          <a:prstGeom prst="rect">
            <a:avLst/>
          </a:prstGeom>
          <a:solidFill>
            <a:srgbClr val="1A3A2A"/>
          </a:solidFill>
          <a:ln w="12700">
            <a:solidFill>
              <a:srgbClr val="1A3A2A"/>
            </a:solidFill>
            <a:prstDash val="solid"/>
          </a:ln>
        </p:spPr>
      </p:sp>
      <p:sp>
        <p:nvSpPr>
          <p:cNvPr id="23" name="Shape 21"/>
          <p:cNvSpPr/>
          <p:nvPr/>
        </p:nvSpPr>
        <p:spPr>
          <a:xfrm>
            <a:off x="886968" y="502920"/>
            <a:ext cx="457200" cy="9144"/>
          </a:xfrm>
          <a:prstGeom prst="rect">
            <a:avLst/>
          </a:prstGeom>
          <a:solidFill>
            <a:srgbClr val="1A3A2A"/>
          </a:solidFill>
          <a:ln w="12700">
            <a:solidFill>
              <a:srgbClr val="1A3A2A"/>
            </a:solidFill>
            <a:prstDash val="solid"/>
          </a:ln>
        </p:spPr>
      </p:sp>
      <p:sp>
        <p:nvSpPr>
          <p:cNvPr id="24" name="Shape 22"/>
          <p:cNvSpPr/>
          <p:nvPr/>
        </p:nvSpPr>
        <p:spPr>
          <a:xfrm>
            <a:off x="1481328" y="502920"/>
            <a:ext cx="457200" cy="9144"/>
          </a:xfrm>
          <a:prstGeom prst="rect">
            <a:avLst/>
          </a:prstGeom>
          <a:solidFill>
            <a:srgbClr val="1A3A2A"/>
          </a:solidFill>
          <a:ln w="12700">
            <a:solidFill>
              <a:srgbClr val="1A3A2A"/>
            </a:solidFill>
            <a:prstDash val="solid"/>
          </a:ln>
        </p:spPr>
      </p:sp>
      <p:sp>
        <p:nvSpPr>
          <p:cNvPr id="25" name="Shape 23"/>
          <p:cNvSpPr/>
          <p:nvPr/>
        </p:nvSpPr>
        <p:spPr>
          <a:xfrm>
            <a:off x="2075688" y="502920"/>
            <a:ext cx="457200" cy="9144"/>
          </a:xfrm>
          <a:prstGeom prst="rect">
            <a:avLst/>
          </a:prstGeom>
          <a:solidFill>
            <a:srgbClr val="1A3A2A"/>
          </a:solidFill>
          <a:ln w="12700">
            <a:solidFill>
              <a:srgbClr val="1A3A2A"/>
            </a:solidFill>
            <a:prstDash val="solid"/>
          </a:ln>
        </p:spPr>
      </p:sp>
      <p:sp>
        <p:nvSpPr>
          <p:cNvPr id="26" name="Shape 24"/>
          <p:cNvSpPr/>
          <p:nvPr/>
        </p:nvSpPr>
        <p:spPr>
          <a:xfrm>
            <a:off x="2670048" y="502920"/>
            <a:ext cx="457200" cy="9144"/>
          </a:xfrm>
          <a:prstGeom prst="rect">
            <a:avLst/>
          </a:prstGeom>
          <a:solidFill>
            <a:srgbClr val="1A3A2A"/>
          </a:solidFill>
          <a:ln w="12700">
            <a:solidFill>
              <a:srgbClr val="1A3A2A"/>
            </a:solidFill>
            <a:prstDash val="solid"/>
          </a:ln>
        </p:spPr>
      </p:sp>
      <p:sp>
        <p:nvSpPr>
          <p:cNvPr id="27" name="Shape 25"/>
          <p:cNvSpPr/>
          <p:nvPr/>
        </p:nvSpPr>
        <p:spPr>
          <a:xfrm>
            <a:off x="3264408" y="502920"/>
            <a:ext cx="457200" cy="9144"/>
          </a:xfrm>
          <a:prstGeom prst="rect">
            <a:avLst/>
          </a:prstGeom>
          <a:solidFill>
            <a:srgbClr val="1A3A2A"/>
          </a:solidFill>
          <a:ln w="12700">
            <a:solidFill>
              <a:srgbClr val="1A3A2A"/>
            </a:solidFill>
            <a:prstDash val="solid"/>
          </a:ln>
        </p:spPr>
      </p:sp>
      <p:sp>
        <p:nvSpPr>
          <p:cNvPr id="28" name="Shape 26"/>
          <p:cNvSpPr/>
          <p:nvPr/>
        </p:nvSpPr>
        <p:spPr>
          <a:xfrm>
            <a:off x="3858768" y="502920"/>
            <a:ext cx="457200" cy="9144"/>
          </a:xfrm>
          <a:prstGeom prst="rect">
            <a:avLst/>
          </a:prstGeom>
          <a:solidFill>
            <a:srgbClr val="1A3A2A"/>
          </a:solidFill>
          <a:ln w="12700">
            <a:solidFill>
              <a:srgbClr val="1A3A2A"/>
            </a:solidFill>
            <a:prstDash val="solid"/>
          </a:ln>
        </p:spPr>
      </p:sp>
      <p:sp>
        <p:nvSpPr>
          <p:cNvPr id="29" name="Shape 27"/>
          <p:cNvSpPr/>
          <p:nvPr/>
        </p:nvSpPr>
        <p:spPr>
          <a:xfrm>
            <a:off x="4453128" y="502920"/>
            <a:ext cx="457200" cy="9144"/>
          </a:xfrm>
          <a:prstGeom prst="rect">
            <a:avLst/>
          </a:prstGeom>
          <a:solidFill>
            <a:srgbClr val="1A3A2A"/>
          </a:solidFill>
          <a:ln w="12700">
            <a:solidFill>
              <a:srgbClr val="1A3A2A"/>
            </a:solidFill>
            <a:prstDash val="solid"/>
          </a:ln>
        </p:spPr>
      </p:sp>
      <p:sp>
        <p:nvSpPr>
          <p:cNvPr id="30" name="Shape 28"/>
          <p:cNvSpPr/>
          <p:nvPr/>
        </p:nvSpPr>
        <p:spPr>
          <a:xfrm>
            <a:off x="5047488" y="502920"/>
            <a:ext cx="457200" cy="9144"/>
          </a:xfrm>
          <a:prstGeom prst="rect">
            <a:avLst/>
          </a:prstGeom>
          <a:solidFill>
            <a:srgbClr val="1A3A2A"/>
          </a:solidFill>
          <a:ln w="12700">
            <a:solidFill>
              <a:srgbClr val="1A3A2A"/>
            </a:solidFill>
            <a:prstDash val="solid"/>
          </a:ln>
        </p:spPr>
      </p:sp>
      <p:sp>
        <p:nvSpPr>
          <p:cNvPr id="31" name="Shape 29"/>
          <p:cNvSpPr/>
          <p:nvPr/>
        </p:nvSpPr>
        <p:spPr>
          <a:xfrm>
            <a:off x="5641848" y="502920"/>
            <a:ext cx="457200" cy="9144"/>
          </a:xfrm>
          <a:prstGeom prst="rect">
            <a:avLst/>
          </a:prstGeom>
          <a:solidFill>
            <a:srgbClr val="1A3A2A"/>
          </a:solidFill>
          <a:ln w="12700">
            <a:solidFill>
              <a:srgbClr val="1A3A2A"/>
            </a:solidFill>
            <a:prstDash val="solid"/>
          </a:ln>
        </p:spPr>
      </p:sp>
      <p:sp>
        <p:nvSpPr>
          <p:cNvPr id="32" name="Shape 30"/>
          <p:cNvSpPr/>
          <p:nvPr/>
        </p:nvSpPr>
        <p:spPr>
          <a:xfrm>
            <a:off x="6236208" y="502920"/>
            <a:ext cx="457200" cy="9144"/>
          </a:xfrm>
          <a:prstGeom prst="rect">
            <a:avLst/>
          </a:prstGeom>
          <a:solidFill>
            <a:srgbClr val="1A3A2A"/>
          </a:solidFill>
          <a:ln w="12700">
            <a:solidFill>
              <a:srgbClr val="1A3A2A"/>
            </a:solidFill>
            <a:prstDash val="solid"/>
          </a:ln>
        </p:spPr>
      </p:sp>
      <p:sp>
        <p:nvSpPr>
          <p:cNvPr id="33" name="Shape 31"/>
          <p:cNvSpPr/>
          <p:nvPr/>
        </p:nvSpPr>
        <p:spPr>
          <a:xfrm>
            <a:off x="6830568" y="502920"/>
            <a:ext cx="457200" cy="9144"/>
          </a:xfrm>
          <a:prstGeom prst="rect">
            <a:avLst/>
          </a:prstGeom>
          <a:solidFill>
            <a:srgbClr val="1A3A2A"/>
          </a:solidFill>
          <a:ln w="12700">
            <a:solidFill>
              <a:srgbClr val="1A3A2A"/>
            </a:solidFill>
            <a:prstDash val="solid"/>
          </a:ln>
        </p:spPr>
      </p:sp>
      <p:sp>
        <p:nvSpPr>
          <p:cNvPr id="34" name="Shape 32"/>
          <p:cNvSpPr/>
          <p:nvPr/>
        </p:nvSpPr>
        <p:spPr>
          <a:xfrm>
            <a:off x="7424928" y="502920"/>
            <a:ext cx="457200" cy="9144"/>
          </a:xfrm>
          <a:prstGeom prst="rect">
            <a:avLst/>
          </a:prstGeom>
          <a:solidFill>
            <a:srgbClr val="1A3A2A"/>
          </a:solidFill>
          <a:ln w="12700">
            <a:solidFill>
              <a:srgbClr val="1A3A2A"/>
            </a:solidFill>
            <a:prstDash val="solid"/>
          </a:ln>
        </p:spPr>
      </p:sp>
      <p:sp>
        <p:nvSpPr>
          <p:cNvPr id="35" name="Shape 33"/>
          <p:cNvSpPr/>
          <p:nvPr/>
        </p:nvSpPr>
        <p:spPr>
          <a:xfrm>
            <a:off x="8019288" y="502920"/>
            <a:ext cx="457200" cy="9144"/>
          </a:xfrm>
          <a:prstGeom prst="rect">
            <a:avLst/>
          </a:prstGeom>
          <a:solidFill>
            <a:srgbClr val="1A3A2A"/>
          </a:solidFill>
          <a:ln w="12700">
            <a:solidFill>
              <a:srgbClr val="1A3A2A"/>
            </a:solidFill>
            <a:prstDash val="solid"/>
          </a:ln>
        </p:spPr>
      </p:sp>
      <p:sp>
        <p:nvSpPr>
          <p:cNvPr id="36" name="Shape 34"/>
          <p:cNvSpPr/>
          <p:nvPr/>
        </p:nvSpPr>
        <p:spPr>
          <a:xfrm>
            <a:off x="8613648" y="502920"/>
            <a:ext cx="457200" cy="9144"/>
          </a:xfrm>
          <a:prstGeom prst="rect">
            <a:avLst/>
          </a:prstGeom>
          <a:solidFill>
            <a:srgbClr val="1A3A2A"/>
          </a:solidFill>
          <a:ln w="12700">
            <a:solidFill>
              <a:srgbClr val="1A3A2A"/>
            </a:solidFill>
            <a:prstDash val="solid"/>
          </a:ln>
        </p:spPr>
      </p:sp>
      <p:sp>
        <p:nvSpPr>
          <p:cNvPr id="37" name="Shape 35"/>
          <p:cNvSpPr/>
          <p:nvPr/>
        </p:nvSpPr>
        <p:spPr>
          <a:xfrm>
            <a:off x="9208008" y="502920"/>
            <a:ext cx="457200" cy="9144"/>
          </a:xfrm>
          <a:prstGeom prst="rect">
            <a:avLst/>
          </a:prstGeom>
          <a:solidFill>
            <a:srgbClr val="1A3A2A"/>
          </a:solidFill>
          <a:ln w="12700">
            <a:solidFill>
              <a:srgbClr val="1A3A2A"/>
            </a:solidFill>
            <a:prstDash val="solid"/>
          </a:ln>
        </p:spPr>
      </p:sp>
      <p:sp>
        <p:nvSpPr>
          <p:cNvPr id="38" name="Shape 36"/>
          <p:cNvSpPr/>
          <p:nvPr/>
        </p:nvSpPr>
        <p:spPr>
          <a:xfrm>
            <a:off x="9802368" y="502920"/>
            <a:ext cx="457200" cy="9144"/>
          </a:xfrm>
          <a:prstGeom prst="rect">
            <a:avLst/>
          </a:prstGeom>
          <a:solidFill>
            <a:srgbClr val="1A3A2A"/>
          </a:solidFill>
          <a:ln w="12700">
            <a:solidFill>
              <a:srgbClr val="1A3A2A"/>
            </a:solidFill>
            <a:prstDash val="solid"/>
          </a:ln>
        </p:spPr>
      </p:sp>
      <p:sp>
        <p:nvSpPr>
          <p:cNvPr id="39" name="Shape 37"/>
          <p:cNvSpPr/>
          <p:nvPr/>
        </p:nvSpPr>
        <p:spPr>
          <a:xfrm>
            <a:off x="10396728" y="502920"/>
            <a:ext cx="457200" cy="9144"/>
          </a:xfrm>
          <a:prstGeom prst="rect">
            <a:avLst/>
          </a:prstGeom>
          <a:solidFill>
            <a:srgbClr val="1A3A2A"/>
          </a:solidFill>
          <a:ln w="12700">
            <a:solidFill>
              <a:srgbClr val="1A3A2A"/>
            </a:solidFill>
            <a:prstDash val="solid"/>
          </a:ln>
        </p:spPr>
      </p:sp>
      <p:sp>
        <p:nvSpPr>
          <p:cNvPr id="40" name="Shape 38"/>
          <p:cNvSpPr/>
          <p:nvPr/>
        </p:nvSpPr>
        <p:spPr>
          <a:xfrm>
            <a:off x="10991088" y="502920"/>
            <a:ext cx="457200" cy="9144"/>
          </a:xfrm>
          <a:prstGeom prst="rect">
            <a:avLst/>
          </a:prstGeom>
          <a:solidFill>
            <a:srgbClr val="1A3A2A"/>
          </a:solidFill>
          <a:ln w="12700">
            <a:solidFill>
              <a:srgbClr val="1A3A2A"/>
            </a:solidFill>
            <a:prstDash val="solid"/>
          </a:ln>
        </p:spPr>
      </p:sp>
      <p:sp>
        <p:nvSpPr>
          <p:cNvPr id="41" name="Shape 39"/>
          <p:cNvSpPr/>
          <p:nvPr/>
        </p:nvSpPr>
        <p:spPr>
          <a:xfrm>
            <a:off x="11585448" y="502920"/>
            <a:ext cx="457200" cy="9144"/>
          </a:xfrm>
          <a:prstGeom prst="rect">
            <a:avLst/>
          </a:prstGeom>
          <a:solidFill>
            <a:srgbClr val="1A3A2A"/>
          </a:solidFill>
          <a:ln w="12700">
            <a:solidFill>
              <a:srgbClr val="1A3A2A"/>
            </a:solidFill>
            <a:prstDash val="solid"/>
          </a:ln>
        </p:spPr>
      </p:sp>
      <p:sp>
        <p:nvSpPr>
          <p:cNvPr id="42" name="Shape 40"/>
          <p:cNvSpPr/>
          <p:nvPr/>
        </p:nvSpPr>
        <p:spPr>
          <a:xfrm>
            <a:off x="0" y="1005840"/>
            <a:ext cx="457200" cy="9144"/>
          </a:xfrm>
          <a:prstGeom prst="rect">
            <a:avLst/>
          </a:prstGeom>
          <a:solidFill>
            <a:srgbClr val="1A3A2A"/>
          </a:solidFill>
          <a:ln w="12700">
            <a:solidFill>
              <a:srgbClr val="1A3A2A"/>
            </a:solidFill>
            <a:prstDash val="solid"/>
          </a:ln>
        </p:spPr>
      </p:sp>
      <p:sp>
        <p:nvSpPr>
          <p:cNvPr id="43" name="Shape 41"/>
          <p:cNvSpPr/>
          <p:nvPr/>
        </p:nvSpPr>
        <p:spPr>
          <a:xfrm>
            <a:off x="594360" y="1005840"/>
            <a:ext cx="457200" cy="9144"/>
          </a:xfrm>
          <a:prstGeom prst="rect">
            <a:avLst/>
          </a:prstGeom>
          <a:solidFill>
            <a:srgbClr val="1A3A2A"/>
          </a:solidFill>
          <a:ln w="12700">
            <a:solidFill>
              <a:srgbClr val="1A3A2A"/>
            </a:solidFill>
            <a:prstDash val="solid"/>
          </a:ln>
        </p:spPr>
      </p:sp>
      <p:sp>
        <p:nvSpPr>
          <p:cNvPr id="44" name="Shape 42"/>
          <p:cNvSpPr/>
          <p:nvPr/>
        </p:nvSpPr>
        <p:spPr>
          <a:xfrm>
            <a:off x="1188720" y="1005840"/>
            <a:ext cx="457200" cy="9144"/>
          </a:xfrm>
          <a:prstGeom prst="rect">
            <a:avLst/>
          </a:prstGeom>
          <a:solidFill>
            <a:srgbClr val="1A3A2A"/>
          </a:solidFill>
          <a:ln w="12700">
            <a:solidFill>
              <a:srgbClr val="1A3A2A"/>
            </a:solidFill>
            <a:prstDash val="solid"/>
          </a:ln>
        </p:spPr>
      </p:sp>
      <p:sp>
        <p:nvSpPr>
          <p:cNvPr id="45" name="Shape 43"/>
          <p:cNvSpPr/>
          <p:nvPr/>
        </p:nvSpPr>
        <p:spPr>
          <a:xfrm>
            <a:off x="1783080" y="1005840"/>
            <a:ext cx="457200" cy="9144"/>
          </a:xfrm>
          <a:prstGeom prst="rect">
            <a:avLst/>
          </a:prstGeom>
          <a:solidFill>
            <a:srgbClr val="1A3A2A"/>
          </a:solidFill>
          <a:ln w="12700">
            <a:solidFill>
              <a:srgbClr val="1A3A2A"/>
            </a:solidFill>
            <a:prstDash val="solid"/>
          </a:ln>
        </p:spPr>
      </p:sp>
      <p:sp>
        <p:nvSpPr>
          <p:cNvPr id="46" name="Shape 44"/>
          <p:cNvSpPr/>
          <p:nvPr/>
        </p:nvSpPr>
        <p:spPr>
          <a:xfrm>
            <a:off x="2377440" y="1005840"/>
            <a:ext cx="457200" cy="9144"/>
          </a:xfrm>
          <a:prstGeom prst="rect">
            <a:avLst/>
          </a:prstGeom>
          <a:solidFill>
            <a:srgbClr val="1A3A2A"/>
          </a:solidFill>
          <a:ln w="12700">
            <a:solidFill>
              <a:srgbClr val="1A3A2A"/>
            </a:solidFill>
            <a:prstDash val="solid"/>
          </a:ln>
        </p:spPr>
      </p:sp>
      <p:sp>
        <p:nvSpPr>
          <p:cNvPr id="47" name="Shape 45"/>
          <p:cNvSpPr/>
          <p:nvPr/>
        </p:nvSpPr>
        <p:spPr>
          <a:xfrm>
            <a:off x="2971800" y="1005840"/>
            <a:ext cx="457200" cy="9144"/>
          </a:xfrm>
          <a:prstGeom prst="rect">
            <a:avLst/>
          </a:prstGeom>
          <a:solidFill>
            <a:srgbClr val="1A3A2A"/>
          </a:solidFill>
          <a:ln w="12700">
            <a:solidFill>
              <a:srgbClr val="1A3A2A"/>
            </a:solidFill>
            <a:prstDash val="solid"/>
          </a:ln>
        </p:spPr>
      </p:sp>
      <p:sp>
        <p:nvSpPr>
          <p:cNvPr id="48" name="Shape 46"/>
          <p:cNvSpPr/>
          <p:nvPr/>
        </p:nvSpPr>
        <p:spPr>
          <a:xfrm>
            <a:off x="3566160" y="1005840"/>
            <a:ext cx="457200" cy="9144"/>
          </a:xfrm>
          <a:prstGeom prst="rect">
            <a:avLst/>
          </a:prstGeom>
          <a:solidFill>
            <a:srgbClr val="1A3A2A"/>
          </a:solidFill>
          <a:ln w="12700">
            <a:solidFill>
              <a:srgbClr val="1A3A2A"/>
            </a:solidFill>
            <a:prstDash val="solid"/>
          </a:ln>
        </p:spPr>
      </p:sp>
      <p:sp>
        <p:nvSpPr>
          <p:cNvPr id="49" name="Shape 47"/>
          <p:cNvSpPr/>
          <p:nvPr/>
        </p:nvSpPr>
        <p:spPr>
          <a:xfrm>
            <a:off x="4160520" y="1005840"/>
            <a:ext cx="457200" cy="9144"/>
          </a:xfrm>
          <a:prstGeom prst="rect">
            <a:avLst/>
          </a:prstGeom>
          <a:solidFill>
            <a:srgbClr val="1A3A2A"/>
          </a:solidFill>
          <a:ln w="12700">
            <a:solidFill>
              <a:srgbClr val="1A3A2A"/>
            </a:solidFill>
            <a:prstDash val="solid"/>
          </a:ln>
        </p:spPr>
      </p:sp>
      <p:sp>
        <p:nvSpPr>
          <p:cNvPr id="50" name="Shape 48"/>
          <p:cNvSpPr/>
          <p:nvPr/>
        </p:nvSpPr>
        <p:spPr>
          <a:xfrm>
            <a:off x="4754880" y="1005840"/>
            <a:ext cx="457200" cy="9144"/>
          </a:xfrm>
          <a:prstGeom prst="rect">
            <a:avLst/>
          </a:prstGeom>
          <a:solidFill>
            <a:srgbClr val="1A3A2A"/>
          </a:solidFill>
          <a:ln w="12700">
            <a:solidFill>
              <a:srgbClr val="1A3A2A"/>
            </a:solidFill>
            <a:prstDash val="solid"/>
          </a:ln>
        </p:spPr>
      </p:sp>
      <p:sp>
        <p:nvSpPr>
          <p:cNvPr id="51" name="Shape 49"/>
          <p:cNvSpPr/>
          <p:nvPr/>
        </p:nvSpPr>
        <p:spPr>
          <a:xfrm>
            <a:off x="5349240" y="1005840"/>
            <a:ext cx="457200" cy="9144"/>
          </a:xfrm>
          <a:prstGeom prst="rect">
            <a:avLst/>
          </a:prstGeom>
          <a:solidFill>
            <a:srgbClr val="1A3A2A"/>
          </a:solidFill>
          <a:ln w="12700">
            <a:solidFill>
              <a:srgbClr val="1A3A2A"/>
            </a:solidFill>
            <a:prstDash val="solid"/>
          </a:ln>
        </p:spPr>
      </p:sp>
      <p:sp>
        <p:nvSpPr>
          <p:cNvPr id="52" name="Shape 50"/>
          <p:cNvSpPr/>
          <p:nvPr/>
        </p:nvSpPr>
        <p:spPr>
          <a:xfrm>
            <a:off x="5943600" y="1005840"/>
            <a:ext cx="457200" cy="9144"/>
          </a:xfrm>
          <a:prstGeom prst="rect">
            <a:avLst/>
          </a:prstGeom>
          <a:solidFill>
            <a:srgbClr val="1A3A2A"/>
          </a:solidFill>
          <a:ln w="12700">
            <a:solidFill>
              <a:srgbClr val="1A3A2A"/>
            </a:solidFill>
            <a:prstDash val="solid"/>
          </a:ln>
        </p:spPr>
      </p:sp>
      <p:sp>
        <p:nvSpPr>
          <p:cNvPr id="53" name="Shape 51"/>
          <p:cNvSpPr/>
          <p:nvPr/>
        </p:nvSpPr>
        <p:spPr>
          <a:xfrm>
            <a:off x="6537960" y="1005840"/>
            <a:ext cx="457200" cy="9144"/>
          </a:xfrm>
          <a:prstGeom prst="rect">
            <a:avLst/>
          </a:prstGeom>
          <a:solidFill>
            <a:srgbClr val="1A3A2A"/>
          </a:solidFill>
          <a:ln w="12700">
            <a:solidFill>
              <a:srgbClr val="1A3A2A"/>
            </a:solidFill>
            <a:prstDash val="solid"/>
          </a:ln>
        </p:spPr>
      </p:sp>
      <p:sp>
        <p:nvSpPr>
          <p:cNvPr id="54" name="Shape 52"/>
          <p:cNvSpPr/>
          <p:nvPr/>
        </p:nvSpPr>
        <p:spPr>
          <a:xfrm>
            <a:off x="7132320" y="1005840"/>
            <a:ext cx="457200" cy="9144"/>
          </a:xfrm>
          <a:prstGeom prst="rect">
            <a:avLst/>
          </a:prstGeom>
          <a:solidFill>
            <a:srgbClr val="1A3A2A"/>
          </a:solidFill>
          <a:ln w="12700">
            <a:solidFill>
              <a:srgbClr val="1A3A2A"/>
            </a:solidFill>
            <a:prstDash val="solid"/>
          </a:ln>
        </p:spPr>
      </p:sp>
      <p:sp>
        <p:nvSpPr>
          <p:cNvPr id="55" name="Shape 53"/>
          <p:cNvSpPr/>
          <p:nvPr/>
        </p:nvSpPr>
        <p:spPr>
          <a:xfrm>
            <a:off x="7726680" y="1005840"/>
            <a:ext cx="457200" cy="9144"/>
          </a:xfrm>
          <a:prstGeom prst="rect">
            <a:avLst/>
          </a:prstGeom>
          <a:solidFill>
            <a:srgbClr val="1A3A2A"/>
          </a:solidFill>
          <a:ln w="12700">
            <a:solidFill>
              <a:srgbClr val="1A3A2A"/>
            </a:solidFill>
            <a:prstDash val="solid"/>
          </a:ln>
        </p:spPr>
      </p:sp>
      <p:sp>
        <p:nvSpPr>
          <p:cNvPr id="56" name="Shape 54"/>
          <p:cNvSpPr/>
          <p:nvPr/>
        </p:nvSpPr>
        <p:spPr>
          <a:xfrm>
            <a:off x="8321040" y="1005840"/>
            <a:ext cx="457200" cy="9144"/>
          </a:xfrm>
          <a:prstGeom prst="rect">
            <a:avLst/>
          </a:prstGeom>
          <a:solidFill>
            <a:srgbClr val="1A3A2A"/>
          </a:solidFill>
          <a:ln w="12700">
            <a:solidFill>
              <a:srgbClr val="1A3A2A"/>
            </a:solidFill>
            <a:prstDash val="solid"/>
          </a:ln>
        </p:spPr>
      </p:sp>
      <p:sp>
        <p:nvSpPr>
          <p:cNvPr id="57" name="Shape 55"/>
          <p:cNvSpPr/>
          <p:nvPr/>
        </p:nvSpPr>
        <p:spPr>
          <a:xfrm>
            <a:off x="8915400" y="1005840"/>
            <a:ext cx="457200" cy="9144"/>
          </a:xfrm>
          <a:prstGeom prst="rect">
            <a:avLst/>
          </a:prstGeom>
          <a:solidFill>
            <a:srgbClr val="1A3A2A"/>
          </a:solidFill>
          <a:ln w="12700">
            <a:solidFill>
              <a:srgbClr val="1A3A2A"/>
            </a:solidFill>
            <a:prstDash val="solid"/>
          </a:ln>
        </p:spPr>
      </p:sp>
      <p:sp>
        <p:nvSpPr>
          <p:cNvPr id="58" name="Shape 56"/>
          <p:cNvSpPr/>
          <p:nvPr/>
        </p:nvSpPr>
        <p:spPr>
          <a:xfrm>
            <a:off x="9509760" y="1005840"/>
            <a:ext cx="457200" cy="9144"/>
          </a:xfrm>
          <a:prstGeom prst="rect">
            <a:avLst/>
          </a:prstGeom>
          <a:solidFill>
            <a:srgbClr val="1A3A2A"/>
          </a:solidFill>
          <a:ln w="12700">
            <a:solidFill>
              <a:srgbClr val="1A3A2A"/>
            </a:solidFill>
            <a:prstDash val="solid"/>
          </a:ln>
        </p:spPr>
      </p:sp>
      <p:sp>
        <p:nvSpPr>
          <p:cNvPr id="59" name="Shape 57"/>
          <p:cNvSpPr/>
          <p:nvPr/>
        </p:nvSpPr>
        <p:spPr>
          <a:xfrm>
            <a:off x="10104120" y="1005840"/>
            <a:ext cx="457200" cy="9144"/>
          </a:xfrm>
          <a:prstGeom prst="rect">
            <a:avLst/>
          </a:prstGeom>
          <a:solidFill>
            <a:srgbClr val="1A3A2A"/>
          </a:solidFill>
          <a:ln w="12700">
            <a:solidFill>
              <a:srgbClr val="1A3A2A"/>
            </a:solidFill>
            <a:prstDash val="solid"/>
          </a:ln>
        </p:spPr>
      </p:sp>
      <p:sp>
        <p:nvSpPr>
          <p:cNvPr id="60" name="Shape 58"/>
          <p:cNvSpPr/>
          <p:nvPr/>
        </p:nvSpPr>
        <p:spPr>
          <a:xfrm>
            <a:off x="10698480" y="1005840"/>
            <a:ext cx="457200" cy="9144"/>
          </a:xfrm>
          <a:prstGeom prst="rect">
            <a:avLst/>
          </a:prstGeom>
          <a:solidFill>
            <a:srgbClr val="1A3A2A"/>
          </a:solidFill>
          <a:ln w="12700">
            <a:solidFill>
              <a:srgbClr val="1A3A2A"/>
            </a:solidFill>
            <a:prstDash val="solid"/>
          </a:ln>
        </p:spPr>
      </p:sp>
      <p:sp>
        <p:nvSpPr>
          <p:cNvPr id="61" name="Shape 59"/>
          <p:cNvSpPr/>
          <p:nvPr/>
        </p:nvSpPr>
        <p:spPr>
          <a:xfrm>
            <a:off x="11292840" y="1005840"/>
            <a:ext cx="457200" cy="9144"/>
          </a:xfrm>
          <a:prstGeom prst="rect">
            <a:avLst/>
          </a:prstGeom>
          <a:solidFill>
            <a:srgbClr val="1A3A2A"/>
          </a:solidFill>
          <a:ln w="12700">
            <a:solidFill>
              <a:srgbClr val="1A3A2A"/>
            </a:solidFill>
            <a:prstDash val="solid"/>
          </a:ln>
        </p:spPr>
      </p:sp>
      <p:sp>
        <p:nvSpPr>
          <p:cNvPr id="62" name="Shape 60"/>
          <p:cNvSpPr/>
          <p:nvPr/>
        </p:nvSpPr>
        <p:spPr>
          <a:xfrm>
            <a:off x="292608" y="1508760"/>
            <a:ext cx="457200" cy="9144"/>
          </a:xfrm>
          <a:prstGeom prst="rect">
            <a:avLst/>
          </a:prstGeom>
          <a:solidFill>
            <a:srgbClr val="1A3A2A"/>
          </a:solidFill>
          <a:ln w="12700">
            <a:solidFill>
              <a:srgbClr val="1A3A2A"/>
            </a:solidFill>
            <a:prstDash val="solid"/>
          </a:ln>
        </p:spPr>
      </p:sp>
      <p:sp>
        <p:nvSpPr>
          <p:cNvPr id="63" name="Shape 61"/>
          <p:cNvSpPr/>
          <p:nvPr/>
        </p:nvSpPr>
        <p:spPr>
          <a:xfrm>
            <a:off x="886968" y="1508760"/>
            <a:ext cx="457200" cy="9144"/>
          </a:xfrm>
          <a:prstGeom prst="rect">
            <a:avLst/>
          </a:prstGeom>
          <a:solidFill>
            <a:srgbClr val="1A3A2A"/>
          </a:solidFill>
          <a:ln w="12700">
            <a:solidFill>
              <a:srgbClr val="1A3A2A"/>
            </a:solidFill>
            <a:prstDash val="solid"/>
          </a:ln>
        </p:spPr>
      </p:sp>
      <p:sp>
        <p:nvSpPr>
          <p:cNvPr id="64" name="Shape 62"/>
          <p:cNvSpPr/>
          <p:nvPr/>
        </p:nvSpPr>
        <p:spPr>
          <a:xfrm>
            <a:off x="1481328" y="1508760"/>
            <a:ext cx="457200" cy="9144"/>
          </a:xfrm>
          <a:prstGeom prst="rect">
            <a:avLst/>
          </a:prstGeom>
          <a:solidFill>
            <a:srgbClr val="1A3A2A"/>
          </a:solidFill>
          <a:ln w="12700">
            <a:solidFill>
              <a:srgbClr val="1A3A2A"/>
            </a:solidFill>
            <a:prstDash val="solid"/>
          </a:ln>
        </p:spPr>
      </p:sp>
      <p:sp>
        <p:nvSpPr>
          <p:cNvPr id="65" name="Shape 63"/>
          <p:cNvSpPr/>
          <p:nvPr/>
        </p:nvSpPr>
        <p:spPr>
          <a:xfrm>
            <a:off x="2075688" y="1508760"/>
            <a:ext cx="457200" cy="9144"/>
          </a:xfrm>
          <a:prstGeom prst="rect">
            <a:avLst/>
          </a:prstGeom>
          <a:solidFill>
            <a:srgbClr val="1A3A2A"/>
          </a:solidFill>
          <a:ln w="12700">
            <a:solidFill>
              <a:srgbClr val="1A3A2A"/>
            </a:solidFill>
            <a:prstDash val="solid"/>
          </a:ln>
        </p:spPr>
      </p:sp>
      <p:sp>
        <p:nvSpPr>
          <p:cNvPr id="66" name="Shape 64"/>
          <p:cNvSpPr/>
          <p:nvPr/>
        </p:nvSpPr>
        <p:spPr>
          <a:xfrm>
            <a:off x="2670048" y="1508760"/>
            <a:ext cx="457200" cy="9144"/>
          </a:xfrm>
          <a:prstGeom prst="rect">
            <a:avLst/>
          </a:prstGeom>
          <a:solidFill>
            <a:srgbClr val="1A3A2A"/>
          </a:solidFill>
          <a:ln w="12700">
            <a:solidFill>
              <a:srgbClr val="1A3A2A"/>
            </a:solidFill>
            <a:prstDash val="solid"/>
          </a:ln>
        </p:spPr>
      </p:sp>
      <p:sp>
        <p:nvSpPr>
          <p:cNvPr id="67" name="Shape 65"/>
          <p:cNvSpPr/>
          <p:nvPr/>
        </p:nvSpPr>
        <p:spPr>
          <a:xfrm>
            <a:off x="3264408" y="1508760"/>
            <a:ext cx="457200" cy="9144"/>
          </a:xfrm>
          <a:prstGeom prst="rect">
            <a:avLst/>
          </a:prstGeom>
          <a:solidFill>
            <a:srgbClr val="1A3A2A"/>
          </a:solidFill>
          <a:ln w="12700">
            <a:solidFill>
              <a:srgbClr val="1A3A2A"/>
            </a:solidFill>
            <a:prstDash val="solid"/>
          </a:ln>
        </p:spPr>
      </p:sp>
      <p:sp>
        <p:nvSpPr>
          <p:cNvPr id="68" name="Shape 66"/>
          <p:cNvSpPr/>
          <p:nvPr/>
        </p:nvSpPr>
        <p:spPr>
          <a:xfrm>
            <a:off x="3858768" y="1508760"/>
            <a:ext cx="457200" cy="9144"/>
          </a:xfrm>
          <a:prstGeom prst="rect">
            <a:avLst/>
          </a:prstGeom>
          <a:solidFill>
            <a:srgbClr val="1A3A2A"/>
          </a:solidFill>
          <a:ln w="12700">
            <a:solidFill>
              <a:srgbClr val="1A3A2A"/>
            </a:solidFill>
            <a:prstDash val="solid"/>
          </a:ln>
        </p:spPr>
      </p:sp>
      <p:sp>
        <p:nvSpPr>
          <p:cNvPr id="69" name="Shape 67"/>
          <p:cNvSpPr/>
          <p:nvPr/>
        </p:nvSpPr>
        <p:spPr>
          <a:xfrm>
            <a:off x="4453128" y="1508760"/>
            <a:ext cx="457200" cy="9144"/>
          </a:xfrm>
          <a:prstGeom prst="rect">
            <a:avLst/>
          </a:prstGeom>
          <a:solidFill>
            <a:srgbClr val="1A3A2A"/>
          </a:solidFill>
          <a:ln w="12700">
            <a:solidFill>
              <a:srgbClr val="1A3A2A"/>
            </a:solidFill>
            <a:prstDash val="solid"/>
          </a:ln>
        </p:spPr>
      </p:sp>
      <p:sp>
        <p:nvSpPr>
          <p:cNvPr id="70" name="Shape 68"/>
          <p:cNvSpPr/>
          <p:nvPr/>
        </p:nvSpPr>
        <p:spPr>
          <a:xfrm>
            <a:off x="5047488" y="1508760"/>
            <a:ext cx="457200" cy="9144"/>
          </a:xfrm>
          <a:prstGeom prst="rect">
            <a:avLst/>
          </a:prstGeom>
          <a:solidFill>
            <a:srgbClr val="1A3A2A"/>
          </a:solidFill>
          <a:ln w="12700">
            <a:solidFill>
              <a:srgbClr val="1A3A2A"/>
            </a:solidFill>
            <a:prstDash val="solid"/>
          </a:ln>
        </p:spPr>
      </p:sp>
      <p:sp>
        <p:nvSpPr>
          <p:cNvPr id="71" name="Shape 69"/>
          <p:cNvSpPr/>
          <p:nvPr/>
        </p:nvSpPr>
        <p:spPr>
          <a:xfrm>
            <a:off x="5641848" y="1508760"/>
            <a:ext cx="457200" cy="9144"/>
          </a:xfrm>
          <a:prstGeom prst="rect">
            <a:avLst/>
          </a:prstGeom>
          <a:solidFill>
            <a:srgbClr val="1A3A2A"/>
          </a:solidFill>
          <a:ln w="12700">
            <a:solidFill>
              <a:srgbClr val="1A3A2A"/>
            </a:solidFill>
            <a:prstDash val="solid"/>
          </a:ln>
        </p:spPr>
      </p:sp>
      <p:sp>
        <p:nvSpPr>
          <p:cNvPr id="72" name="Shape 70"/>
          <p:cNvSpPr/>
          <p:nvPr/>
        </p:nvSpPr>
        <p:spPr>
          <a:xfrm>
            <a:off x="6236208" y="1508760"/>
            <a:ext cx="457200" cy="9144"/>
          </a:xfrm>
          <a:prstGeom prst="rect">
            <a:avLst/>
          </a:prstGeom>
          <a:solidFill>
            <a:srgbClr val="1A3A2A"/>
          </a:solidFill>
          <a:ln w="12700">
            <a:solidFill>
              <a:srgbClr val="1A3A2A"/>
            </a:solidFill>
            <a:prstDash val="solid"/>
          </a:ln>
        </p:spPr>
      </p:sp>
      <p:sp>
        <p:nvSpPr>
          <p:cNvPr id="73" name="Shape 71"/>
          <p:cNvSpPr/>
          <p:nvPr/>
        </p:nvSpPr>
        <p:spPr>
          <a:xfrm>
            <a:off x="6830568" y="1508760"/>
            <a:ext cx="457200" cy="9144"/>
          </a:xfrm>
          <a:prstGeom prst="rect">
            <a:avLst/>
          </a:prstGeom>
          <a:solidFill>
            <a:srgbClr val="1A3A2A"/>
          </a:solidFill>
          <a:ln w="12700">
            <a:solidFill>
              <a:srgbClr val="1A3A2A"/>
            </a:solidFill>
            <a:prstDash val="solid"/>
          </a:ln>
        </p:spPr>
      </p:sp>
      <p:sp>
        <p:nvSpPr>
          <p:cNvPr id="74" name="Shape 72"/>
          <p:cNvSpPr/>
          <p:nvPr/>
        </p:nvSpPr>
        <p:spPr>
          <a:xfrm>
            <a:off x="7424928" y="1508760"/>
            <a:ext cx="457200" cy="9144"/>
          </a:xfrm>
          <a:prstGeom prst="rect">
            <a:avLst/>
          </a:prstGeom>
          <a:solidFill>
            <a:srgbClr val="1A3A2A"/>
          </a:solidFill>
          <a:ln w="12700">
            <a:solidFill>
              <a:srgbClr val="1A3A2A"/>
            </a:solidFill>
            <a:prstDash val="solid"/>
          </a:ln>
        </p:spPr>
      </p:sp>
      <p:sp>
        <p:nvSpPr>
          <p:cNvPr id="75" name="Shape 73"/>
          <p:cNvSpPr/>
          <p:nvPr/>
        </p:nvSpPr>
        <p:spPr>
          <a:xfrm>
            <a:off x="8019288" y="1508760"/>
            <a:ext cx="457200" cy="9144"/>
          </a:xfrm>
          <a:prstGeom prst="rect">
            <a:avLst/>
          </a:prstGeom>
          <a:solidFill>
            <a:srgbClr val="1A3A2A"/>
          </a:solidFill>
          <a:ln w="12700">
            <a:solidFill>
              <a:srgbClr val="1A3A2A"/>
            </a:solidFill>
            <a:prstDash val="solid"/>
          </a:ln>
        </p:spPr>
      </p:sp>
      <p:sp>
        <p:nvSpPr>
          <p:cNvPr id="76" name="Shape 74"/>
          <p:cNvSpPr/>
          <p:nvPr/>
        </p:nvSpPr>
        <p:spPr>
          <a:xfrm>
            <a:off x="8613648" y="1508760"/>
            <a:ext cx="457200" cy="9144"/>
          </a:xfrm>
          <a:prstGeom prst="rect">
            <a:avLst/>
          </a:prstGeom>
          <a:solidFill>
            <a:srgbClr val="1A3A2A"/>
          </a:solidFill>
          <a:ln w="12700">
            <a:solidFill>
              <a:srgbClr val="1A3A2A"/>
            </a:solidFill>
            <a:prstDash val="solid"/>
          </a:ln>
        </p:spPr>
      </p:sp>
      <p:sp>
        <p:nvSpPr>
          <p:cNvPr id="77" name="Shape 75"/>
          <p:cNvSpPr/>
          <p:nvPr/>
        </p:nvSpPr>
        <p:spPr>
          <a:xfrm>
            <a:off x="9208008" y="1508760"/>
            <a:ext cx="457200" cy="9144"/>
          </a:xfrm>
          <a:prstGeom prst="rect">
            <a:avLst/>
          </a:prstGeom>
          <a:solidFill>
            <a:srgbClr val="1A3A2A"/>
          </a:solidFill>
          <a:ln w="12700">
            <a:solidFill>
              <a:srgbClr val="1A3A2A"/>
            </a:solidFill>
            <a:prstDash val="solid"/>
          </a:ln>
        </p:spPr>
      </p:sp>
      <p:sp>
        <p:nvSpPr>
          <p:cNvPr id="78" name="Shape 76"/>
          <p:cNvSpPr/>
          <p:nvPr/>
        </p:nvSpPr>
        <p:spPr>
          <a:xfrm>
            <a:off x="9802368" y="1508760"/>
            <a:ext cx="457200" cy="9144"/>
          </a:xfrm>
          <a:prstGeom prst="rect">
            <a:avLst/>
          </a:prstGeom>
          <a:solidFill>
            <a:srgbClr val="1A3A2A"/>
          </a:solidFill>
          <a:ln w="12700">
            <a:solidFill>
              <a:srgbClr val="1A3A2A"/>
            </a:solidFill>
            <a:prstDash val="solid"/>
          </a:ln>
        </p:spPr>
      </p:sp>
      <p:sp>
        <p:nvSpPr>
          <p:cNvPr id="79" name="Shape 77"/>
          <p:cNvSpPr/>
          <p:nvPr/>
        </p:nvSpPr>
        <p:spPr>
          <a:xfrm>
            <a:off x="10396728" y="1508760"/>
            <a:ext cx="457200" cy="9144"/>
          </a:xfrm>
          <a:prstGeom prst="rect">
            <a:avLst/>
          </a:prstGeom>
          <a:solidFill>
            <a:srgbClr val="1A3A2A"/>
          </a:solidFill>
          <a:ln w="12700">
            <a:solidFill>
              <a:srgbClr val="1A3A2A"/>
            </a:solidFill>
            <a:prstDash val="solid"/>
          </a:ln>
        </p:spPr>
      </p:sp>
      <p:sp>
        <p:nvSpPr>
          <p:cNvPr id="80" name="Shape 78"/>
          <p:cNvSpPr/>
          <p:nvPr/>
        </p:nvSpPr>
        <p:spPr>
          <a:xfrm>
            <a:off x="10991088" y="1508760"/>
            <a:ext cx="457200" cy="9144"/>
          </a:xfrm>
          <a:prstGeom prst="rect">
            <a:avLst/>
          </a:prstGeom>
          <a:solidFill>
            <a:srgbClr val="1A3A2A"/>
          </a:solidFill>
          <a:ln w="12700">
            <a:solidFill>
              <a:srgbClr val="1A3A2A"/>
            </a:solidFill>
            <a:prstDash val="solid"/>
          </a:ln>
        </p:spPr>
      </p:sp>
      <p:sp>
        <p:nvSpPr>
          <p:cNvPr id="81" name="Shape 79"/>
          <p:cNvSpPr/>
          <p:nvPr/>
        </p:nvSpPr>
        <p:spPr>
          <a:xfrm>
            <a:off x="11585448" y="1508760"/>
            <a:ext cx="457200" cy="9144"/>
          </a:xfrm>
          <a:prstGeom prst="rect">
            <a:avLst/>
          </a:prstGeom>
          <a:solidFill>
            <a:srgbClr val="1A3A2A"/>
          </a:solidFill>
          <a:ln w="12700">
            <a:solidFill>
              <a:srgbClr val="1A3A2A"/>
            </a:solidFill>
            <a:prstDash val="solid"/>
          </a:ln>
        </p:spPr>
      </p:sp>
      <p:sp>
        <p:nvSpPr>
          <p:cNvPr id="82" name="Shape 80"/>
          <p:cNvSpPr/>
          <p:nvPr/>
        </p:nvSpPr>
        <p:spPr>
          <a:xfrm>
            <a:off x="0" y="2011680"/>
            <a:ext cx="457200" cy="9144"/>
          </a:xfrm>
          <a:prstGeom prst="rect">
            <a:avLst/>
          </a:prstGeom>
          <a:solidFill>
            <a:srgbClr val="1A3A2A"/>
          </a:solidFill>
          <a:ln w="12700">
            <a:solidFill>
              <a:srgbClr val="1A3A2A"/>
            </a:solidFill>
            <a:prstDash val="solid"/>
          </a:ln>
        </p:spPr>
      </p:sp>
      <p:sp>
        <p:nvSpPr>
          <p:cNvPr id="83" name="Shape 81"/>
          <p:cNvSpPr/>
          <p:nvPr/>
        </p:nvSpPr>
        <p:spPr>
          <a:xfrm>
            <a:off x="594360" y="2011680"/>
            <a:ext cx="457200" cy="9144"/>
          </a:xfrm>
          <a:prstGeom prst="rect">
            <a:avLst/>
          </a:prstGeom>
          <a:solidFill>
            <a:srgbClr val="1A3A2A"/>
          </a:solidFill>
          <a:ln w="12700">
            <a:solidFill>
              <a:srgbClr val="1A3A2A"/>
            </a:solidFill>
            <a:prstDash val="solid"/>
          </a:ln>
        </p:spPr>
      </p:sp>
      <p:sp>
        <p:nvSpPr>
          <p:cNvPr id="84" name="Shape 82"/>
          <p:cNvSpPr/>
          <p:nvPr/>
        </p:nvSpPr>
        <p:spPr>
          <a:xfrm>
            <a:off x="1188720" y="2011680"/>
            <a:ext cx="457200" cy="9144"/>
          </a:xfrm>
          <a:prstGeom prst="rect">
            <a:avLst/>
          </a:prstGeom>
          <a:solidFill>
            <a:srgbClr val="1A3A2A"/>
          </a:solidFill>
          <a:ln w="12700">
            <a:solidFill>
              <a:srgbClr val="1A3A2A"/>
            </a:solidFill>
            <a:prstDash val="solid"/>
          </a:ln>
        </p:spPr>
      </p:sp>
      <p:sp>
        <p:nvSpPr>
          <p:cNvPr id="85" name="Shape 83"/>
          <p:cNvSpPr/>
          <p:nvPr/>
        </p:nvSpPr>
        <p:spPr>
          <a:xfrm>
            <a:off x="1783080" y="2011680"/>
            <a:ext cx="457200" cy="9144"/>
          </a:xfrm>
          <a:prstGeom prst="rect">
            <a:avLst/>
          </a:prstGeom>
          <a:solidFill>
            <a:srgbClr val="1A3A2A"/>
          </a:solidFill>
          <a:ln w="12700">
            <a:solidFill>
              <a:srgbClr val="1A3A2A"/>
            </a:solidFill>
            <a:prstDash val="solid"/>
          </a:ln>
        </p:spPr>
      </p:sp>
      <p:sp>
        <p:nvSpPr>
          <p:cNvPr id="86" name="Shape 84"/>
          <p:cNvSpPr/>
          <p:nvPr/>
        </p:nvSpPr>
        <p:spPr>
          <a:xfrm>
            <a:off x="2377440" y="2011680"/>
            <a:ext cx="457200" cy="9144"/>
          </a:xfrm>
          <a:prstGeom prst="rect">
            <a:avLst/>
          </a:prstGeom>
          <a:solidFill>
            <a:srgbClr val="1A3A2A"/>
          </a:solidFill>
          <a:ln w="12700">
            <a:solidFill>
              <a:srgbClr val="1A3A2A"/>
            </a:solidFill>
            <a:prstDash val="solid"/>
          </a:ln>
        </p:spPr>
      </p:sp>
      <p:sp>
        <p:nvSpPr>
          <p:cNvPr id="87" name="Shape 85"/>
          <p:cNvSpPr/>
          <p:nvPr/>
        </p:nvSpPr>
        <p:spPr>
          <a:xfrm>
            <a:off x="2971800" y="2011680"/>
            <a:ext cx="457200" cy="9144"/>
          </a:xfrm>
          <a:prstGeom prst="rect">
            <a:avLst/>
          </a:prstGeom>
          <a:solidFill>
            <a:srgbClr val="1A3A2A"/>
          </a:solidFill>
          <a:ln w="12700">
            <a:solidFill>
              <a:srgbClr val="1A3A2A"/>
            </a:solidFill>
            <a:prstDash val="solid"/>
          </a:ln>
        </p:spPr>
      </p:sp>
      <p:sp>
        <p:nvSpPr>
          <p:cNvPr id="88" name="Shape 86"/>
          <p:cNvSpPr/>
          <p:nvPr/>
        </p:nvSpPr>
        <p:spPr>
          <a:xfrm>
            <a:off x="3566160" y="2011680"/>
            <a:ext cx="457200" cy="9144"/>
          </a:xfrm>
          <a:prstGeom prst="rect">
            <a:avLst/>
          </a:prstGeom>
          <a:solidFill>
            <a:srgbClr val="1A3A2A"/>
          </a:solidFill>
          <a:ln w="12700">
            <a:solidFill>
              <a:srgbClr val="1A3A2A"/>
            </a:solidFill>
            <a:prstDash val="solid"/>
          </a:ln>
        </p:spPr>
      </p:sp>
      <p:sp>
        <p:nvSpPr>
          <p:cNvPr id="89" name="Shape 87"/>
          <p:cNvSpPr/>
          <p:nvPr/>
        </p:nvSpPr>
        <p:spPr>
          <a:xfrm>
            <a:off x="4160520" y="2011680"/>
            <a:ext cx="457200" cy="9144"/>
          </a:xfrm>
          <a:prstGeom prst="rect">
            <a:avLst/>
          </a:prstGeom>
          <a:solidFill>
            <a:srgbClr val="1A3A2A"/>
          </a:solidFill>
          <a:ln w="12700">
            <a:solidFill>
              <a:srgbClr val="1A3A2A"/>
            </a:solidFill>
            <a:prstDash val="solid"/>
          </a:ln>
        </p:spPr>
      </p:sp>
      <p:sp>
        <p:nvSpPr>
          <p:cNvPr id="90" name="Shape 88"/>
          <p:cNvSpPr/>
          <p:nvPr/>
        </p:nvSpPr>
        <p:spPr>
          <a:xfrm>
            <a:off x="4754880" y="2011680"/>
            <a:ext cx="457200" cy="9144"/>
          </a:xfrm>
          <a:prstGeom prst="rect">
            <a:avLst/>
          </a:prstGeom>
          <a:solidFill>
            <a:srgbClr val="1A3A2A"/>
          </a:solidFill>
          <a:ln w="12700">
            <a:solidFill>
              <a:srgbClr val="1A3A2A"/>
            </a:solidFill>
            <a:prstDash val="solid"/>
          </a:ln>
        </p:spPr>
      </p:sp>
      <p:sp>
        <p:nvSpPr>
          <p:cNvPr id="91" name="Shape 89"/>
          <p:cNvSpPr/>
          <p:nvPr/>
        </p:nvSpPr>
        <p:spPr>
          <a:xfrm>
            <a:off x="5349240" y="2011680"/>
            <a:ext cx="457200" cy="9144"/>
          </a:xfrm>
          <a:prstGeom prst="rect">
            <a:avLst/>
          </a:prstGeom>
          <a:solidFill>
            <a:srgbClr val="1A3A2A"/>
          </a:solidFill>
          <a:ln w="12700">
            <a:solidFill>
              <a:srgbClr val="1A3A2A"/>
            </a:solidFill>
            <a:prstDash val="solid"/>
          </a:ln>
        </p:spPr>
      </p:sp>
      <p:sp>
        <p:nvSpPr>
          <p:cNvPr id="92" name="Shape 90"/>
          <p:cNvSpPr/>
          <p:nvPr/>
        </p:nvSpPr>
        <p:spPr>
          <a:xfrm>
            <a:off x="5943600" y="2011680"/>
            <a:ext cx="457200" cy="9144"/>
          </a:xfrm>
          <a:prstGeom prst="rect">
            <a:avLst/>
          </a:prstGeom>
          <a:solidFill>
            <a:srgbClr val="1A3A2A"/>
          </a:solidFill>
          <a:ln w="12700">
            <a:solidFill>
              <a:srgbClr val="1A3A2A"/>
            </a:solidFill>
            <a:prstDash val="solid"/>
          </a:ln>
        </p:spPr>
      </p:sp>
      <p:sp>
        <p:nvSpPr>
          <p:cNvPr id="93" name="Shape 91"/>
          <p:cNvSpPr/>
          <p:nvPr/>
        </p:nvSpPr>
        <p:spPr>
          <a:xfrm>
            <a:off x="6537960" y="2011680"/>
            <a:ext cx="457200" cy="9144"/>
          </a:xfrm>
          <a:prstGeom prst="rect">
            <a:avLst/>
          </a:prstGeom>
          <a:solidFill>
            <a:srgbClr val="1A3A2A"/>
          </a:solidFill>
          <a:ln w="12700">
            <a:solidFill>
              <a:srgbClr val="1A3A2A"/>
            </a:solidFill>
            <a:prstDash val="solid"/>
          </a:ln>
        </p:spPr>
      </p:sp>
      <p:sp>
        <p:nvSpPr>
          <p:cNvPr id="94" name="Shape 92"/>
          <p:cNvSpPr/>
          <p:nvPr/>
        </p:nvSpPr>
        <p:spPr>
          <a:xfrm>
            <a:off x="7132320" y="2011680"/>
            <a:ext cx="457200" cy="9144"/>
          </a:xfrm>
          <a:prstGeom prst="rect">
            <a:avLst/>
          </a:prstGeom>
          <a:solidFill>
            <a:srgbClr val="1A3A2A"/>
          </a:solidFill>
          <a:ln w="12700">
            <a:solidFill>
              <a:srgbClr val="1A3A2A"/>
            </a:solidFill>
            <a:prstDash val="solid"/>
          </a:ln>
        </p:spPr>
      </p:sp>
      <p:sp>
        <p:nvSpPr>
          <p:cNvPr id="95" name="Shape 93"/>
          <p:cNvSpPr/>
          <p:nvPr/>
        </p:nvSpPr>
        <p:spPr>
          <a:xfrm>
            <a:off x="7726680" y="2011680"/>
            <a:ext cx="457200" cy="9144"/>
          </a:xfrm>
          <a:prstGeom prst="rect">
            <a:avLst/>
          </a:prstGeom>
          <a:solidFill>
            <a:srgbClr val="1A3A2A"/>
          </a:solidFill>
          <a:ln w="12700">
            <a:solidFill>
              <a:srgbClr val="1A3A2A"/>
            </a:solidFill>
            <a:prstDash val="solid"/>
          </a:ln>
        </p:spPr>
      </p:sp>
      <p:sp>
        <p:nvSpPr>
          <p:cNvPr id="96" name="Shape 94"/>
          <p:cNvSpPr/>
          <p:nvPr/>
        </p:nvSpPr>
        <p:spPr>
          <a:xfrm>
            <a:off x="8321040" y="2011680"/>
            <a:ext cx="457200" cy="9144"/>
          </a:xfrm>
          <a:prstGeom prst="rect">
            <a:avLst/>
          </a:prstGeom>
          <a:solidFill>
            <a:srgbClr val="1A3A2A"/>
          </a:solidFill>
          <a:ln w="12700">
            <a:solidFill>
              <a:srgbClr val="1A3A2A"/>
            </a:solidFill>
            <a:prstDash val="solid"/>
          </a:ln>
        </p:spPr>
      </p:sp>
      <p:sp>
        <p:nvSpPr>
          <p:cNvPr id="97" name="Shape 95"/>
          <p:cNvSpPr/>
          <p:nvPr/>
        </p:nvSpPr>
        <p:spPr>
          <a:xfrm>
            <a:off x="8915400" y="2011680"/>
            <a:ext cx="457200" cy="9144"/>
          </a:xfrm>
          <a:prstGeom prst="rect">
            <a:avLst/>
          </a:prstGeom>
          <a:solidFill>
            <a:srgbClr val="1A3A2A"/>
          </a:solidFill>
          <a:ln w="12700">
            <a:solidFill>
              <a:srgbClr val="1A3A2A"/>
            </a:solidFill>
            <a:prstDash val="solid"/>
          </a:ln>
        </p:spPr>
      </p:sp>
      <p:sp>
        <p:nvSpPr>
          <p:cNvPr id="98" name="Shape 96"/>
          <p:cNvSpPr/>
          <p:nvPr/>
        </p:nvSpPr>
        <p:spPr>
          <a:xfrm>
            <a:off x="9509760" y="2011680"/>
            <a:ext cx="457200" cy="9144"/>
          </a:xfrm>
          <a:prstGeom prst="rect">
            <a:avLst/>
          </a:prstGeom>
          <a:solidFill>
            <a:srgbClr val="1A3A2A"/>
          </a:solidFill>
          <a:ln w="12700">
            <a:solidFill>
              <a:srgbClr val="1A3A2A"/>
            </a:solidFill>
            <a:prstDash val="solid"/>
          </a:ln>
        </p:spPr>
      </p:sp>
      <p:sp>
        <p:nvSpPr>
          <p:cNvPr id="99" name="Shape 97"/>
          <p:cNvSpPr/>
          <p:nvPr/>
        </p:nvSpPr>
        <p:spPr>
          <a:xfrm>
            <a:off x="10104120" y="2011680"/>
            <a:ext cx="457200" cy="9144"/>
          </a:xfrm>
          <a:prstGeom prst="rect">
            <a:avLst/>
          </a:prstGeom>
          <a:solidFill>
            <a:srgbClr val="1A3A2A"/>
          </a:solidFill>
          <a:ln w="12700">
            <a:solidFill>
              <a:srgbClr val="1A3A2A"/>
            </a:solidFill>
            <a:prstDash val="solid"/>
          </a:ln>
        </p:spPr>
      </p:sp>
      <p:sp>
        <p:nvSpPr>
          <p:cNvPr id="100" name="Shape 98"/>
          <p:cNvSpPr/>
          <p:nvPr/>
        </p:nvSpPr>
        <p:spPr>
          <a:xfrm>
            <a:off x="10698480" y="2011680"/>
            <a:ext cx="457200" cy="9144"/>
          </a:xfrm>
          <a:prstGeom prst="rect">
            <a:avLst/>
          </a:prstGeom>
          <a:solidFill>
            <a:srgbClr val="1A3A2A"/>
          </a:solidFill>
          <a:ln w="12700">
            <a:solidFill>
              <a:srgbClr val="1A3A2A"/>
            </a:solidFill>
            <a:prstDash val="solid"/>
          </a:ln>
        </p:spPr>
      </p:sp>
      <p:sp>
        <p:nvSpPr>
          <p:cNvPr id="101" name="Shape 99"/>
          <p:cNvSpPr/>
          <p:nvPr/>
        </p:nvSpPr>
        <p:spPr>
          <a:xfrm>
            <a:off x="11292840" y="2011680"/>
            <a:ext cx="457200" cy="9144"/>
          </a:xfrm>
          <a:prstGeom prst="rect">
            <a:avLst/>
          </a:prstGeom>
          <a:solidFill>
            <a:srgbClr val="1A3A2A"/>
          </a:solidFill>
          <a:ln w="12700">
            <a:solidFill>
              <a:srgbClr val="1A3A2A"/>
            </a:solidFill>
            <a:prstDash val="solid"/>
          </a:ln>
        </p:spPr>
      </p:sp>
      <p:sp>
        <p:nvSpPr>
          <p:cNvPr id="102" name="Shape 100"/>
          <p:cNvSpPr/>
          <p:nvPr/>
        </p:nvSpPr>
        <p:spPr>
          <a:xfrm>
            <a:off x="292608" y="2514600"/>
            <a:ext cx="457200" cy="9144"/>
          </a:xfrm>
          <a:prstGeom prst="rect">
            <a:avLst/>
          </a:prstGeom>
          <a:solidFill>
            <a:srgbClr val="1A3A2A"/>
          </a:solidFill>
          <a:ln w="12700">
            <a:solidFill>
              <a:srgbClr val="1A3A2A"/>
            </a:solidFill>
            <a:prstDash val="solid"/>
          </a:ln>
        </p:spPr>
      </p:sp>
      <p:sp>
        <p:nvSpPr>
          <p:cNvPr id="103" name="Shape 101"/>
          <p:cNvSpPr/>
          <p:nvPr/>
        </p:nvSpPr>
        <p:spPr>
          <a:xfrm>
            <a:off x="886968" y="2514600"/>
            <a:ext cx="457200" cy="9144"/>
          </a:xfrm>
          <a:prstGeom prst="rect">
            <a:avLst/>
          </a:prstGeom>
          <a:solidFill>
            <a:srgbClr val="1A3A2A"/>
          </a:solidFill>
          <a:ln w="12700">
            <a:solidFill>
              <a:srgbClr val="1A3A2A"/>
            </a:solidFill>
            <a:prstDash val="solid"/>
          </a:ln>
        </p:spPr>
      </p:sp>
      <p:sp>
        <p:nvSpPr>
          <p:cNvPr id="104" name="Shape 102"/>
          <p:cNvSpPr/>
          <p:nvPr/>
        </p:nvSpPr>
        <p:spPr>
          <a:xfrm>
            <a:off x="1481328" y="2514600"/>
            <a:ext cx="457200" cy="9144"/>
          </a:xfrm>
          <a:prstGeom prst="rect">
            <a:avLst/>
          </a:prstGeom>
          <a:solidFill>
            <a:srgbClr val="1A3A2A"/>
          </a:solidFill>
          <a:ln w="12700">
            <a:solidFill>
              <a:srgbClr val="1A3A2A"/>
            </a:solidFill>
            <a:prstDash val="solid"/>
          </a:ln>
        </p:spPr>
      </p:sp>
      <p:sp>
        <p:nvSpPr>
          <p:cNvPr id="105" name="Shape 103"/>
          <p:cNvSpPr/>
          <p:nvPr/>
        </p:nvSpPr>
        <p:spPr>
          <a:xfrm>
            <a:off x="2075688" y="2514600"/>
            <a:ext cx="457200" cy="9144"/>
          </a:xfrm>
          <a:prstGeom prst="rect">
            <a:avLst/>
          </a:prstGeom>
          <a:solidFill>
            <a:srgbClr val="1A3A2A"/>
          </a:solidFill>
          <a:ln w="12700">
            <a:solidFill>
              <a:srgbClr val="1A3A2A"/>
            </a:solidFill>
            <a:prstDash val="solid"/>
          </a:ln>
        </p:spPr>
      </p:sp>
      <p:sp>
        <p:nvSpPr>
          <p:cNvPr id="106" name="Shape 104"/>
          <p:cNvSpPr/>
          <p:nvPr/>
        </p:nvSpPr>
        <p:spPr>
          <a:xfrm>
            <a:off x="2670048" y="2514600"/>
            <a:ext cx="457200" cy="9144"/>
          </a:xfrm>
          <a:prstGeom prst="rect">
            <a:avLst/>
          </a:prstGeom>
          <a:solidFill>
            <a:srgbClr val="1A3A2A"/>
          </a:solidFill>
          <a:ln w="12700">
            <a:solidFill>
              <a:srgbClr val="1A3A2A"/>
            </a:solidFill>
            <a:prstDash val="solid"/>
          </a:ln>
        </p:spPr>
      </p:sp>
      <p:sp>
        <p:nvSpPr>
          <p:cNvPr id="107" name="Shape 105"/>
          <p:cNvSpPr/>
          <p:nvPr/>
        </p:nvSpPr>
        <p:spPr>
          <a:xfrm>
            <a:off x="3264408" y="2514600"/>
            <a:ext cx="457200" cy="9144"/>
          </a:xfrm>
          <a:prstGeom prst="rect">
            <a:avLst/>
          </a:prstGeom>
          <a:solidFill>
            <a:srgbClr val="1A3A2A"/>
          </a:solidFill>
          <a:ln w="12700">
            <a:solidFill>
              <a:srgbClr val="1A3A2A"/>
            </a:solidFill>
            <a:prstDash val="solid"/>
          </a:ln>
        </p:spPr>
      </p:sp>
      <p:sp>
        <p:nvSpPr>
          <p:cNvPr id="108" name="Shape 106"/>
          <p:cNvSpPr/>
          <p:nvPr/>
        </p:nvSpPr>
        <p:spPr>
          <a:xfrm>
            <a:off x="3858768" y="2514600"/>
            <a:ext cx="457200" cy="9144"/>
          </a:xfrm>
          <a:prstGeom prst="rect">
            <a:avLst/>
          </a:prstGeom>
          <a:solidFill>
            <a:srgbClr val="1A3A2A"/>
          </a:solidFill>
          <a:ln w="12700">
            <a:solidFill>
              <a:srgbClr val="1A3A2A"/>
            </a:solidFill>
            <a:prstDash val="solid"/>
          </a:ln>
        </p:spPr>
      </p:sp>
      <p:sp>
        <p:nvSpPr>
          <p:cNvPr id="109" name="Shape 107"/>
          <p:cNvSpPr/>
          <p:nvPr/>
        </p:nvSpPr>
        <p:spPr>
          <a:xfrm>
            <a:off x="4453128" y="2514600"/>
            <a:ext cx="457200" cy="9144"/>
          </a:xfrm>
          <a:prstGeom prst="rect">
            <a:avLst/>
          </a:prstGeom>
          <a:solidFill>
            <a:srgbClr val="1A3A2A"/>
          </a:solidFill>
          <a:ln w="12700">
            <a:solidFill>
              <a:srgbClr val="1A3A2A"/>
            </a:solidFill>
            <a:prstDash val="solid"/>
          </a:ln>
        </p:spPr>
      </p:sp>
      <p:sp>
        <p:nvSpPr>
          <p:cNvPr id="110" name="Shape 108"/>
          <p:cNvSpPr/>
          <p:nvPr/>
        </p:nvSpPr>
        <p:spPr>
          <a:xfrm>
            <a:off x="5047488" y="2514600"/>
            <a:ext cx="457200" cy="9144"/>
          </a:xfrm>
          <a:prstGeom prst="rect">
            <a:avLst/>
          </a:prstGeom>
          <a:solidFill>
            <a:srgbClr val="1A3A2A"/>
          </a:solidFill>
          <a:ln w="12700">
            <a:solidFill>
              <a:srgbClr val="1A3A2A"/>
            </a:solidFill>
            <a:prstDash val="solid"/>
          </a:ln>
        </p:spPr>
      </p:sp>
      <p:sp>
        <p:nvSpPr>
          <p:cNvPr id="111" name="Shape 109"/>
          <p:cNvSpPr/>
          <p:nvPr/>
        </p:nvSpPr>
        <p:spPr>
          <a:xfrm>
            <a:off x="5641848" y="2514600"/>
            <a:ext cx="457200" cy="9144"/>
          </a:xfrm>
          <a:prstGeom prst="rect">
            <a:avLst/>
          </a:prstGeom>
          <a:solidFill>
            <a:srgbClr val="1A3A2A"/>
          </a:solidFill>
          <a:ln w="12700">
            <a:solidFill>
              <a:srgbClr val="1A3A2A"/>
            </a:solidFill>
            <a:prstDash val="solid"/>
          </a:ln>
        </p:spPr>
      </p:sp>
      <p:sp>
        <p:nvSpPr>
          <p:cNvPr id="112" name="Shape 110"/>
          <p:cNvSpPr/>
          <p:nvPr/>
        </p:nvSpPr>
        <p:spPr>
          <a:xfrm>
            <a:off x="6236208" y="2514600"/>
            <a:ext cx="457200" cy="9144"/>
          </a:xfrm>
          <a:prstGeom prst="rect">
            <a:avLst/>
          </a:prstGeom>
          <a:solidFill>
            <a:srgbClr val="1A3A2A"/>
          </a:solidFill>
          <a:ln w="12700">
            <a:solidFill>
              <a:srgbClr val="1A3A2A"/>
            </a:solidFill>
            <a:prstDash val="solid"/>
          </a:ln>
        </p:spPr>
      </p:sp>
      <p:sp>
        <p:nvSpPr>
          <p:cNvPr id="113" name="Shape 111"/>
          <p:cNvSpPr/>
          <p:nvPr/>
        </p:nvSpPr>
        <p:spPr>
          <a:xfrm>
            <a:off x="6830568" y="2514600"/>
            <a:ext cx="457200" cy="9144"/>
          </a:xfrm>
          <a:prstGeom prst="rect">
            <a:avLst/>
          </a:prstGeom>
          <a:solidFill>
            <a:srgbClr val="1A3A2A"/>
          </a:solidFill>
          <a:ln w="12700">
            <a:solidFill>
              <a:srgbClr val="1A3A2A"/>
            </a:solidFill>
            <a:prstDash val="solid"/>
          </a:ln>
        </p:spPr>
      </p:sp>
      <p:sp>
        <p:nvSpPr>
          <p:cNvPr id="114" name="Shape 112"/>
          <p:cNvSpPr/>
          <p:nvPr/>
        </p:nvSpPr>
        <p:spPr>
          <a:xfrm>
            <a:off x="7424928" y="2514600"/>
            <a:ext cx="457200" cy="9144"/>
          </a:xfrm>
          <a:prstGeom prst="rect">
            <a:avLst/>
          </a:prstGeom>
          <a:solidFill>
            <a:srgbClr val="1A3A2A"/>
          </a:solidFill>
          <a:ln w="12700">
            <a:solidFill>
              <a:srgbClr val="1A3A2A"/>
            </a:solidFill>
            <a:prstDash val="solid"/>
          </a:ln>
        </p:spPr>
      </p:sp>
      <p:sp>
        <p:nvSpPr>
          <p:cNvPr id="115" name="Shape 113"/>
          <p:cNvSpPr/>
          <p:nvPr/>
        </p:nvSpPr>
        <p:spPr>
          <a:xfrm>
            <a:off x="8019288" y="2514600"/>
            <a:ext cx="457200" cy="9144"/>
          </a:xfrm>
          <a:prstGeom prst="rect">
            <a:avLst/>
          </a:prstGeom>
          <a:solidFill>
            <a:srgbClr val="1A3A2A"/>
          </a:solidFill>
          <a:ln w="12700">
            <a:solidFill>
              <a:srgbClr val="1A3A2A"/>
            </a:solidFill>
            <a:prstDash val="solid"/>
          </a:ln>
        </p:spPr>
      </p:sp>
      <p:sp>
        <p:nvSpPr>
          <p:cNvPr id="116" name="Shape 114"/>
          <p:cNvSpPr/>
          <p:nvPr/>
        </p:nvSpPr>
        <p:spPr>
          <a:xfrm>
            <a:off x="8613648" y="2514600"/>
            <a:ext cx="457200" cy="9144"/>
          </a:xfrm>
          <a:prstGeom prst="rect">
            <a:avLst/>
          </a:prstGeom>
          <a:solidFill>
            <a:srgbClr val="1A3A2A"/>
          </a:solidFill>
          <a:ln w="12700">
            <a:solidFill>
              <a:srgbClr val="1A3A2A"/>
            </a:solidFill>
            <a:prstDash val="solid"/>
          </a:ln>
        </p:spPr>
      </p:sp>
      <p:sp>
        <p:nvSpPr>
          <p:cNvPr id="117" name="Shape 115"/>
          <p:cNvSpPr/>
          <p:nvPr/>
        </p:nvSpPr>
        <p:spPr>
          <a:xfrm>
            <a:off x="9208008" y="2514600"/>
            <a:ext cx="457200" cy="9144"/>
          </a:xfrm>
          <a:prstGeom prst="rect">
            <a:avLst/>
          </a:prstGeom>
          <a:solidFill>
            <a:srgbClr val="1A3A2A"/>
          </a:solidFill>
          <a:ln w="12700">
            <a:solidFill>
              <a:srgbClr val="1A3A2A"/>
            </a:solidFill>
            <a:prstDash val="solid"/>
          </a:ln>
        </p:spPr>
      </p:sp>
      <p:sp>
        <p:nvSpPr>
          <p:cNvPr id="118" name="Shape 116"/>
          <p:cNvSpPr/>
          <p:nvPr/>
        </p:nvSpPr>
        <p:spPr>
          <a:xfrm>
            <a:off x="9802368" y="2514600"/>
            <a:ext cx="457200" cy="9144"/>
          </a:xfrm>
          <a:prstGeom prst="rect">
            <a:avLst/>
          </a:prstGeom>
          <a:solidFill>
            <a:srgbClr val="1A3A2A"/>
          </a:solidFill>
          <a:ln w="12700">
            <a:solidFill>
              <a:srgbClr val="1A3A2A"/>
            </a:solidFill>
            <a:prstDash val="solid"/>
          </a:ln>
        </p:spPr>
      </p:sp>
      <p:sp>
        <p:nvSpPr>
          <p:cNvPr id="119" name="Shape 117"/>
          <p:cNvSpPr/>
          <p:nvPr/>
        </p:nvSpPr>
        <p:spPr>
          <a:xfrm>
            <a:off x="10396728" y="2514600"/>
            <a:ext cx="457200" cy="9144"/>
          </a:xfrm>
          <a:prstGeom prst="rect">
            <a:avLst/>
          </a:prstGeom>
          <a:solidFill>
            <a:srgbClr val="1A3A2A"/>
          </a:solidFill>
          <a:ln w="12700">
            <a:solidFill>
              <a:srgbClr val="1A3A2A"/>
            </a:solidFill>
            <a:prstDash val="solid"/>
          </a:ln>
        </p:spPr>
      </p:sp>
      <p:sp>
        <p:nvSpPr>
          <p:cNvPr id="120" name="Shape 118"/>
          <p:cNvSpPr/>
          <p:nvPr/>
        </p:nvSpPr>
        <p:spPr>
          <a:xfrm>
            <a:off x="10991088" y="2514600"/>
            <a:ext cx="457200" cy="9144"/>
          </a:xfrm>
          <a:prstGeom prst="rect">
            <a:avLst/>
          </a:prstGeom>
          <a:solidFill>
            <a:srgbClr val="1A3A2A"/>
          </a:solidFill>
          <a:ln w="12700">
            <a:solidFill>
              <a:srgbClr val="1A3A2A"/>
            </a:solidFill>
            <a:prstDash val="solid"/>
          </a:ln>
        </p:spPr>
      </p:sp>
      <p:sp>
        <p:nvSpPr>
          <p:cNvPr id="121" name="Shape 119"/>
          <p:cNvSpPr/>
          <p:nvPr/>
        </p:nvSpPr>
        <p:spPr>
          <a:xfrm>
            <a:off x="11585448" y="2514600"/>
            <a:ext cx="457200" cy="9144"/>
          </a:xfrm>
          <a:prstGeom prst="rect">
            <a:avLst/>
          </a:prstGeom>
          <a:solidFill>
            <a:srgbClr val="1A3A2A"/>
          </a:solidFill>
          <a:ln w="12700">
            <a:solidFill>
              <a:srgbClr val="1A3A2A"/>
            </a:solidFill>
            <a:prstDash val="solid"/>
          </a:ln>
        </p:spPr>
      </p:sp>
      <p:sp>
        <p:nvSpPr>
          <p:cNvPr id="122" name="Shape 120"/>
          <p:cNvSpPr/>
          <p:nvPr/>
        </p:nvSpPr>
        <p:spPr>
          <a:xfrm>
            <a:off x="0" y="3017520"/>
            <a:ext cx="457200" cy="9144"/>
          </a:xfrm>
          <a:prstGeom prst="rect">
            <a:avLst/>
          </a:prstGeom>
          <a:solidFill>
            <a:srgbClr val="1A3A2A"/>
          </a:solidFill>
          <a:ln w="12700">
            <a:solidFill>
              <a:srgbClr val="1A3A2A"/>
            </a:solidFill>
            <a:prstDash val="solid"/>
          </a:ln>
        </p:spPr>
      </p:sp>
      <p:sp>
        <p:nvSpPr>
          <p:cNvPr id="123" name="Shape 121"/>
          <p:cNvSpPr/>
          <p:nvPr/>
        </p:nvSpPr>
        <p:spPr>
          <a:xfrm>
            <a:off x="594360" y="3017520"/>
            <a:ext cx="457200" cy="9144"/>
          </a:xfrm>
          <a:prstGeom prst="rect">
            <a:avLst/>
          </a:prstGeom>
          <a:solidFill>
            <a:srgbClr val="1A3A2A"/>
          </a:solidFill>
          <a:ln w="12700">
            <a:solidFill>
              <a:srgbClr val="1A3A2A"/>
            </a:solidFill>
            <a:prstDash val="solid"/>
          </a:ln>
        </p:spPr>
      </p:sp>
      <p:sp>
        <p:nvSpPr>
          <p:cNvPr id="124" name="Shape 122"/>
          <p:cNvSpPr/>
          <p:nvPr/>
        </p:nvSpPr>
        <p:spPr>
          <a:xfrm>
            <a:off x="1188720" y="3017520"/>
            <a:ext cx="457200" cy="9144"/>
          </a:xfrm>
          <a:prstGeom prst="rect">
            <a:avLst/>
          </a:prstGeom>
          <a:solidFill>
            <a:srgbClr val="1A3A2A"/>
          </a:solidFill>
          <a:ln w="12700">
            <a:solidFill>
              <a:srgbClr val="1A3A2A"/>
            </a:solidFill>
            <a:prstDash val="solid"/>
          </a:ln>
        </p:spPr>
      </p:sp>
      <p:sp>
        <p:nvSpPr>
          <p:cNvPr id="125" name="Shape 123"/>
          <p:cNvSpPr/>
          <p:nvPr/>
        </p:nvSpPr>
        <p:spPr>
          <a:xfrm>
            <a:off x="1783080" y="3017520"/>
            <a:ext cx="457200" cy="9144"/>
          </a:xfrm>
          <a:prstGeom prst="rect">
            <a:avLst/>
          </a:prstGeom>
          <a:solidFill>
            <a:srgbClr val="1A3A2A"/>
          </a:solidFill>
          <a:ln w="12700">
            <a:solidFill>
              <a:srgbClr val="1A3A2A"/>
            </a:solidFill>
            <a:prstDash val="solid"/>
          </a:ln>
        </p:spPr>
      </p:sp>
      <p:sp>
        <p:nvSpPr>
          <p:cNvPr id="126" name="Shape 124"/>
          <p:cNvSpPr/>
          <p:nvPr/>
        </p:nvSpPr>
        <p:spPr>
          <a:xfrm>
            <a:off x="2377440" y="3017520"/>
            <a:ext cx="457200" cy="9144"/>
          </a:xfrm>
          <a:prstGeom prst="rect">
            <a:avLst/>
          </a:prstGeom>
          <a:solidFill>
            <a:srgbClr val="1A3A2A"/>
          </a:solidFill>
          <a:ln w="12700">
            <a:solidFill>
              <a:srgbClr val="1A3A2A"/>
            </a:solidFill>
            <a:prstDash val="solid"/>
          </a:ln>
        </p:spPr>
      </p:sp>
      <p:sp>
        <p:nvSpPr>
          <p:cNvPr id="127" name="Shape 125"/>
          <p:cNvSpPr/>
          <p:nvPr/>
        </p:nvSpPr>
        <p:spPr>
          <a:xfrm>
            <a:off x="2971800" y="3017520"/>
            <a:ext cx="457200" cy="9144"/>
          </a:xfrm>
          <a:prstGeom prst="rect">
            <a:avLst/>
          </a:prstGeom>
          <a:solidFill>
            <a:srgbClr val="1A3A2A"/>
          </a:solidFill>
          <a:ln w="12700">
            <a:solidFill>
              <a:srgbClr val="1A3A2A"/>
            </a:solidFill>
            <a:prstDash val="solid"/>
          </a:ln>
        </p:spPr>
      </p:sp>
      <p:sp>
        <p:nvSpPr>
          <p:cNvPr id="128" name="Shape 126"/>
          <p:cNvSpPr/>
          <p:nvPr/>
        </p:nvSpPr>
        <p:spPr>
          <a:xfrm>
            <a:off x="3566160" y="3017520"/>
            <a:ext cx="457200" cy="9144"/>
          </a:xfrm>
          <a:prstGeom prst="rect">
            <a:avLst/>
          </a:prstGeom>
          <a:solidFill>
            <a:srgbClr val="1A3A2A"/>
          </a:solidFill>
          <a:ln w="12700">
            <a:solidFill>
              <a:srgbClr val="1A3A2A"/>
            </a:solidFill>
            <a:prstDash val="solid"/>
          </a:ln>
        </p:spPr>
      </p:sp>
      <p:sp>
        <p:nvSpPr>
          <p:cNvPr id="129" name="Shape 127"/>
          <p:cNvSpPr/>
          <p:nvPr/>
        </p:nvSpPr>
        <p:spPr>
          <a:xfrm>
            <a:off x="4160520" y="3017520"/>
            <a:ext cx="457200" cy="9144"/>
          </a:xfrm>
          <a:prstGeom prst="rect">
            <a:avLst/>
          </a:prstGeom>
          <a:solidFill>
            <a:srgbClr val="1A3A2A"/>
          </a:solidFill>
          <a:ln w="12700">
            <a:solidFill>
              <a:srgbClr val="1A3A2A"/>
            </a:solidFill>
            <a:prstDash val="solid"/>
          </a:ln>
        </p:spPr>
      </p:sp>
      <p:sp>
        <p:nvSpPr>
          <p:cNvPr id="130" name="Shape 128"/>
          <p:cNvSpPr/>
          <p:nvPr/>
        </p:nvSpPr>
        <p:spPr>
          <a:xfrm>
            <a:off x="4754880" y="3017520"/>
            <a:ext cx="457200" cy="9144"/>
          </a:xfrm>
          <a:prstGeom prst="rect">
            <a:avLst/>
          </a:prstGeom>
          <a:solidFill>
            <a:srgbClr val="1A3A2A"/>
          </a:solidFill>
          <a:ln w="12700">
            <a:solidFill>
              <a:srgbClr val="1A3A2A"/>
            </a:solidFill>
            <a:prstDash val="solid"/>
          </a:ln>
        </p:spPr>
      </p:sp>
      <p:sp>
        <p:nvSpPr>
          <p:cNvPr id="131" name="Shape 129"/>
          <p:cNvSpPr/>
          <p:nvPr/>
        </p:nvSpPr>
        <p:spPr>
          <a:xfrm>
            <a:off x="5349240" y="3017520"/>
            <a:ext cx="457200" cy="9144"/>
          </a:xfrm>
          <a:prstGeom prst="rect">
            <a:avLst/>
          </a:prstGeom>
          <a:solidFill>
            <a:srgbClr val="1A3A2A"/>
          </a:solidFill>
          <a:ln w="12700">
            <a:solidFill>
              <a:srgbClr val="1A3A2A"/>
            </a:solidFill>
            <a:prstDash val="solid"/>
          </a:ln>
        </p:spPr>
      </p:sp>
      <p:sp>
        <p:nvSpPr>
          <p:cNvPr id="132" name="Shape 130"/>
          <p:cNvSpPr/>
          <p:nvPr/>
        </p:nvSpPr>
        <p:spPr>
          <a:xfrm>
            <a:off x="5943600" y="3017520"/>
            <a:ext cx="457200" cy="9144"/>
          </a:xfrm>
          <a:prstGeom prst="rect">
            <a:avLst/>
          </a:prstGeom>
          <a:solidFill>
            <a:srgbClr val="1A3A2A"/>
          </a:solidFill>
          <a:ln w="12700">
            <a:solidFill>
              <a:srgbClr val="1A3A2A"/>
            </a:solidFill>
            <a:prstDash val="solid"/>
          </a:ln>
        </p:spPr>
      </p:sp>
      <p:sp>
        <p:nvSpPr>
          <p:cNvPr id="133" name="Shape 131"/>
          <p:cNvSpPr/>
          <p:nvPr/>
        </p:nvSpPr>
        <p:spPr>
          <a:xfrm>
            <a:off x="6537960" y="3017520"/>
            <a:ext cx="457200" cy="9144"/>
          </a:xfrm>
          <a:prstGeom prst="rect">
            <a:avLst/>
          </a:prstGeom>
          <a:solidFill>
            <a:srgbClr val="1A3A2A"/>
          </a:solidFill>
          <a:ln w="12700">
            <a:solidFill>
              <a:srgbClr val="1A3A2A"/>
            </a:solidFill>
            <a:prstDash val="solid"/>
          </a:ln>
        </p:spPr>
      </p:sp>
      <p:sp>
        <p:nvSpPr>
          <p:cNvPr id="134" name="Shape 132"/>
          <p:cNvSpPr/>
          <p:nvPr/>
        </p:nvSpPr>
        <p:spPr>
          <a:xfrm>
            <a:off x="7132320" y="3017520"/>
            <a:ext cx="457200" cy="9144"/>
          </a:xfrm>
          <a:prstGeom prst="rect">
            <a:avLst/>
          </a:prstGeom>
          <a:solidFill>
            <a:srgbClr val="1A3A2A"/>
          </a:solidFill>
          <a:ln w="12700">
            <a:solidFill>
              <a:srgbClr val="1A3A2A"/>
            </a:solidFill>
            <a:prstDash val="solid"/>
          </a:ln>
        </p:spPr>
      </p:sp>
      <p:sp>
        <p:nvSpPr>
          <p:cNvPr id="135" name="Shape 133"/>
          <p:cNvSpPr/>
          <p:nvPr/>
        </p:nvSpPr>
        <p:spPr>
          <a:xfrm>
            <a:off x="7726680" y="3017520"/>
            <a:ext cx="457200" cy="9144"/>
          </a:xfrm>
          <a:prstGeom prst="rect">
            <a:avLst/>
          </a:prstGeom>
          <a:solidFill>
            <a:srgbClr val="1A3A2A"/>
          </a:solidFill>
          <a:ln w="12700">
            <a:solidFill>
              <a:srgbClr val="1A3A2A"/>
            </a:solidFill>
            <a:prstDash val="solid"/>
          </a:ln>
        </p:spPr>
      </p:sp>
      <p:sp>
        <p:nvSpPr>
          <p:cNvPr id="136" name="Shape 134"/>
          <p:cNvSpPr/>
          <p:nvPr/>
        </p:nvSpPr>
        <p:spPr>
          <a:xfrm>
            <a:off x="8321040" y="3017520"/>
            <a:ext cx="457200" cy="9144"/>
          </a:xfrm>
          <a:prstGeom prst="rect">
            <a:avLst/>
          </a:prstGeom>
          <a:solidFill>
            <a:srgbClr val="1A3A2A"/>
          </a:solidFill>
          <a:ln w="12700">
            <a:solidFill>
              <a:srgbClr val="1A3A2A"/>
            </a:solidFill>
            <a:prstDash val="solid"/>
          </a:ln>
        </p:spPr>
      </p:sp>
      <p:sp>
        <p:nvSpPr>
          <p:cNvPr id="137" name="Shape 135"/>
          <p:cNvSpPr/>
          <p:nvPr/>
        </p:nvSpPr>
        <p:spPr>
          <a:xfrm>
            <a:off x="8915400" y="3017520"/>
            <a:ext cx="457200" cy="9144"/>
          </a:xfrm>
          <a:prstGeom prst="rect">
            <a:avLst/>
          </a:prstGeom>
          <a:solidFill>
            <a:srgbClr val="1A3A2A"/>
          </a:solidFill>
          <a:ln w="12700">
            <a:solidFill>
              <a:srgbClr val="1A3A2A"/>
            </a:solidFill>
            <a:prstDash val="solid"/>
          </a:ln>
        </p:spPr>
      </p:sp>
      <p:sp>
        <p:nvSpPr>
          <p:cNvPr id="138" name="Shape 136"/>
          <p:cNvSpPr/>
          <p:nvPr/>
        </p:nvSpPr>
        <p:spPr>
          <a:xfrm>
            <a:off x="9509760" y="3017520"/>
            <a:ext cx="457200" cy="9144"/>
          </a:xfrm>
          <a:prstGeom prst="rect">
            <a:avLst/>
          </a:prstGeom>
          <a:solidFill>
            <a:srgbClr val="1A3A2A"/>
          </a:solidFill>
          <a:ln w="12700">
            <a:solidFill>
              <a:srgbClr val="1A3A2A"/>
            </a:solidFill>
            <a:prstDash val="solid"/>
          </a:ln>
        </p:spPr>
      </p:sp>
      <p:sp>
        <p:nvSpPr>
          <p:cNvPr id="139" name="Shape 137"/>
          <p:cNvSpPr/>
          <p:nvPr/>
        </p:nvSpPr>
        <p:spPr>
          <a:xfrm>
            <a:off x="10104120" y="3017520"/>
            <a:ext cx="457200" cy="9144"/>
          </a:xfrm>
          <a:prstGeom prst="rect">
            <a:avLst/>
          </a:prstGeom>
          <a:solidFill>
            <a:srgbClr val="1A3A2A"/>
          </a:solidFill>
          <a:ln w="12700">
            <a:solidFill>
              <a:srgbClr val="1A3A2A"/>
            </a:solidFill>
            <a:prstDash val="solid"/>
          </a:ln>
        </p:spPr>
      </p:sp>
      <p:sp>
        <p:nvSpPr>
          <p:cNvPr id="140" name="Shape 138"/>
          <p:cNvSpPr/>
          <p:nvPr/>
        </p:nvSpPr>
        <p:spPr>
          <a:xfrm>
            <a:off x="10698480" y="3017520"/>
            <a:ext cx="457200" cy="9144"/>
          </a:xfrm>
          <a:prstGeom prst="rect">
            <a:avLst/>
          </a:prstGeom>
          <a:solidFill>
            <a:srgbClr val="1A3A2A"/>
          </a:solidFill>
          <a:ln w="12700">
            <a:solidFill>
              <a:srgbClr val="1A3A2A"/>
            </a:solidFill>
            <a:prstDash val="solid"/>
          </a:ln>
        </p:spPr>
      </p:sp>
      <p:sp>
        <p:nvSpPr>
          <p:cNvPr id="141" name="Shape 139"/>
          <p:cNvSpPr/>
          <p:nvPr/>
        </p:nvSpPr>
        <p:spPr>
          <a:xfrm>
            <a:off x="11292840" y="3017520"/>
            <a:ext cx="457200" cy="9144"/>
          </a:xfrm>
          <a:prstGeom prst="rect">
            <a:avLst/>
          </a:prstGeom>
          <a:solidFill>
            <a:srgbClr val="1A3A2A"/>
          </a:solidFill>
          <a:ln w="12700">
            <a:solidFill>
              <a:srgbClr val="1A3A2A"/>
            </a:solidFill>
            <a:prstDash val="solid"/>
          </a:ln>
        </p:spPr>
      </p:sp>
      <p:sp>
        <p:nvSpPr>
          <p:cNvPr id="142" name="Shape 140"/>
          <p:cNvSpPr/>
          <p:nvPr/>
        </p:nvSpPr>
        <p:spPr>
          <a:xfrm>
            <a:off x="292608" y="3520440"/>
            <a:ext cx="457200" cy="9144"/>
          </a:xfrm>
          <a:prstGeom prst="rect">
            <a:avLst/>
          </a:prstGeom>
          <a:solidFill>
            <a:srgbClr val="1A3A2A"/>
          </a:solidFill>
          <a:ln w="12700">
            <a:solidFill>
              <a:srgbClr val="1A3A2A"/>
            </a:solidFill>
            <a:prstDash val="solid"/>
          </a:ln>
        </p:spPr>
      </p:sp>
      <p:sp>
        <p:nvSpPr>
          <p:cNvPr id="143" name="Shape 141"/>
          <p:cNvSpPr/>
          <p:nvPr/>
        </p:nvSpPr>
        <p:spPr>
          <a:xfrm>
            <a:off x="886968" y="3520440"/>
            <a:ext cx="457200" cy="9144"/>
          </a:xfrm>
          <a:prstGeom prst="rect">
            <a:avLst/>
          </a:prstGeom>
          <a:solidFill>
            <a:srgbClr val="1A3A2A"/>
          </a:solidFill>
          <a:ln w="12700">
            <a:solidFill>
              <a:srgbClr val="1A3A2A"/>
            </a:solidFill>
            <a:prstDash val="solid"/>
          </a:ln>
        </p:spPr>
      </p:sp>
      <p:sp>
        <p:nvSpPr>
          <p:cNvPr id="144" name="Shape 142"/>
          <p:cNvSpPr/>
          <p:nvPr/>
        </p:nvSpPr>
        <p:spPr>
          <a:xfrm>
            <a:off x="1481328" y="3520440"/>
            <a:ext cx="457200" cy="9144"/>
          </a:xfrm>
          <a:prstGeom prst="rect">
            <a:avLst/>
          </a:prstGeom>
          <a:solidFill>
            <a:srgbClr val="1A3A2A"/>
          </a:solidFill>
          <a:ln w="12700">
            <a:solidFill>
              <a:srgbClr val="1A3A2A"/>
            </a:solidFill>
            <a:prstDash val="solid"/>
          </a:ln>
        </p:spPr>
      </p:sp>
      <p:sp>
        <p:nvSpPr>
          <p:cNvPr id="145" name="Shape 143"/>
          <p:cNvSpPr/>
          <p:nvPr/>
        </p:nvSpPr>
        <p:spPr>
          <a:xfrm>
            <a:off x="2075688" y="3520440"/>
            <a:ext cx="457200" cy="9144"/>
          </a:xfrm>
          <a:prstGeom prst="rect">
            <a:avLst/>
          </a:prstGeom>
          <a:solidFill>
            <a:srgbClr val="1A3A2A"/>
          </a:solidFill>
          <a:ln w="12700">
            <a:solidFill>
              <a:srgbClr val="1A3A2A"/>
            </a:solidFill>
            <a:prstDash val="solid"/>
          </a:ln>
        </p:spPr>
      </p:sp>
      <p:sp>
        <p:nvSpPr>
          <p:cNvPr id="146" name="Shape 144"/>
          <p:cNvSpPr/>
          <p:nvPr/>
        </p:nvSpPr>
        <p:spPr>
          <a:xfrm>
            <a:off x="2670048" y="3520440"/>
            <a:ext cx="457200" cy="9144"/>
          </a:xfrm>
          <a:prstGeom prst="rect">
            <a:avLst/>
          </a:prstGeom>
          <a:solidFill>
            <a:srgbClr val="1A3A2A"/>
          </a:solidFill>
          <a:ln w="12700">
            <a:solidFill>
              <a:srgbClr val="1A3A2A"/>
            </a:solidFill>
            <a:prstDash val="solid"/>
          </a:ln>
        </p:spPr>
      </p:sp>
      <p:sp>
        <p:nvSpPr>
          <p:cNvPr id="147" name="Shape 145"/>
          <p:cNvSpPr/>
          <p:nvPr/>
        </p:nvSpPr>
        <p:spPr>
          <a:xfrm>
            <a:off x="3264408" y="3520440"/>
            <a:ext cx="457200" cy="9144"/>
          </a:xfrm>
          <a:prstGeom prst="rect">
            <a:avLst/>
          </a:prstGeom>
          <a:solidFill>
            <a:srgbClr val="1A3A2A"/>
          </a:solidFill>
          <a:ln w="12700">
            <a:solidFill>
              <a:srgbClr val="1A3A2A"/>
            </a:solidFill>
            <a:prstDash val="solid"/>
          </a:ln>
        </p:spPr>
      </p:sp>
      <p:sp>
        <p:nvSpPr>
          <p:cNvPr id="148" name="Shape 146"/>
          <p:cNvSpPr/>
          <p:nvPr/>
        </p:nvSpPr>
        <p:spPr>
          <a:xfrm>
            <a:off x="3858768" y="3520440"/>
            <a:ext cx="457200" cy="9144"/>
          </a:xfrm>
          <a:prstGeom prst="rect">
            <a:avLst/>
          </a:prstGeom>
          <a:solidFill>
            <a:srgbClr val="1A3A2A"/>
          </a:solidFill>
          <a:ln w="12700">
            <a:solidFill>
              <a:srgbClr val="1A3A2A"/>
            </a:solidFill>
            <a:prstDash val="solid"/>
          </a:ln>
        </p:spPr>
      </p:sp>
      <p:sp>
        <p:nvSpPr>
          <p:cNvPr id="149" name="Shape 147"/>
          <p:cNvSpPr/>
          <p:nvPr/>
        </p:nvSpPr>
        <p:spPr>
          <a:xfrm>
            <a:off x="4453128" y="3520440"/>
            <a:ext cx="457200" cy="9144"/>
          </a:xfrm>
          <a:prstGeom prst="rect">
            <a:avLst/>
          </a:prstGeom>
          <a:solidFill>
            <a:srgbClr val="1A3A2A"/>
          </a:solidFill>
          <a:ln w="12700">
            <a:solidFill>
              <a:srgbClr val="1A3A2A"/>
            </a:solidFill>
            <a:prstDash val="solid"/>
          </a:ln>
        </p:spPr>
      </p:sp>
      <p:sp>
        <p:nvSpPr>
          <p:cNvPr id="150" name="Shape 148"/>
          <p:cNvSpPr/>
          <p:nvPr/>
        </p:nvSpPr>
        <p:spPr>
          <a:xfrm>
            <a:off x="5047488" y="3520440"/>
            <a:ext cx="457200" cy="9144"/>
          </a:xfrm>
          <a:prstGeom prst="rect">
            <a:avLst/>
          </a:prstGeom>
          <a:solidFill>
            <a:srgbClr val="1A3A2A"/>
          </a:solidFill>
          <a:ln w="12700">
            <a:solidFill>
              <a:srgbClr val="1A3A2A"/>
            </a:solidFill>
            <a:prstDash val="solid"/>
          </a:ln>
        </p:spPr>
      </p:sp>
      <p:sp>
        <p:nvSpPr>
          <p:cNvPr id="151" name="Shape 149"/>
          <p:cNvSpPr/>
          <p:nvPr/>
        </p:nvSpPr>
        <p:spPr>
          <a:xfrm>
            <a:off x="5641848" y="3520440"/>
            <a:ext cx="457200" cy="9144"/>
          </a:xfrm>
          <a:prstGeom prst="rect">
            <a:avLst/>
          </a:prstGeom>
          <a:solidFill>
            <a:srgbClr val="1A3A2A"/>
          </a:solidFill>
          <a:ln w="12700">
            <a:solidFill>
              <a:srgbClr val="1A3A2A"/>
            </a:solidFill>
            <a:prstDash val="solid"/>
          </a:ln>
        </p:spPr>
      </p:sp>
      <p:sp>
        <p:nvSpPr>
          <p:cNvPr id="152" name="Shape 150"/>
          <p:cNvSpPr/>
          <p:nvPr/>
        </p:nvSpPr>
        <p:spPr>
          <a:xfrm>
            <a:off x="6236208" y="3520440"/>
            <a:ext cx="457200" cy="9144"/>
          </a:xfrm>
          <a:prstGeom prst="rect">
            <a:avLst/>
          </a:prstGeom>
          <a:solidFill>
            <a:srgbClr val="1A3A2A"/>
          </a:solidFill>
          <a:ln w="12700">
            <a:solidFill>
              <a:srgbClr val="1A3A2A"/>
            </a:solidFill>
            <a:prstDash val="solid"/>
          </a:ln>
        </p:spPr>
      </p:sp>
      <p:sp>
        <p:nvSpPr>
          <p:cNvPr id="153" name="Shape 151"/>
          <p:cNvSpPr/>
          <p:nvPr/>
        </p:nvSpPr>
        <p:spPr>
          <a:xfrm>
            <a:off x="6830568" y="3520440"/>
            <a:ext cx="457200" cy="9144"/>
          </a:xfrm>
          <a:prstGeom prst="rect">
            <a:avLst/>
          </a:prstGeom>
          <a:solidFill>
            <a:srgbClr val="1A3A2A"/>
          </a:solidFill>
          <a:ln w="12700">
            <a:solidFill>
              <a:srgbClr val="1A3A2A"/>
            </a:solidFill>
            <a:prstDash val="solid"/>
          </a:ln>
        </p:spPr>
      </p:sp>
      <p:sp>
        <p:nvSpPr>
          <p:cNvPr id="154" name="Shape 152"/>
          <p:cNvSpPr/>
          <p:nvPr/>
        </p:nvSpPr>
        <p:spPr>
          <a:xfrm>
            <a:off x="7424928" y="3520440"/>
            <a:ext cx="457200" cy="9144"/>
          </a:xfrm>
          <a:prstGeom prst="rect">
            <a:avLst/>
          </a:prstGeom>
          <a:solidFill>
            <a:srgbClr val="1A3A2A"/>
          </a:solidFill>
          <a:ln w="12700">
            <a:solidFill>
              <a:srgbClr val="1A3A2A"/>
            </a:solidFill>
            <a:prstDash val="solid"/>
          </a:ln>
        </p:spPr>
      </p:sp>
      <p:sp>
        <p:nvSpPr>
          <p:cNvPr id="155" name="Shape 153"/>
          <p:cNvSpPr/>
          <p:nvPr/>
        </p:nvSpPr>
        <p:spPr>
          <a:xfrm>
            <a:off x="8019288" y="3520440"/>
            <a:ext cx="457200" cy="9144"/>
          </a:xfrm>
          <a:prstGeom prst="rect">
            <a:avLst/>
          </a:prstGeom>
          <a:solidFill>
            <a:srgbClr val="1A3A2A"/>
          </a:solidFill>
          <a:ln w="12700">
            <a:solidFill>
              <a:srgbClr val="1A3A2A"/>
            </a:solidFill>
            <a:prstDash val="solid"/>
          </a:ln>
        </p:spPr>
      </p:sp>
      <p:sp>
        <p:nvSpPr>
          <p:cNvPr id="156" name="Shape 154"/>
          <p:cNvSpPr/>
          <p:nvPr/>
        </p:nvSpPr>
        <p:spPr>
          <a:xfrm>
            <a:off x="8613648" y="3520440"/>
            <a:ext cx="457200" cy="9144"/>
          </a:xfrm>
          <a:prstGeom prst="rect">
            <a:avLst/>
          </a:prstGeom>
          <a:solidFill>
            <a:srgbClr val="1A3A2A"/>
          </a:solidFill>
          <a:ln w="12700">
            <a:solidFill>
              <a:srgbClr val="1A3A2A"/>
            </a:solidFill>
            <a:prstDash val="solid"/>
          </a:ln>
        </p:spPr>
      </p:sp>
      <p:sp>
        <p:nvSpPr>
          <p:cNvPr id="157" name="Shape 155"/>
          <p:cNvSpPr/>
          <p:nvPr/>
        </p:nvSpPr>
        <p:spPr>
          <a:xfrm>
            <a:off x="9208008" y="3520440"/>
            <a:ext cx="457200" cy="9144"/>
          </a:xfrm>
          <a:prstGeom prst="rect">
            <a:avLst/>
          </a:prstGeom>
          <a:solidFill>
            <a:srgbClr val="1A3A2A"/>
          </a:solidFill>
          <a:ln w="12700">
            <a:solidFill>
              <a:srgbClr val="1A3A2A"/>
            </a:solidFill>
            <a:prstDash val="solid"/>
          </a:ln>
        </p:spPr>
      </p:sp>
      <p:sp>
        <p:nvSpPr>
          <p:cNvPr id="158" name="Shape 156"/>
          <p:cNvSpPr/>
          <p:nvPr/>
        </p:nvSpPr>
        <p:spPr>
          <a:xfrm>
            <a:off x="9802368" y="3520440"/>
            <a:ext cx="457200" cy="9144"/>
          </a:xfrm>
          <a:prstGeom prst="rect">
            <a:avLst/>
          </a:prstGeom>
          <a:solidFill>
            <a:srgbClr val="1A3A2A"/>
          </a:solidFill>
          <a:ln w="12700">
            <a:solidFill>
              <a:srgbClr val="1A3A2A"/>
            </a:solidFill>
            <a:prstDash val="solid"/>
          </a:ln>
        </p:spPr>
      </p:sp>
      <p:sp>
        <p:nvSpPr>
          <p:cNvPr id="159" name="Shape 157"/>
          <p:cNvSpPr/>
          <p:nvPr/>
        </p:nvSpPr>
        <p:spPr>
          <a:xfrm>
            <a:off x="10396728" y="3520440"/>
            <a:ext cx="457200" cy="9144"/>
          </a:xfrm>
          <a:prstGeom prst="rect">
            <a:avLst/>
          </a:prstGeom>
          <a:solidFill>
            <a:srgbClr val="1A3A2A"/>
          </a:solidFill>
          <a:ln w="12700">
            <a:solidFill>
              <a:srgbClr val="1A3A2A"/>
            </a:solidFill>
            <a:prstDash val="solid"/>
          </a:ln>
        </p:spPr>
      </p:sp>
      <p:sp>
        <p:nvSpPr>
          <p:cNvPr id="160" name="Shape 158"/>
          <p:cNvSpPr/>
          <p:nvPr/>
        </p:nvSpPr>
        <p:spPr>
          <a:xfrm>
            <a:off x="10991088" y="3520440"/>
            <a:ext cx="457200" cy="9144"/>
          </a:xfrm>
          <a:prstGeom prst="rect">
            <a:avLst/>
          </a:prstGeom>
          <a:solidFill>
            <a:srgbClr val="1A3A2A"/>
          </a:solidFill>
          <a:ln w="12700">
            <a:solidFill>
              <a:srgbClr val="1A3A2A"/>
            </a:solidFill>
            <a:prstDash val="solid"/>
          </a:ln>
        </p:spPr>
      </p:sp>
      <p:sp>
        <p:nvSpPr>
          <p:cNvPr id="161" name="Shape 159"/>
          <p:cNvSpPr/>
          <p:nvPr/>
        </p:nvSpPr>
        <p:spPr>
          <a:xfrm>
            <a:off x="11585448" y="3520440"/>
            <a:ext cx="457200" cy="9144"/>
          </a:xfrm>
          <a:prstGeom prst="rect">
            <a:avLst/>
          </a:prstGeom>
          <a:solidFill>
            <a:srgbClr val="1A3A2A"/>
          </a:solidFill>
          <a:ln w="12700">
            <a:solidFill>
              <a:srgbClr val="1A3A2A"/>
            </a:solidFill>
            <a:prstDash val="solid"/>
          </a:ln>
        </p:spPr>
      </p:sp>
      <p:sp>
        <p:nvSpPr>
          <p:cNvPr id="162" name="Shape 160"/>
          <p:cNvSpPr/>
          <p:nvPr/>
        </p:nvSpPr>
        <p:spPr>
          <a:xfrm>
            <a:off x="0" y="0"/>
            <a:ext cx="12188952" cy="18288"/>
          </a:xfrm>
          <a:prstGeom prst="rect">
            <a:avLst/>
          </a:prstGeom>
          <a:solidFill>
            <a:srgbClr val="FFD700"/>
          </a:solidFill>
          <a:ln/>
        </p:spPr>
      </p:sp>
      <p:sp>
        <p:nvSpPr>
          <p:cNvPr id="163" name="Shape 161"/>
          <p:cNvSpPr/>
          <p:nvPr/>
        </p:nvSpPr>
        <p:spPr>
          <a:xfrm>
            <a:off x="0" y="6839712"/>
            <a:ext cx="12188952" cy="18288"/>
          </a:xfrm>
          <a:prstGeom prst="rect">
            <a:avLst/>
          </a:prstGeom>
          <a:solidFill>
            <a:srgbClr val="FFD700"/>
          </a:solidFill>
          <a:ln/>
        </p:spPr>
      </p:sp>
      <p:sp>
        <p:nvSpPr>
          <p:cNvPr id="164" name="Shape 162"/>
          <p:cNvSpPr/>
          <p:nvPr/>
        </p:nvSpPr>
        <p:spPr>
          <a:xfrm>
            <a:off x="0" y="0"/>
            <a:ext cx="73152" cy="6858000"/>
          </a:xfrm>
          <a:prstGeom prst="rect">
            <a:avLst/>
          </a:prstGeom>
          <a:solidFill>
            <a:srgbClr val="FFD700"/>
          </a:solidFill>
          <a:ln/>
          <a:effectLst>
            <a:outerShdw sx="100000" sy="100000" kx="0" ky="0" algn="bl" rotWithShape="0" blurRad="254000" dist="50800" dir="16200000">
              <a:srgbClr val="FFD700">
                <a:alpha val="50000"/>
              </a:srgbClr>
            </a:outerShdw>
          </a:effectLst>
        </p:spPr>
      </p:sp>
      <p:sp>
        <p:nvSpPr>
          <p:cNvPr id="165" name="Text 163"/>
          <p:cNvSpPr/>
          <p:nvPr/>
        </p:nvSpPr>
        <p:spPr>
          <a:xfrm>
            <a:off x="274320" y="91440"/>
            <a:ext cx="7315200" cy="594360"/>
          </a:xfrm>
          <a:prstGeom prst="rect">
            <a:avLst/>
          </a:prstGeom>
          <a:noFill/>
          <a:ln/>
          <a:effectLst>
            <a:outerShdw sx="100000" sy="100000" kx="0" ky="0" algn="bl" rotWithShape="0" blurRad="254000" dist="50800" dir="16200000">
              <a:srgbClr val="FFD700">
                <a:alpha val="50000"/>
              </a:srgbClr>
            </a:outerShdw>
          </a:effectLst>
        </p:spPr>
        <p:txBody>
          <a:bodyPr wrap="square" rtlCol="0" anchor="ctr"/>
          <a:lstStyle/>
          <a:p>
            <a:pPr indent="0" marL="0">
              <a:buNone/>
            </a:pPr>
            <a:r>
              <a:rPr lang="en-US" sz="3400" b="1" dirty="0">
                <a:solidFill>
                  <a:srgbClr val="FFD700"/>
                </a:solidFill>
                <a:latin typeface="Trebuchet MS" pitchFamily="34" charset="0"/>
                <a:ea typeface="Trebuchet MS" pitchFamily="34" charset="-122"/>
                <a:cs typeface="Trebuchet MS" pitchFamily="34" charset="-120"/>
              </a:rPr>
              <a:t>// REVENUE MODEL</a:t>
            </a:r>
            <a:endParaRPr lang="en-US" sz="3400" dirty="0"/>
          </a:p>
        </p:txBody>
      </p:sp>
      <p:sp>
        <p:nvSpPr>
          <p:cNvPr id="166" name="Text 164"/>
          <p:cNvSpPr/>
          <p:nvPr/>
        </p:nvSpPr>
        <p:spPr>
          <a:xfrm>
            <a:off x="274320" y="713232"/>
            <a:ext cx="9144000" cy="292608"/>
          </a:xfrm>
          <a:prstGeom prst="rect">
            <a:avLst/>
          </a:prstGeom>
          <a:noFill/>
          <a:ln/>
        </p:spPr>
        <p:txBody>
          <a:bodyPr wrap="square" rtlCol="0" anchor="ctr"/>
          <a:lstStyle/>
          <a:p>
            <a:pPr indent="0" marL="0">
              <a:buNone/>
            </a:pPr>
            <a:r>
              <a:rPr lang="en-US" sz="1200" i="1" dirty="0">
                <a:solidFill>
                  <a:srgbClr val="4A8A6A"/>
                </a:solidFill>
                <a:latin typeface="Calibri" pitchFamily="34" charset="0"/>
                <a:ea typeface="Calibri" pitchFamily="34" charset="-122"/>
                <a:cs typeface="Calibri" pitchFamily="34" charset="-120"/>
              </a:rPr>
              <a:t>SaaS + Data-as-a-Service + B2G — Triple Revenue Engine</a:t>
            </a:r>
            <a:endParaRPr lang="en-US" sz="1200" dirty="0"/>
          </a:p>
        </p:txBody>
      </p:sp>
      <p:sp>
        <p:nvSpPr>
          <p:cNvPr id="167" name="Shape 165"/>
          <p:cNvSpPr/>
          <p:nvPr/>
        </p:nvSpPr>
        <p:spPr>
          <a:xfrm>
            <a:off x="274320" y="1051560"/>
            <a:ext cx="11430000" cy="27432"/>
          </a:xfrm>
          <a:prstGeom prst="rect">
            <a:avLst/>
          </a:prstGeom>
          <a:solidFill>
            <a:srgbClr val="FFD700"/>
          </a:solidFill>
          <a:ln/>
          <a:effectLst>
            <a:outerShdw sx="100000" sy="100000" kx="0" ky="0" algn="bl" rotWithShape="0" blurRad="254000" dist="50800" dir="16200000">
              <a:srgbClr val="FFD700">
                <a:alpha val="50000"/>
              </a:srgbClr>
            </a:outerShdw>
          </a:effectLst>
        </p:spPr>
      </p:sp>
      <p:sp>
        <p:nvSpPr>
          <p:cNvPr id="168" name="Shape 166"/>
          <p:cNvSpPr/>
          <p:nvPr/>
        </p:nvSpPr>
        <p:spPr>
          <a:xfrm>
            <a:off x="274320" y="1188720"/>
            <a:ext cx="3749040" cy="4572000"/>
          </a:xfrm>
          <a:prstGeom prst="rect">
            <a:avLst/>
          </a:prstGeom>
          <a:solidFill>
            <a:srgbClr val="081A0F"/>
          </a:solidFill>
          <a:ln w="25400">
            <a:solidFill>
              <a:srgbClr val="00FF88"/>
            </a:solidFill>
            <a:prstDash val="solid"/>
          </a:ln>
          <a:effectLst>
            <a:outerShdw sx="100000" sy="100000" kx="0" ky="0" algn="bl" rotWithShape="0" blurRad="254000" dist="50800" dir="16200000">
              <a:srgbClr val="00FF88">
                <a:alpha val="50000"/>
              </a:srgbClr>
            </a:outerShdw>
          </a:effectLst>
        </p:spPr>
      </p:sp>
      <p:sp>
        <p:nvSpPr>
          <p:cNvPr id="169" name="Shape 167"/>
          <p:cNvSpPr/>
          <p:nvPr/>
        </p:nvSpPr>
        <p:spPr>
          <a:xfrm>
            <a:off x="274320" y="1188720"/>
            <a:ext cx="3749040" cy="777240"/>
          </a:xfrm>
          <a:prstGeom prst="rect">
            <a:avLst/>
          </a:prstGeom>
          <a:solidFill>
            <a:srgbClr val="00FF88"/>
          </a:solidFill>
          <a:ln/>
        </p:spPr>
      </p:sp>
      <p:sp>
        <p:nvSpPr>
          <p:cNvPr id="170" name="Text 168"/>
          <p:cNvSpPr/>
          <p:nvPr/>
        </p:nvSpPr>
        <p:spPr>
          <a:xfrm>
            <a:off x="274320" y="1188720"/>
            <a:ext cx="3749040" cy="777240"/>
          </a:xfrm>
          <a:prstGeom prst="rect">
            <a:avLst/>
          </a:prstGeom>
          <a:noFill/>
          <a:ln/>
        </p:spPr>
        <p:txBody>
          <a:bodyPr wrap="square" rtlCol="0" anchor="ctr"/>
          <a:lstStyle/>
          <a:p>
            <a:pPr algn="ctr" indent="0" marL="0">
              <a:buNone/>
            </a:pPr>
            <a:r>
              <a:rPr lang="en-US" sz="1200" b="1" dirty="0">
                <a:solidFill>
                  <a:srgbClr val="020806"/>
                </a:solidFill>
                <a:latin typeface="Trebuchet MS" pitchFamily="34" charset="0"/>
                <a:ea typeface="Trebuchet MS" pitchFamily="34" charset="-122"/>
                <a:cs typeface="Trebuchet MS" pitchFamily="34" charset="-120"/>
              </a:rPr>
              <a:t>🌱 SUBSCRIPTION</a:t>
            </a:r>
            <a:endParaRPr lang="en-US" sz="1200" dirty="0"/>
          </a:p>
          <a:p>
            <a:pPr algn="ctr" indent="0" marL="0">
              <a:buNone/>
            </a:pPr>
            <a:r>
              <a:rPr lang="en-US" sz="1200" b="1" dirty="0">
                <a:solidFill>
                  <a:srgbClr val="020806"/>
                </a:solidFill>
                <a:latin typeface="Trebuchet MS" pitchFamily="34" charset="0"/>
                <a:ea typeface="Trebuchet MS" pitchFamily="34" charset="-122"/>
                <a:cs typeface="Trebuchet MS" pitchFamily="34" charset="-120"/>
              </a:rPr>
              <a:t>Farmer SaaS</a:t>
            </a:r>
            <a:endParaRPr lang="en-US" sz="1200" dirty="0"/>
          </a:p>
        </p:txBody>
      </p:sp>
      <p:sp>
        <p:nvSpPr>
          <p:cNvPr id="171" name="Shape 169"/>
          <p:cNvSpPr/>
          <p:nvPr/>
        </p:nvSpPr>
        <p:spPr>
          <a:xfrm>
            <a:off x="1005840" y="2103120"/>
            <a:ext cx="2286000" cy="548640"/>
          </a:xfrm>
          <a:prstGeom prst="rect">
            <a:avLst/>
          </a:prstGeom>
          <a:solidFill>
            <a:srgbClr val="020806"/>
          </a:solidFill>
          <a:ln w="12700">
            <a:solidFill>
              <a:srgbClr val="00FF88"/>
            </a:solidFill>
            <a:prstDash val="solid"/>
          </a:ln>
        </p:spPr>
      </p:sp>
      <p:sp>
        <p:nvSpPr>
          <p:cNvPr id="172" name="Text 170"/>
          <p:cNvSpPr/>
          <p:nvPr/>
        </p:nvSpPr>
        <p:spPr>
          <a:xfrm>
            <a:off x="1005840" y="2103120"/>
            <a:ext cx="2286000" cy="548640"/>
          </a:xfrm>
          <a:prstGeom prst="rect">
            <a:avLst/>
          </a:prstGeom>
          <a:noFill/>
          <a:ln/>
          <a:effectLst>
            <a:outerShdw sx="100000" sy="100000" kx="0" ky="0" algn="bl" rotWithShape="0" blurRad="254000" dist="50800" dir="16200000">
              <a:srgbClr val="00FF88">
                <a:alpha val="50000"/>
              </a:srgbClr>
            </a:outerShdw>
          </a:effectLst>
        </p:spPr>
        <p:txBody>
          <a:bodyPr wrap="square" rtlCol="0" anchor="ctr"/>
          <a:lstStyle/>
          <a:p>
            <a:pPr algn="ctr" indent="0" marL="0">
              <a:buNone/>
            </a:pPr>
            <a:r>
              <a:rPr lang="en-US" sz="1200" b="1" dirty="0">
                <a:solidFill>
                  <a:srgbClr val="00FF88"/>
                </a:solidFill>
                <a:latin typeface="Trebuchet MS" pitchFamily="34" charset="0"/>
                <a:ea typeface="Trebuchet MS" pitchFamily="34" charset="-122"/>
                <a:cs typeface="Trebuchet MS" pitchFamily="34" charset="-120"/>
              </a:rPr>
              <a:t>₹0 / ₹199 / mo</a:t>
            </a:r>
            <a:endParaRPr lang="en-US" sz="1200" dirty="0"/>
          </a:p>
        </p:txBody>
      </p:sp>
      <p:sp>
        <p:nvSpPr>
          <p:cNvPr id="173" name="Shape 171"/>
          <p:cNvSpPr/>
          <p:nvPr/>
        </p:nvSpPr>
        <p:spPr>
          <a:xfrm>
            <a:off x="365760" y="2788920"/>
            <a:ext cx="3566160" cy="384048"/>
          </a:xfrm>
          <a:prstGeom prst="rect">
            <a:avLst/>
          </a:prstGeom>
          <a:solidFill>
            <a:srgbClr val="0D2016"/>
          </a:solidFill>
          <a:ln w="6350">
            <a:solidFill>
              <a:srgbClr val="000000"/>
            </a:solidFill>
            <a:prstDash val="solid"/>
          </a:ln>
        </p:spPr>
      </p:sp>
      <p:sp>
        <p:nvSpPr>
          <p:cNvPr id="174" name="Text 172"/>
          <p:cNvSpPr/>
          <p:nvPr/>
        </p:nvSpPr>
        <p:spPr>
          <a:xfrm>
            <a:off x="457200" y="27889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Free tier: Basic dashboard</a:t>
            </a:r>
            <a:endParaRPr lang="en-US" sz="950" dirty="0"/>
          </a:p>
        </p:txBody>
      </p:sp>
      <p:sp>
        <p:nvSpPr>
          <p:cNvPr id="175" name="Shape 173"/>
          <p:cNvSpPr/>
          <p:nvPr/>
        </p:nvSpPr>
        <p:spPr>
          <a:xfrm>
            <a:off x="365760" y="3246120"/>
            <a:ext cx="3566160" cy="384048"/>
          </a:xfrm>
          <a:prstGeom prst="rect">
            <a:avLst/>
          </a:prstGeom>
          <a:solidFill>
            <a:srgbClr val="0D2016"/>
          </a:solidFill>
          <a:ln w="6350">
            <a:solidFill>
              <a:srgbClr val="000000"/>
            </a:solidFill>
            <a:prstDash val="solid"/>
          </a:ln>
        </p:spPr>
      </p:sp>
      <p:sp>
        <p:nvSpPr>
          <p:cNvPr id="176" name="Text 174"/>
          <p:cNvSpPr/>
          <p:nvPr/>
        </p:nvSpPr>
        <p:spPr>
          <a:xfrm>
            <a:off x="457200" y="32461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Pro: AI advisory + reports</a:t>
            </a:r>
            <a:endParaRPr lang="en-US" sz="950" dirty="0"/>
          </a:p>
        </p:txBody>
      </p:sp>
      <p:sp>
        <p:nvSpPr>
          <p:cNvPr id="177" name="Shape 175"/>
          <p:cNvSpPr/>
          <p:nvPr/>
        </p:nvSpPr>
        <p:spPr>
          <a:xfrm>
            <a:off x="365760" y="3703320"/>
            <a:ext cx="3566160" cy="384048"/>
          </a:xfrm>
          <a:prstGeom prst="rect">
            <a:avLst/>
          </a:prstGeom>
          <a:solidFill>
            <a:srgbClr val="0D2016"/>
          </a:solidFill>
          <a:ln w="6350">
            <a:solidFill>
              <a:srgbClr val="000000"/>
            </a:solidFill>
            <a:prstDash val="solid"/>
          </a:ln>
        </p:spPr>
      </p:sp>
      <p:sp>
        <p:nvSpPr>
          <p:cNvPr id="178" name="Text 176"/>
          <p:cNvSpPr/>
          <p:nvPr/>
        </p:nvSpPr>
        <p:spPr>
          <a:xfrm>
            <a:off x="457200" y="37033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FPO Plan: ₹2,999/mo</a:t>
            </a:r>
            <a:endParaRPr lang="en-US" sz="950" dirty="0"/>
          </a:p>
        </p:txBody>
      </p:sp>
      <p:sp>
        <p:nvSpPr>
          <p:cNvPr id="179" name="Shape 177"/>
          <p:cNvSpPr/>
          <p:nvPr/>
        </p:nvSpPr>
        <p:spPr>
          <a:xfrm>
            <a:off x="365760" y="4160520"/>
            <a:ext cx="3566160" cy="384048"/>
          </a:xfrm>
          <a:prstGeom prst="rect">
            <a:avLst/>
          </a:prstGeom>
          <a:solidFill>
            <a:srgbClr val="0D2016"/>
          </a:solidFill>
          <a:ln w="6350">
            <a:solidFill>
              <a:srgbClr val="000000"/>
            </a:solidFill>
            <a:prstDash val="solid"/>
          </a:ln>
        </p:spPr>
      </p:sp>
      <p:sp>
        <p:nvSpPr>
          <p:cNvPr id="180" name="Text 178"/>
          <p:cNvSpPr/>
          <p:nvPr/>
        </p:nvSpPr>
        <p:spPr>
          <a:xfrm>
            <a:off x="457200" y="41605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10,000 farmer target Y1</a:t>
            </a:r>
            <a:endParaRPr lang="en-US" sz="950" dirty="0"/>
          </a:p>
        </p:txBody>
      </p:sp>
      <p:sp>
        <p:nvSpPr>
          <p:cNvPr id="181" name="Shape 179"/>
          <p:cNvSpPr/>
          <p:nvPr/>
        </p:nvSpPr>
        <p:spPr>
          <a:xfrm>
            <a:off x="365760" y="4617720"/>
            <a:ext cx="3566160" cy="384048"/>
          </a:xfrm>
          <a:prstGeom prst="rect">
            <a:avLst/>
          </a:prstGeom>
          <a:solidFill>
            <a:srgbClr val="0D2016"/>
          </a:solidFill>
          <a:ln w="6350">
            <a:solidFill>
              <a:srgbClr val="000000"/>
            </a:solidFill>
            <a:prstDash val="solid"/>
          </a:ln>
        </p:spPr>
      </p:sp>
      <p:sp>
        <p:nvSpPr>
          <p:cNvPr id="182" name="Text 180"/>
          <p:cNvSpPr/>
          <p:nvPr/>
        </p:nvSpPr>
        <p:spPr>
          <a:xfrm>
            <a:off x="457200" y="46177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WhatsApp bot integration</a:t>
            </a:r>
            <a:endParaRPr lang="en-US" sz="950" dirty="0"/>
          </a:p>
        </p:txBody>
      </p:sp>
      <p:sp>
        <p:nvSpPr>
          <p:cNvPr id="183" name="Shape 181"/>
          <p:cNvSpPr/>
          <p:nvPr/>
        </p:nvSpPr>
        <p:spPr>
          <a:xfrm>
            <a:off x="365760" y="5074920"/>
            <a:ext cx="3566160" cy="384048"/>
          </a:xfrm>
          <a:prstGeom prst="rect">
            <a:avLst/>
          </a:prstGeom>
          <a:solidFill>
            <a:srgbClr val="0D2016"/>
          </a:solidFill>
          <a:ln w="6350">
            <a:solidFill>
              <a:srgbClr val="000000"/>
            </a:solidFill>
            <a:prstDash val="solid"/>
          </a:ln>
        </p:spPr>
      </p:sp>
      <p:sp>
        <p:nvSpPr>
          <p:cNvPr id="184" name="Text 182"/>
          <p:cNvSpPr/>
          <p:nvPr/>
        </p:nvSpPr>
        <p:spPr>
          <a:xfrm>
            <a:off x="457200" y="50749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Offline PWA sync</a:t>
            </a:r>
            <a:endParaRPr lang="en-US" sz="950" dirty="0"/>
          </a:p>
        </p:txBody>
      </p:sp>
      <p:sp>
        <p:nvSpPr>
          <p:cNvPr id="185" name="Shape 183"/>
          <p:cNvSpPr/>
          <p:nvPr/>
        </p:nvSpPr>
        <p:spPr>
          <a:xfrm>
            <a:off x="4251960" y="1188720"/>
            <a:ext cx="3749040" cy="4572000"/>
          </a:xfrm>
          <a:prstGeom prst="rect">
            <a:avLst/>
          </a:prstGeom>
          <a:solidFill>
            <a:srgbClr val="080F1A"/>
          </a:solidFill>
          <a:ln w="25400">
            <a:solidFill>
              <a:srgbClr val="00D4FF"/>
            </a:solidFill>
            <a:prstDash val="solid"/>
          </a:ln>
          <a:effectLst>
            <a:outerShdw sx="100000" sy="100000" kx="0" ky="0" algn="bl" rotWithShape="0" blurRad="254000" dist="50800" dir="16200000">
              <a:srgbClr val="00D4FF">
                <a:alpha val="50000"/>
              </a:srgbClr>
            </a:outerShdw>
          </a:effectLst>
        </p:spPr>
      </p:sp>
      <p:sp>
        <p:nvSpPr>
          <p:cNvPr id="186" name="Shape 184"/>
          <p:cNvSpPr/>
          <p:nvPr/>
        </p:nvSpPr>
        <p:spPr>
          <a:xfrm>
            <a:off x="4251960" y="1188720"/>
            <a:ext cx="3749040" cy="777240"/>
          </a:xfrm>
          <a:prstGeom prst="rect">
            <a:avLst/>
          </a:prstGeom>
          <a:solidFill>
            <a:srgbClr val="00D4FF"/>
          </a:solidFill>
          <a:ln/>
        </p:spPr>
      </p:sp>
      <p:sp>
        <p:nvSpPr>
          <p:cNvPr id="187" name="Text 185"/>
          <p:cNvSpPr/>
          <p:nvPr/>
        </p:nvSpPr>
        <p:spPr>
          <a:xfrm>
            <a:off x="4251960" y="1188720"/>
            <a:ext cx="3749040" cy="777240"/>
          </a:xfrm>
          <a:prstGeom prst="rect">
            <a:avLst/>
          </a:prstGeom>
          <a:noFill/>
          <a:ln/>
        </p:spPr>
        <p:txBody>
          <a:bodyPr wrap="square" rtlCol="0" anchor="ctr"/>
          <a:lstStyle/>
          <a:p>
            <a:pPr algn="ctr" indent="0" marL="0">
              <a:buNone/>
            </a:pPr>
            <a:r>
              <a:rPr lang="en-US" sz="1200" b="1" dirty="0">
                <a:solidFill>
                  <a:srgbClr val="020806"/>
                </a:solidFill>
                <a:latin typeface="Trebuchet MS" pitchFamily="34" charset="0"/>
                <a:ea typeface="Trebuchet MS" pitchFamily="34" charset="-122"/>
                <a:cs typeface="Trebuchet MS" pitchFamily="34" charset="-120"/>
              </a:rPr>
              <a:t>📊 DATA-as-a-SERVICE</a:t>
            </a:r>
            <a:endParaRPr lang="en-US" sz="1200" dirty="0"/>
          </a:p>
          <a:p>
            <a:pPr algn="ctr" indent="0" marL="0">
              <a:buNone/>
            </a:pPr>
            <a:r>
              <a:rPr lang="en-US" sz="1200" b="1" dirty="0">
                <a:solidFill>
                  <a:srgbClr val="020806"/>
                </a:solidFill>
                <a:latin typeface="Trebuchet MS" pitchFamily="34" charset="0"/>
                <a:ea typeface="Trebuchet MS" pitchFamily="34" charset="-122"/>
                <a:cs typeface="Trebuchet MS" pitchFamily="34" charset="-120"/>
              </a:rPr>
              <a:t>DaaS B2B</a:t>
            </a:r>
            <a:endParaRPr lang="en-US" sz="1200" dirty="0"/>
          </a:p>
        </p:txBody>
      </p:sp>
      <p:sp>
        <p:nvSpPr>
          <p:cNvPr id="188" name="Shape 186"/>
          <p:cNvSpPr/>
          <p:nvPr/>
        </p:nvSpPr>
        <p:spPr>
          <a:xfrm>
            <a:off x="4983480" y="2103120"/>
            <a:ext cx="2286000" cy="548640"/>
          </a:xfrm>
          <a:prstGeom prst="rect">
            <a:avLst/>
          </a:prstGeom>
          <a:solidFill>
            <a:srgbClr val="020806"/>
          </a:solidFill>
          <a:ln w="12700">
            <a:solidFill>
              <a:srgbClr val="00D4FF"/>
            </a:solidFill>
            <a:prstDash val="solid"/>
          </a:ln>
        </p:spPr>
      </p:sp>
      <p:sp>
        <p:nvSpPr>
          <p:cNvPr id="189" name="Text 187"/>
          <p:cNvSpPr/>
          <p:nvPr/>
        </p:nvSpPr>
        <p:spPr>
          <a:xfrm>
            <a:off x="4983480" y="2103120"/>
            <a:ext cx="2286000" cy="548640"/>
          </a:xfrm>
          <a:prstGeom prst="rect">
            <a:avLst/>
          </a:prstGeom>
          <a:noFill/>
          <a:ln/>
          <a:effectLst>
            <a:outerShdw sx="100000" sy="100000" kx="0" ky="0" algn="bl" rotWithShape="0" blurRad="254000" dist="50800" dir="16200000">
              <a:srgbClr val="00D4FF">
                <a:alpha val="50000"/>
              </a:srgbClr>
            </a:outerShdw>
          </a:effectLst>
        </p:spPr>
        <p:txBody>
          <a:bodyPr wrap="square" rtlCol="0" anchor="ctr"/>
          <a:lstStyle/>
          <a:p>
            <a:pPr algn="ctr" indent="0" marL="0">
              <a:buNone/>
            </a:pPr>
            <a:r>
              <a:rPr lang="en-US" sz="1200" b="1" dirty="0">
                <a:solidFill>
                  <a:srgbClr val="00D4FF"/>
                </a:solidFill>
                <a:latin typeface="Trebuchet MS" pitchFamily="34" charset="0"/>
                <a:ea typeface="Trebuchet MS" pitchFamily="34" charset="-122"/>
                <a:cs typeface="Trebuchet MS" pitchFamily="34" charset="-120"/>
              </a:rPr>
              <a:t>₹5–15L / year</a:t>
            </a:r>
            <a:endParaRPr lang="en-US" sz="1200" dirty="0"/>
          </a:p>
        </p:txBody>
      </p:sp>
      <p:sp>
        <p:nvSpPr>
          <p:cNvPr id="190" name="Shape 188"/>
          <p:cNvSpPr/>
          <p:nvPr/>
        </p:nvSpPr>
        <p:spPr>
          <a:xfrm>
            <a:off x="4343400" y="2788920"/>
            <a:ext cx="3566160" cy="384048"/>
          </a:xfrm>
          <a:prstGeom prst="rect">
            <a:avLst/>
          </a:prstGeom>
          <a:solidFill>
            <a:srgbClr val="0D2016"/>
          </a:solidFill>
          <a:ln w="6350">
            <a:solidFill>
              <a:srgbClr val="000000"/>
            </a:solidFill>
            <a:prstDash val="solid"/>
          </a:ln>
        </p:spPr>
      </p:sp>
      <p:sp>
        <p:nvSpPr>
          <p:cNvPr id="191" name="Text 189"/>
          <p:cNvSpPr/>
          <p:nvPr/>
        </p:nvSpPr>
        <p:spPr>
          <a:xfrm>
            <a:off x="4434840" y="27889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Anonymized crop analytics</a:t>
            </a:r>
            <a:endParaRPr lang="en-US" sz="950" dirty="0"/>
          </a:p>
        </p:txBody>
      </p:sp>
      <p:sp>
        <p:nvSpPr>
          <p:cNvPr id="192" name="Shape 190"/>
          <p:cNvSpPr/>
          <p:nvPr/>
        </p:nvSpPr>
        <p:spPr>
          <a:xfrm>
            <a:off x="4343400" y="3246120"/>
            <a:ext cx="3566160" cy="384048"/>
          </a:xfrm>
          <a:prstGeom prst="rect">
            <a:avLst/>
          </a:prstGeom>
          <a:solidFill>
            <a:srgbClr val="0D2016"/>
          </a:solidFill>
          <a:ln w="6350">
            <a:solidFill>
              <a:srgbClr val="000000"/>
            </a:solidFill>
            <a:prstDash val="solid"/>
          </a:ln>
        </p:spPr>
      </p:sp>
      <p:sp>
        <p:nvSpPr>
          <p:cNvPr id="193" name="Text 191"/>
          <p:cNvSpPr/>
          <p:nvPr/>
        </p:nvSpPr>
        <p:spPr>
          <a:xfrm>
            <a:off x="4434840" y="32461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Agri-insurance risk data</a:t>
            </a:r>
            <a:endParaRPr lang="en-US" sz="950" dirty="0"/>
          </a:p>
        </p:txBody>
      </p:sp>
      <p:sp>
        <p:nvSpPr>
          <p:cNvPr id="194" name="Shape 192"/>
          <p:cNvSpPr/>
          <p:nvPr/>
        </p:nvSpPr>
        <p:spPr>
          <a:xfrm>
            <a:off x="4343400" y="3703320"/>
            <a:ext cx="3566160" cy="384048"/>
          </a:xfrm>
          <a:prstGeom prst="rect">
            <a:avLst/>
          </a:prstGeom>
          <a:solidFill>
            <a:srgbClr val="0D2016"/>
          </a:solidFill>
          <a:ln w="6350">
            <a:solidFill>
              <a:srgbClr val="000000"/>
            </a:solidFill>
            <a:prstDash val="solid"/>
          </a:ln>
        </p:spPr>
      </p:sp>
      <p:sp>
        <p:nvSpPr>
          <p:cNvPr id="195" name="Text 193"/>
          <p:cNvSpPr/>
          <p:nvPr/>
        </p:nvSpPr>
        <p:spPr>
          <a:xfrm>
            <a:off x="4434840" y="37033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Input dealer demand signals</a:t>
            </a:r>
            <a:endParaRPr lang="en-US" sz="950" dirty="0"/>
          </a:p>
        </p:txBody>
      </p:sp>
      <p:sp>
        <p:nvSpPr>
          <p:cNvPr id="196" name="Shape 194"/>
          <p:cNvSpPr/>
          <p:nvPr/>
        </p:nvSpPr>
        <p:spPr>
          <a:xfrm>
            <a:off x="4343400" y="4160520"/>
            <a:ext cx="3566160" cy="384048"/>
          </a:xfrm>
          <a:prstGeom prst="rect">
            <a:avLst/>
          </a:prstGeom>
          <a:solidFill>
            <a:srgbClr val="0D2016"/>
          </a:solidFill>
          <a:ln w="6350">
            <a:solidFill>
              <a:srgbClr val="000000"/>
            </a:solidFill>
            <a:prstDash val="solid"/>
          </a:ln>
        </p:spPr>
      </p:sp>
      <p:sp>
        <p:nvSpPr>
          <p:cNvPr id="197" name="Text 195"/>
          <p:cNvSpPr/>
          <p:nvPr/>
        </p:nvSpPr>
        <p:spPr>
          <a:xfrm>
            <a:off x="4434840" y="41605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Fintech crop loan scoring</a:t>
            </a:r>
            <a:endParaRPr lang="en-US" sz="950" dirty="0"/>
          </a:p>
        </p:txBody>
      </p:sp>
      <p:sp>
        <p:nvSpPr>
          <p:cNvPr id="198" name="Shape 196"/>
          <p:cNvSpPr/>
          <p:nvPr/>
        </p:nvSpPr>
        <p:spPr>
          <a:xfrm>
            <a:off x="4343400" y="4617720"/>
            <a:ext cx="3566160" cy="384048"/>
          </a:xfrm>
          <a:prstGeom prst="rect">
            <a:avLst/>
          </a:prstGeom>
          <a:solidFill>
            <a:srgbClr val="0D2016"/>
          </a:solidFill>
          <a:ln w="6350">
            <a:solidFill>
              <a:srgbClr val="000000"/>
            </a:solidFill>
            <a:prstDash val="solid"/>
          </a:ln>
        </p:spPr>
      </p:sp>
      <p:sp>
        <p:nvSpPr>
          <p:cNvPr id="199" name="Text 197"/>
          <p:cNvSpPr/>
          <p:nvPr/>
        </p:nvSpPr>
        <p:spPr>
          <a:xfrm>
            <a:off x="4434840" y="46177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NGO + research access</a:t>
            </a:r>
            <a:endParaRPr lang="en-US" sz="950" dirty="0"/>
          </a:p>
        </p:txBody>
      </p:sp>
      <p:sp>
        <p:nvSpPr>
          <p:cNvPr id="200" name="Shape 198"/>
          <p:cNvSpPr/>
          <p:nvPr/>
        </p:nvSpPr>
        <p:spPr>
          <a:xfrm>
            <a:off x="4343400" y="5074920"/>
            <a:ext cx="3566160" cy="384048"/>
          </a:xfrm>
          <a:prstGeom prst="rect">
            <a:avLst/>
          </a:prstGeom>
          <a:solidFill>
            <a:srgbClr val="0D2016"/>
          </a:solidFill>
          <a:ln w="6350">
            <a:solidFill>
              <a:srgbClr val="000000"/>
            </a:solidFill>
            <a:prstDash val="solid"/>
          </a:ln>
        </p:spPr>
      </p:sp>
      <p:sp>
        <p:nvSpPr>
          <p:cNvPr id="201" name="Text 199"/>
          <p:cNvSpPr/>
          <p:nvPr/>
        </p:nvSpPr>
        <p:spPr>
          <a:xfrm>
            <a:off x="4434840" y="50749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API data subscription</a:t>
            </a:r>
            <a:endParaRPr lang="en-US" sz="950" dirty="0"/>
          </a:p>
        </p:txBody>
      </p:sp>
      <p:sp>
        <p:nvSpPr>
          <p:cNvPr id="202" name="Shape 200"/>
          <p:cNvSpPr/>
          <p:nvPr/>
        </p:nvSpPr>
        <p:spPr>
          <a:xfrm>
            <a:off x="8229600" y="1188720"/>
            <a:ext cx="3749040" cy="4572000"/>
          </a:xfrm>
          <a:prstGeom prst="rect">
            <a:avLst/>
          </a:prstGeom>
          <a:solidFill>
            <a:srgbClr val="100018"/>
          </a:solidFill>
          <a:ln w="25400">
            <a:solidFill>
              <a:srgbClr val="B44FFF"/>
            </a:solidFill>
            <a:prstDash val="solid"/>
          </a:ln>
          <a:effectLst>
            <a:outerShdw sx="100000" sy="100000" kx="0" ky="0" algn="bl" rotWithShape="0" blurRad="254000" dist="50800" dir="16200000">
              <a:srgbClr val="B44FFF">
                <a:alpha val="50000"/>
              </a:srgbClr>
            </a:outerShdw>
          </a:effectLst>
        </p:spPr>
      </p:sp>
      <p:sp>
        <p:nvSpPr>
          <p:cNvPr id="203" name="Shape 201"/>
          <p:cNvSpPr/>
          <p:nvPr/>
        </p:nvSpPr>
        <p:spPr>
          <a:xfrm>
            <a:off x="8229600" y="1188720"/>
            <a:ext cx="3749040" cy="777240"/>
          </a:xfrm>
          <a:prstGeom prst="rect">
            <a:avLst/>
          </a:prstGeom>
          <a:solidFill>
            <a:srgbClr val="B44FFF"/>
          </a:solidFill>
          <a:ln/>
        </p:spPr>
      </p:sp>
      <p:sp>
        <p:nvSpPr>
          <p:cNvPr id="204" name="Text 202"/>
          <p:cNvSpPr/>
          <p:nvPr/>
        </p:nvSpPr>
        <p:spPr>
          <a:xfrm>
            <a:off x="8229600" y="1188720"/>
            <a:ext cx="3749040" cy="777240"/>
          </a:xfrm>
          <a:prstGeom prst="rect">
            <a:avLst/>
          </a:prstGeom>
          <a:noFill/>
          <a:ln/>
        </p:spPr>
        <p:txBody>
          <a:bodyPr wrap="square" rtlCol="0" anchor="ctr"/>
          <a:lstStyle/>
          <a:p>
            <a:pPr algn="ctr" indent="0" marL="0">
              <a:buNone/>
            </a:pPr>
            <a:r>
              <a:rPr lang="en-US" sz="1200" b="1" dirty="0">
                <a:solidFill>
                  <a:srgbClr val="020806"/>
                </a:solidFill>
                <a:latin typeface="Trebuchet MS" pitchFamily="34" charset="0"/>
                <a:ea typeface="Trebuchet MS" pitchFamily="34" charset="-122"/>
                <a:cs typeface="Trebuchet MS" pitchFamily="34" charset="-120"/>
              </a:rPr>
              <a:t>🏛️ GOVT CONTRACTS</a:t>
            </a:r>
            <a:endParaRPr lang="en-US" sz="1200" dirty="0"/>
          </a:p>
          <a:p>
            <a:pPr algn="ctr" indent="0" marL="0">
              <a:buNone/>
            </a:pPr>
            <a:r>
              <a:rPr lang="en-US" sz="1200" b="1" dirty="0">
                <a:solidFill>
                  <a:srgbClr val="020806"/>
                </a:solidFill>
                <a:latin typeface="Trebuchet MS" pitchFamily="34" charset="0"/>
                <a:ea typeface="Trebuchet MS" pitchFamily="34" charset="-122"/>
                <a:cs typeface="Trebuchet MS" pitchFamily="34" charset="-120"/>
              </a:rPr>
              <a:t>B2G</a:t>
            </a:r>
            <a:endParaRPr lang="en-US" sz="1200" dirty="0"/>
          </a:p>
        </p:txBody>
      </p:sp>
      <p:sp>
        <p:nvSpPr>
          <p:cNvPr id="205" name="Shape 203"/>
          <p:cNvSpPr/>
          <p:nvPr/>
        </p:nvSpPr>
        <p:spPr>
          <a:xfrm>
            <a:off x="8961120" y="2103120"/>
            <a:ext cx="2286000" cy="548640"/>
          </a:xfrm>
          <a:prstGeom prst="rect">
            <a:avLst/>
          </a:prstGeom>
          <a:solidFill>
            <a:srgbClr val="020806"/>
          </a:solidFill>
          <a:ln w="12700">
            <a:solidFill>
              <a:srgbClr val="B44FFF"/>
            </a:solidFill>
            <a:prstDash val="solid"/>
          </a:ln>
        </p:spPr>
      </p:sp>
      <p:sp>
        <p:nvSpPr>
          <p:cNvPr id="206" name="Text 204"/>
          <p:cNvSpPr/>
          <p:nvPr/>
        </p:nvSpPr>
        <p:spPr>
          <a:xfrm>
            <a:off x="8961120" y="2103120"/>
            <a:ext cx="2286000" cy="548640"/>
          </a:xfrm>
          <a:prstGeom prst="rect">
            <a:avLst/>
          </a:prstGeom>
          <a:noFill/>
          <a:ln/>
          <a:effectLst>
            <a:outerShdw sx="100000" sy="100000" kx="0" ky="0" algn="bl" rotWithShape="0" blurRad="254000" dist="50800" dir="16200000">
              <a:srgbClr val="B44FFF">
                <a:alpha val="50000"/>
              </a:srgbClr>
            </a:outerShdw>
          </a:effectLst>
        </p:spPr>
        <p:txBody>
          <a:bodyPr wrap="square" rtlCol="0" anchor="ctr"/>
          <a:lstStyle/>
          <a:p>
            <a:pPr algn="ctr" indent="0" marL="0">
              <a:buNone/>
            </a:pPr>
            <a:r>
              <a:rPr lang="en-US" sz="1200" b="1" dirty="0">
                <a:solidFill>
                  <a:srgbClr val="B44FFF"/>
                </a:solidFill>
                <a:latin typeface="Trebuchet MS" pitchFamily="34" charset="0"/>
                <a:ea typeface="Trebuchet MS" pitchFamily="34" charset="-122"/>
                <a:cs typeface="Trebuchet MS" pitchFamily="34" charset="-120"/>
              </a:rPr>
              <a:t>₹25–50L / yr</a:t>
            </a:r>
            <a:endParaRPr lang="en-US" sz="1200" dirty="0"/>
          </a:p>
        </p:txBody>
      </p:sp>
      <p:sp>
        <p:nvSpPr>
          <p:cNvPr id="207" name="Shape 205"/>
          <p:cNvSpPr/>
          <p:nvPr/>
        </p:nvSpPr>
        <p:spPr>
          <a:xfrm>
            <a:off x="8321040" y="2788920"/>
            <a:ext cx="3566160" cy="384048"/>
          </a:xfrm>
          <a:prstGeom prst="rect">
            <a:avLst/>
          </a:prstGeom>
          <a:solidFill>
            <a:srgbClr val="0D2016"/>
          </a:solidFill>
          <a:ln w="6350">
            <a:solidFill>
              <a:srgbClr val="000000"/>
            </a:solidFill>
            <a:prstDash val="solid"/>
          </a:ln>
        </p:spPr>
      </p:sp>
      <p:sp>
        <p:nvSpPr>
          <p:cNvPr id="208" name="Text 206"/>
          <p:cNvSpPr/>
          <p:nvPr/>
        </p:nvSpPr>
        <p:spPr>
          <a:xfrm>
            <a:off x="8412480" y="27889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TN Agri Dept command UI</a:t>
            </a:r>
            <a:endParaRPr lang="en-US" sz="950" dirty="0"/>
          </a:p>
        </p:txBody>
      </p:sp>
      <p:sp>
        <p:nvSpPr>
          <p:cNvPr id="209" name="Shape 207"/>
          <p:cNvSpPr/>
          <p:nvPr/>
        </p:nvSpPr>
        <p:spPr>
          <a:xfrm>
            <a:off x="8321040" y="3246120"/>
            <a:ext cx="3566160" cy="384048"/>
          </a:xfrm>
          <a:prstGeom prst="rect">
            <a:avLst/>
          </a:prstGeom>
          <a:solidFill>
            <a:srgbClr val="0D2016"/>
          </a:solidFill>
          <a:ln w="6350">
            <a:solidFill>
              <a:srgbClr val="000000"/>
            </a:solidFill>
            <a:prstDash val="solid"/>
          </a:ln>
        </p:spPr>
      </p:sp>
      <p:sp>
        <p:nvSpPr>
          <p:cNvPr id="210" name="Text 208"/>
          <p:cNvSpPr/>
          <p:nvPr/>
        </p:nvSpPr>
        <p:spPr>
          <a:xfrm>
            <a:off x="8412480" y="32461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District Collector dashboard</a:t>
            </a:r>
            <a:endParaRPr lang="en-US" sz="950" dirty="0"/>
          </a:p>
        </p:txBody>
      </p:sp>
      <p:sp>
        <p:nvSpPr>
          <p:cNvPr id="211" name="Shape 209"/>
          <p:cNvSpPr/>
          <p:nvPr/>
        </p:nvSpPr>
        <p:spPr>
          <a:xfrm>
            <a:off x="8321040" y="3703320"/>
            <a:ext cx="3566160" cy="384048"/>
          </a:xfrm>
          <a:prstGeom prst="rect">
            <a:avLst/>
          </a:prstGeom>
          <a:solidFill>
            <a:srgbClr val="0D2016"/>
          </a:solidFill>
          <a:ln w="6350">
            <a:solidFill>
              <a:srgbClr val="000000"/>
            </a:solidFill>
            <a:prstDash val="solid"/>
          </a:ln>
        </p:spPr>
      </p:sp>
      <p:sp>
        <p:nvSpPr>
          <p:cNvPr id="212" name="Text 210"/>
          <p:cNvSpPr/>
          <p:nvPr/>
        </p:nvSpPr>
        <p:spPr>
          <a:xfrm>
            <a:off x="8412480" y="37033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TNAU data pipeline MoU</a:t>
            </a:r>
            <a:endParaRPr lang="en-US" sz="950" dirty="0"/>
          </a:p>
        </p:txBody>
      </p:sp>
      <p:sp>
        <p:nvSpPr>
          <p:cNvPr id="213" name="Shape 211"/>
          <p:cNvSpPr/>
          <p:nvPr/>
        </p:nvSpPr>
        <p:spPr>
          <a:xfrm>
            <a:off x="8321040" y="4160520"/>
            <a:ext cx="3566160" cy="384048"/>
          </a:xfrm>
          <a:prstGeom prst="rect">
            <a:avLst/>
          </a:prstGeom>
          <a:solidFill>
            <a:srgbClr val="0D2016"/>
          </a:solidFill>
          <a:ln w="6350">
            <a:solidFill>
              <a:srgbClr val="000000"/>
            </a:solidFill>
            <a:prstDash val="solid"/>
          </a:ln>
        </p:spPr>
      </p:sp>
      <p:sp>
        <p:nvSpPr>
          <p:cNvPr id="214" name="Text 212"/>
          <p:cNvSpPr/>
          <p:nvPr/>
        </p:nvSpPr>
        <p:spPr>
          <a:xfrm>
            <a:off x="8412480" y="41605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NABARD yield + risk report</a:t>
            </a:r>
            <a:endParaRPr lang="en-US" sz="950" dirty="0"/>
          </a:p>
        </p:txBody>
      </p:sp>
      <p:sp>
        <p:nvSpPr>
          <p:cNvPr id="215" name="Shape 213"/>
          <p:cNvSpPr/>
          <p:nvPr/>
        </p:nvSpPr>
        <p:spPr>
          <a:xfrm>
            <a:off x="8321040" y="4617720"/>
            <a:ext cx="3566160" cy="384048"/>
          </a:xfrm>
          <a:prstGeom prst="rect">
            <a:avLst/>
          </a:prstGeom>
          <a:solidFill>
            <a:srgbClr val="0D2016"/>
          </a:solidFill>
          <a:ln w="6350">
            <a:solidFill>
              <a:srgbClr val="000000"/>
            </a:solidFill>
            <a:prstDash val="solid"/>
          </a:ln>
        </p:spPr>
      </p:sp>
      <p:sp>
        <p:nvSpPr>
          <p:cNvPr id="216" name="Text 214"/>
          <p:cNvSpPr/>
          <p:nvPr/>
        </p:nvSpPr>
        <p:spPr>
          <a:xfrm>
            <a:off x="8412480" y="46177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Policy scenario simulator</a:t>
            </a:r>
            <a:endParaRPr lang="en-US" sz="950" dirty="0"/>
          </a:p>
        </p:txBody>
      </p:sp>
      <p:sp>
        <p:nvSpPr>
          <p:cNvPr id="217" name="Shape 215"/>
          <p:cNvSpPr/>
          <p:nvPr/>
        </p:nvSpPr>
        <p:spPr>
          <a:xfrm>
            <a:off x="8321040" y="5074920"/>
            <a:ext cx="3566160" cy="384048"/>
          </a:xfrm>
          <a:prstGeom prst="rect">
            <a:avLst/>
          </a:prstGeom>
          <a:solidFill>
            <a:srgbClr val="0D2016"/>
          </a:solidFill>
          <a:ln w="6350">
            <a:solidFill>
              <a:srgbClr val="000000"/>
            </a:solidFill>
            <a:prstDash val="solid"/>
          </a:ln>
        </p:spPr>
      </p:sp>
      <p:sp>
        <p:nvSpPr>
          <p:cNvPr id="218" name="Text 216"/>
          <p:cNvSpPr/>
          <p:nvPr/>
        </p:nvSpPr>
        <p:spPr>
          <a:xfrm>
            <a:off x="8412480" y="5074920"/>
            <a:ext cx="338328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Pan-TN scheme analytics</a:t>
            </a:r>
            <a:endParaRPr lang="en-US" sz="950" dirty="0"/>
          </a:p>
        </p:txBody>
      </p:sp>
      <p:sp>
        <p:nvSpPr>
          <p:cNvPr id="219" name="Shape 217"/>
          <p:cNvSpPr/>
          <p:nvPr/>
        </p:nvSpPr>
        <p:spPr>
          <a:xfrm>
            <a:off x="0" y="5897880"/>
            <a:ext cx="12188952" cy="960120"/>
          </a:xfrm>
          <a:prstGeom prst="rect">
            <a:avLst/>
          </a:prstGeom>
          <a:solidFill>
            <a:srgbClr val="0D2016"/>
          </a:solidFill>
          <a:ln w="6350">
            <a:solidFill>
              <a:srgbClr val="FFD700"/>
            </a:solidFill>
            <a:prstDash val="solid"/>
          </a:ln>
        </p:spPr>
      </p:sp>
      <p:sp>
        <p:nvSpPr>
          <p:cNvPr id="220" name="Shape 218"/>
          <p:cNvSpPr/>
          <p:nvPr/>
        </p:nvSpPr>
        <p:spPr>
          <a:xfrm>
            <a:off x="0" y="5897880"/>
            <a:ext cx="12188952" cy="27432"/>
          </a:xfrm>
          <a:prstGeom prst="rect">
            <a:avLst/>
          </a:prstGeom>
          <a:solidFill>
            <a:srgbClr val="FFD700"/>
          </a:solidFill>
          <a:ln/>
          <a:effectLst>
            <a:outerShdw sx="100000" sy="100000" kx="0" ky="0" algn="bl" rotWithShape="0" blurRad="254000" dist="50800" dir="16200000">
              <a:srgbClr val="FFD700">
                <a:alpha val="50000"/>
              </a:srgbClr>
            </a:outerShdw>
          </a:effectLst>
        </p:spPr>
      </p:sp>
      <p:sp>
        <p:nvSpPr>
          <p:cNvPr id="221" name="Shape 219"/>
          <p:cNvSpPr/>
          <p:nvPr/>
        </p:nvSpPr>
        <p:spPr>
          <a:xfrm>
            <a:off x="457200" y="5961888"/>
            <a:ext cx="3657600" cy="804672"/>
          </a:xfrm>
          <a:prstGeom prst="rect">
            <a:avLst/>
          </a:prstGeom>
          <a:solidFill>
            <a:srgbClr val="0A1A28"/>
          </a:solidFill>
          <a:ln w="12700">
            <a:solidFill>
              <a:srgbClr val="B44FFF"/>
            </a:solidFill>
            <a:prstDash val="solid"/>
          </a:ln>
          <a:effectLst>
            <a:outerShdw sx="100000" sy="100000" kx="0" ky="0" algn="bl" rotWithShape="0" blurRad="254000" dist="50800" dir="16200000">
              <a:srgbClr val="B44FFF">
                <a:alpha val="50000"/>
              </a:srgbClr>
            </a:outerShdw>
          </a:effectLst>
        </p:spPr>
      </p:sp>
      <p:sp>
        <p:nvSpPr>
          <p:cNvPr id="222" name="Text 220"/>
          <p:cNvSpPr/>
          <p:nvPr/>
        </p:nvSpPr>
        <p:spPr>
          <a:xfrm>
            <a:off x="457200" y="5980176"/>
            <a:ext cx="3657600" cy="411480"/>
          </a:xfrm>
          <a:prstGeom prst="rect">
            <a:avLst/>
          </a:prstGeom>
          <a:noFill/>
          <a:ln/>
          <a:effectLst>
            <a:outerShdw sx="100000" sy="100000" kx="0" ky="0" algn="bl" rotWithShape="0" blurRad="254000" dist="50800" dir="16200000">
              <a:srgbClr val="B44FFF">
                <a:alpha val="50000"/>
              </a:srgbClr>
            </a:outerShdw>
          </a:effectLst>
        </p:spPr>
        <p:txBody>
          <a:bodyPr wrap="square" rtlCol="0" anchor="ctr"/>
          <a:lstStyle/>
          <a:p>
            <a:pPr algn="ctr" indent="0" marL="0">
              <a:buNone/>
            </a:pPr>
            <a:r>
              <a:rPr lang="en-US" sz="1400" b="1" dirty="0">
                <a:solidFill>
                  <a:srgbClr val="B44FFF"/>
                </a:solidFill>
                <a:latin typeface="Trebuchet MS" pitchFamily="34" charset="0"/>
                <a:ea typeface="Trebuchet MS" pitchFamily="34" charset="-122"/>
                <a:cs typeface="Trebuchet MS" pitchFamily="34" charset="-120"/>
              </a:rPr>
              <a:t>TAM: ₹12,000 Cr</a:t>
            </a:r>
            <a:endParaRPr lang="en-US" sz="1400" dirty="0"/>
          </a:p>
        </p:txBody>
      </p:sp>
      <p:sp>
        <p:nvSpPr>
          <p:cNvPr id="223" name="Text 221"/>
          <p:cNvSpPr/>
          <p:nvPr/>
        </p:nvSpPr>
        <p:spPr>
          <a:xfrm>
            <a:off x="457200" y="6382512"/>
            <a:ext cx="3657600" cy="274320"/>
          </a:xfrm>
          <a:prstGeom prst="rect">
            <a:avLst/>
          </a:prstGeom>
          <a:noFill/>
          <a:ln/>
        </p:spPr>
        <p:txBody>
          <a:bodyPr wrap="square" rtlCol="0" anchor="ctr"/>
          <a:lstStyle/>
          <a:p>
            <a:pPr algn="ctr" indent="0" marL="0">
              <a:buNone/>
            </a:pPr>
            <a:r>
              <a:rPr lang="en-US" sz="900" dirty="0">
                <a:solidFill>
                  <a:srgbClr val="4A8A6A"/>
                </a:solidFill>
                <a:latin typeface="Calibri" pitchFamily="34" charset="0"/>
                <a:ea typeface="Calibri" pitchFamily="34" charset="-122"/>
                <a:cs typeface="Calibri" pitchFamily="34" charset="-120"/>
              </a:rPr>
              <a:t>Indian AgriTech Market</a:t>
            </a:r>
            <a:endParaRPr lang="en-US" sz="900" dirty="0"/>
          </a:p>
        </p:txBody>
      </p:sp>
      <p:sp>
        <p:nvSpPr>
          <p:cNvPr id="224" name="Shape 222"/>
          <p:cNvSpPr/>
          <p:nvPr/>
        </p:nvSpPr>
        <p:spPr>
          <a:xfrm>
            <a:off x="4480560" y="5961888"/>
            <a:ext cx="3657600" cy="804672"/>
          </a:xfrm>
          <a:prstGeom prst="rect">
            <a:avLst/>
          </a:prstGeom>
          <a:solidFill>
            <a:srgbClr val="0A1A28"/>
          </a:solidFill>
          <a:ln w="12700">
            <a:solidFill>
              <a:srgbClr val="00D4FF"/>
            </a:solidFill>
            <a:prstDash val="solid"/>
          </a:ln>
          <a:effectLst>
            <a:outerShdw sx="100000" sy="100000" kx="0" ky="0" algn="bl" rotWithShape="0" blurRad="254000" dist="50800" dir="16200000">
              <a:srgbClr val="00D4FF">
                <a:alpha val="50000"/>
              </a:srgbClr>
            </a:outerShdw>
          </a:effectLst>
        </p:spPr>
      </p:sp>
      <p:sp>
        <p:nvSpPr>
          <p:cNvPr id="225" name="Text 223"/>
          <p:cNvSpPr/>
          <p:nvPr/>
        </p:nvSpPr>
        <p:spPr>
          <a:xfrm>
            <a:off x="4480560" y="5980176"/>
            <a:ext cx="3657600" cy="411480"/>
          </a:xfrm>
          <a:prstGeom prst="rect">
            <a:avLst/>
          </a:prstGeom>
          <a:noFill/>
          <a:ln/>
          <a:effectLst>
            <a:outerShdw sx="100000" sy="100000" kx="0" ky="0" algn="bl" rotWithShape="0" blurRad="254000" dist="50800" dir="16200000">
              <a:srgbClr val="00D4FF">
                <a:alpha val="50000"/>
              </a:srgbClr>
            </a:outerShdw>
          </a:effectLst>
        </p:spPr>
        <p:txBody>
          <a:bodyPr wrap="square" rtlCol="0" anchor="ctr"/>
          <a:lstStyle/>
          <a:p>
            <a:pPr algn="ctr" indent="0" marL="0">
              <a:buNone/>
            </a:pPr>
            <a:r>
              <a:rPr lang="en-US" sz="1400" b="1" dirty="0">
                <a:solidFill>
                  <a:srgbClr val="00D4FF"/>
                </a:solidFill>
                <a:latin typeface="Trebuchet MS" pitchFamily="34" charset="0"/>
                <a:ea typeface="Trebuchet MS" pitchFamily="34" charset="-122"/>
                <a:cs typeface="Trebuchet MS" pitchFamily="34" charset="-120"/>
              </a:rPr>
              <a:t>SAM: ₹1,800 Cr</a:t>
            </a:r>
            <a:endParaRPr lang="en-US" sz="1400" dirty="0"/>
          </a:p>
        </p:txBody>
      </p:sp>
      <p:sp>
        <p:nvSpPr>
          <p:cNvPr id="226" name="Text 224"/>
          <p:cNvSpPr/>
          <p:nvPr/>
        </p:nvSpPr>
        <p:spPr>
          <a:xfrm>
            <a:off x="4480560" y="6382512"/>
            <a:ext cx="3657600" cy="274320"/>
          </a:xfrm>
          <a:prstGeom prst="rect">
            <a:avLst/>
          </a:prstGeom>
          <a:noFill/>
          <a:ln/>
        </p:spPr>
        <p:txBody>
          <a:bodyPr wrap="square" rtlCol="0" anchor="ctr"/>
          <a:lstStyle/>
          <a:p>
            <a:pPr algn="ctr" indent="0" marL="0">
              <a:buNone/>
            </a:pPr>
            <a:r>
              <a:rPr lang="en-US" sz="900" dirty="0">
                <a:solidFill>
                  <a:srgbClr val="4A8A6A"/>
                </a:solidFill>
                <a:latin typeface="Calibri" pitchFamily="34" charset="0"/>
                <a:ea typeface="Calibri" pitchFamily="34" charset="-122"/>
                <a:cs typeface="Calibri" pitchFamily="34" charset="-120"/>
              </a:rPr>
              <a:t>TN Digital Farmer Segment</a:t>
            </a:r>
            <a:endParaRPr lang="en-US" sz="900" dirty="0"/>
          </a:p>
        </p:txBody>
      </p:sp>
      <p:sp>
        <p:nvSpPr>
          <p:cNvPr id="227" name="Shape 225"/>
          <p:cNvSpPr/>
          <p:nvPr/>
        </p:nvSpPr>
        <p:spPr>
          <a:xfrm>
            <a:off x="8503920" y="5961888"/>
            <a:ext cx="3657600" cy="804672"/>
          </a:xfrm>
          <a:prstGeom prst="rect">
            <a:avLst/>
          </a:prstGeom>
          <a:solidFill>
            <a:srgbClr val="0A1A28"/>
          </a:solidFill>
          <a:ln w="12700">
            <a:solidFill>
              <a:srgbClr val="00FF88"/>
            </a:solidFill>
            <a:prstDash val="solid"/>
          </a:ln>
          <a:effectLst>
            <a:outerShdw sx="100000" sy="100000" kx="0" ky="0" algn="bl" rotWithShape="0" blurRad="254000" dist="50800" dir="16200000">
              <a:srgbClr val="00FF88">
                <a:alpha val="50000"/>
              </a:srgbClr>
            </a:outerShdw>
          </a:effectLst>
        </p:spPr>
      </p:sp>
      <p:sp>
        <p:nvSpPr>
          <p:cNvPr id="228" name="Text 226"/>
          <p:cNvSpPr/>
          <p:nvPr/>
        </p:nvSpPr>
        <p:spPr>
          <a:xfrm>
            <a:off x="8503920" y="5980176"/>
            <a:ext cx="3657600" cy="411480"/>
          </a:xfrm>
          <a:prstGeom prst="rect">
            <a:avLst/>
          </a:prstGeom>
          <a:noFill/>
          <a:ln/>
          <a:effectLst>
            <a:outerShdw sx="100000" sy="100000" kx="0" ky="0" algn="bl" rotWithShape="0" blurRad="254000" dist="50800" dir="16200000">
              <a:srgbClr val="00FF88">
                <a:alpha val="50000"/>
              </a:srgbClr>
            </a:outerShdw>
          </a:effectLst>
        </p:spPr>
        <p:txBody>
          <a:bodyPr wrap="square" rtlCol="0" anchor="ctr"/>
          <a:lstStyle/>
          <a:p>
            <a:pPr algn="ctr" indent="0" marL="0">
              <a:buNone/>
            </a:pPr>
            <a:r>
              <a:rPr lang="en-US" sz="1400" b="1" dirty="0">
                <a:solidFill>
                  <a:srgbClr val="00FF88"/>
                </a:solidFill>
                <a:latin typeface="Trebuchet MS" pitchFamily="34" charset="0"/>
                <a:ea typeface="Trebuchet MS" pitchFamily="34" charset="-122"/>
                <a:cs typeface="Trebuchet MS" pitchFamily="34" charset="-120"/>
              </a:rPr>
              <a:t>SOM Y3: ₹8 Cr</a:t>
            </a:r>
            <a:endParaRPr lang="en-US" sz="1400" dirty="0"/>
          </a:p>
        </p:txBody>
      </p:sp>
      <p:sp>
        <p:nvSpPr>
          <p:cNvPr id="229" name="Text 227"/>
          <p:cNvSpPr/>
          <p:nvPr/>
        </p:nvSpPr>
        <p:spPr>
          <a:xfrm>
            <a:off x="8503920" y="6382512"/>
            <a:ext cx="3657600" cy="274320"/>
          </a:xfrm>
          <a:prstGeom prst="rect">
            <a:avLst/>
          </a:prstGeom>
          <a:noFill/>
          <a:ln/>
        </p:spPr>
        <p:txBody>
          <a:bodyPr wrap="square" rtlCol="0" anchor="ctr"/>
          <a:lstStyle/>
          <a:p>
            <a:pPr algn="ctr" indent="0" marL="0">
              <a:buNone/>
            </a:pPr>
            <a:r>
              <a:rPr lang="en-US" sz="900" dirty="0">
                <a:solidFill>
                  <a:srgbClr val="4A8A6A"/>
                </a:solidFill>
                <a:latin typeface="Calibri" pitchFamily="34" charset="0"/>
                <a:ea typeface="Calibri" pitchFamily="34" charset="-122"/>
                <a:cs typeface="Calibri" pitchFamily="34" charset="-120"/>
              </a:rPr>
              <a:t>Reachable by 2028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D0A"/>
        </a:solidFill>
      </p:bgPr>
    </p:bg>
    <p:spTree>
      <p:nvGrpSpPr>
        <p:cNvPr id="1" name=""/>
        <p:cNvGrpSpPr/>
        <p:nvPr/>
      </p:nvGrpSpPr>
      <p:grpSpPr>
        <a:xfrm>
          <a:off x="0" y="0"/>
          <a:ext cx="0" cy="0"/>
          <a:chOff x="0" y="0"/>
          <a:chExt cx="0" cy="0"/>
        </a:xfrm>
      </p:grpSpPr>
      <p:sp>
        <p:nvSpPr>
          <p:cNvPr id="2" name="Shape 0"/>
          <p:cNvSpPr/>
          <p:nvPr/>
        </p:nvSpPr>
        <p:spPr>
          <a:xfrm>
            <a:off x="0" y="0"/>
            <a:ext cx="457200" cy="9144"/>
          </a:xfrm>
          <a:prstGeom prst="rect">
            <a:avLst/>
          </a:prstGeom>
          <a:solidFill>
            <a:srgbClr val="1A3A2A"/>
          </a:solidFill>
          <a:ln w="12700">
            <a:solidFill>
              <a:srgbClr val="1A3A2A"/>
            </a:solidFill>
            <a:prstDash val="solid"/>
          </a:ln>
        </p:spPr>
      </p:sp>
      <p:sp>
        <p:nvSpPr>
          <p:cNvPr id="3" name="Shape 1"/>
          <p:cNvSpPr/>
          <p:nvPr/>
        </p:nvSpPr>
        <p:spPr>
          <a:xfrm>
            <a:off x="594360" y="0"/>
            <a:ext cx="457200" cy="9144"/>
          </a:xfrm>
          <a:prstGeom prst="rect">
            <a:avLst/>
          </a:prstGeom>
          <a:solidFill>
            <a:srgbClr val="1A3A2A"/>
          </a:solidFill>
          <a:ln w="12700">
            <a:solidFill>
              <a:srgbClr val="1A3A2A"/>
            </a:solidFill>
            <a:prstDash val="solid"/>
          </a:ln>
        </p:spPr>
      </p:sp>
      <p:sp>
        <p:nvSpPr>
          <p:cNvPr id="4" name="Shape 2"/>
          <p:cNvSpPr/>
          <p:nvPr/>
        </p:nvSpPr>
        <p:spPr>
          <a:xfrm>
            <a:off x="1188720" y="0"/>
            <a:ext cx="457200" cy="9144"/>
          </a:xfrm>
          <a:prstGeom prst="rect">
            <a:avLst/>
          </a:prstGeom>
          <a:solidFill>
            <a:srgbClr val="1A3A2A"/>
          </a:solidFill>
          <a:ln w="12700">
            <a:solidFill>
              <a:srgbClr val="1A3A2A"/>
            </a:solidFill>
            <a:prstDash val="solid"/>
          </a:ln>
        </p:spPr>
      </p:sp>
      <p:sp>
        <p:nvSpPr>
          <p:cNvPr id="5" name="Shape 3"/>
          <p:cNvSpPr/>
          <p:nvPr/>
        </p:nvSpPr>
        <p:spPr>
          <a:xfrm>
            <a:off x="1783080" y="0"/>
            <a:ext cx="457200" cy="9144"/>
          </a:xfrm>
          <a:prstGeom prst="rect">
            <a:avLst/>
          </a:prstGeom>
          <a:solidFill>
            <a:srgbClr val="1A3A2A"/>
          </a:solidFill>
          <a:ln w="12700">
            <a:solidFill>
              <a:srgbClr val="1A3A2A"/>
            </a:solidFill>
            <a:prstDash val="solid"/>
          </a:ln>
        </p:spPr>
      </p:sp>
      <p:sp>
        <p:nvSpPr>
          <p:cNvPr id="6" name="Shape 4"/>
          <p:cNvSpPr/>
          <p:nvPr/>
        </p:nvSpPr>
        <p:spPr>
          <a:xfrm>
            <a:off x="2377440" y="0"/>
            <a:ext cx="457200" cy="9144"/>
          </a:xfrm>
          <a:prstGeom prst="rect">
            <a:avLst/>
          </a:prstGeom>
          <a:solidFill>
            <a:srgbClr val="1A3A2A"/>
          </a:solidFill>
          <a:ln w="12700">
            <a:solidFill>
              <a:srgbClr val="1A3A2A"/>
            </a:solidFill>
            <a:prstDash val="solid"/>
          </a:ln>
        </p:spPr>
      </p:sp>
      <p:sp>
        <p:nvSpPr>
          <p:cNvPr id="7" name="Shape 5"/>
          <p:cNvSpPr/>
          <p:nvPr/>
        </p:nvSpPr>
        <p:spPr>
          <a:xfrm>
            <a:off x="2971800" y="0"/>
            <a:ext cx="457200" cy="9144"/>
          </a:xfrm>
          <a:prstGeom prst="rect">
            <a:avLst/>
          </a:prstGeom>
          <a:solidFill>
            <a:srgbClr val="1A3A2A"/>
          </a:solidFill>
          <a:ln w="12700">
            <a:solidFill>
              <a:srgbClr val="1A3A2A"/>
            </a:solidFill>
            <a:prstDash val="solid"/>
          </a:ln>
        </p:spPr>
      </p:sp>
      <p:sp>
        <p:nvSpPr>
          <p:cNvPr id="8" name="Shape 6"/>
          <p:cNvSpPr/>
          <p:nvPr/>
        </p:nvSpPr>
        <p:spPr>
          <a:xfrm>
            <a:off x="3566160" y="0"/>
            <a:ext cx="457200" cy="9144"/>
          </a:xfrm>
          <a:prstGeom prst="rect">
            <a:avLst/>
          </a:prstGeom>
          <a:solidFill>
            <a:srgbClr val="1A3A2A"/>
          </a:solidFill>
          <a:ln w="12700">
            <a:solidFill>
              <a:srgbClr val="1A3A2A"/>
            </a:solidFill>
            <a:prstDash val="solid"/>
          </a:ln>
        </p:spPr>
      </p:sp>
      <p:sp>
        <p:nvSpPr>
          <p:cNvPr id="9" name="Shape 7"/>
          <p:cNvSpPr/>
          <p:nvPr/>
        </p:nvSpPr>
        <p:spPr>
          <a:xfrm>
            <a:off x="4160520" y="0"/>
            <a:ext cx="457200" cy="9144"/>
          </a:xfrm>
          <a:prstGeom prst="rect">
            <a:avLst/>
          </a:prstGeom>
          <a:solidFill>
            <a:srgbClr val="1A3A2A"/>
          </a:solidFill>
          <a:ln w="12700">
            <a:solidFill>
              <a:srgbClr val="1A3A2A"/>
            </a:solidFill>
            <a:prstDash val="solid"/>
          </a:ln>
        </p:spPr>
      </p:sp>
      <p:sp>
        <p:nvSpPr>
          <p:cNvPr id="10" name="Shape 8"/>
          <p:cNvSpPr/>
          <p:nvPr/>
        </p:nvSpPr>
        <p:spPr>
          <a:xfrm>
            <a:off x="4754880" y="0"/>
            <a:ext cx="457200" cy="9144"/>
          </a:xfrm>
          <a:prstGeom prst="rect">
            <a:avLst/>
          </a:prstGeom>
          <a:solidFill>
            <a:srgbClr val="1A3A2A"/>
          </a:solidFill>
          <a:ln w="12700">
            <a:solidFill>
              <a:srgbClr val="1A3A2A"/>
            </a:solidFill>
            <a:prstDash val="solid"/>
          </a:ln>
        </p:spPr>
      </p:sp>
      <p:sp>
        <p:nvSpPr>
          <p:cNvPr id="11" name="Shape 9"/>
          <p:cNvSpPr/>
          <p:nvPr/>
        </p:nvSpPr>
        <p:spPr>
          <a:xfrm>
            <a:off x="5349240" y="0"/>
            <a:ext cx="457200" cy="9144"/>
          </a:xfrm>
          <a:prstGeom prst="rect">
            <a:avLst/>
          </a:prstGeom>
          <a:solidFill>
            <a:srgbClr val="1A3A2A"/>
          </a:solidFill>
          <a:ln w="12700">
            <a:solidFill>
              <a:srgbClr val="1A3A2A"/>
            </a:solidFill>
            <a:prstDash val="solid"/>
          </a:ln>
        </p:spPr>
      </p:sp>
      <p:sp>
        <p:nvSpPr>
          <p:cNvPr id="12" name="Shape 10"/>
          <p:cNvSpPr/>
          <p:nvPr/>
        </p:nvSpPr>
        <p:spPr>
          <a:xfrm>
            <a:off x="5943600" y="0"/>
            <a:ext cx="457200" cy="9144"/>
          </a:xfrm>
          <a:prstGeom prst="rect">
            <a:avLst/>
          </a:prstGeom>
          <a:solidFill>
            <a:srgbClr val="1A3A2A"/>
          </a:solidFill>
          <a:ln w="12700">
            <a:solidFill>
              <a:srgbClr val="1A3A2A"/>
            </a:solidFill>
            <a:prstDash val="solid"/>
          </a:ln>
        </p:spPr>
      </p:sp>
      <p:sp>
        <p:nvSpPr>
          <p:cNvPr id="13" name="Shape 11"/>
          <p:cNvSpPr/>
          <p:nvPr/>
        </p:nvSpPr>
        <p:spPr>
          <a:xfrm>
            <a:off x="6537960" y="0"/>
            <a:ext cx="457200" cy="9144"/>
          </a:xfrm>
          <a:prstGeom prst="rect">
            <a:avLst/>
          </a:prstGeom>
          <a:solidFill>
            <a:srgbClr val="1A3A2A"/>
          </a:solidFill>
          <a:ln w="12700">
            <a:solidFill>
              <a:srgbClr val="1A3A2A"/>
            </a:solidFill>
            <a:prstDash val="solid"/>
          </a:ln>
        </p:spPr>
      </p:sp>
      <p:sp>
        <p:nvSpPr>
          <p:cNvPr id="14" name="Shape 12"/>
          <p:cNvSpPr/>
          <p:nvPr/>
        </p:nvSpPr>
        <p:spPr>
          <a:xfrm>
            <a:off x="7132320" y="0"/>
            <a:ext cx="457200" cy="9144"/>
          </a:xfrm>
          <a:prstGeom prst="rect">
            <a:avLst/>
          </a:prstGeom>
          <a:solidFill>
            <a:srgbClr val="1A3A2A"/>
          </a:solidFill>
          <a:ln w="12700">
            <a:solidFill>
              <a:srgbClr val="1A3A2A"/>
            </a:solidFill>
            <a:prstDash val="solid"/>
          </a:ln>
        </p:spPr>
      </p:sp>
      <p:sp>
        <p:nvSpPr>
          <p:cNvPr id="15" name="Shape 13"/>
          <p:cNvSpPr/>
          <p:nvPr/>
        </p:nvSpPr>
        <p:spPr>
          <a:xfrm>
            <a:off x="7726680" y="0"/>
            <a:ext cx="457200" cy="9144"/>
          </a:xfrm>
          <a:prstGeom prst="rect">
            <a:avLst/>
          </a:prstGeom>
          <a:solidFill>
            <a:srgbClr val="1A3A2A"/>
          </a:solidFill>
          <a:ln w="12700">
            <a:solidFill>
              <a:srgbClr val="1A3A2A"/>
            </a:solidFill>
            <a:prstDash val="solid"/>
          </a:ln>
        </p:spPr>
      </p:sp>
      <p:sp>
        <p:nvSpPr>
          <p:cNvPr id="16" name="Shape 14"/>
          <p:cNvSpPr/>
          <p:nvPr/>
        </p:nvSpPr>
        <p:spPr>
          <a:xfrm>
            <a:off x="8321040" y="0"/>
            <a:ext cx="457200" cy="9144"/>
          </a:xfrm>
          <a:prstGeom prst="rect">
            <a:avLst/>
          </a:prstGeom>
          <a:solidFill>
            <a:srgbClr val="1A3A2A"/>
          </a:solidFill>
          <a:ln w="12700">
            <a:solidFill>
              <a:srgbClr val="1A3A2A"/>
            </a:solidFill>
            <a:prstDash val="solid"/>
          </a:ln>
        </p:spPr>
      </p:sp>
      <p:sp>
        <p:nvSpPr>
          <p:cNvPr id="17" name="Shape 15"/>
          <p:cNvSpPr/>
          <p:nvPr/>
        </p:nvSpPr>
        <p:spPr>
          <a:xfrm>
            <a:off x="8915400" y="0"/>
            <a:ext cx="457200" cy="9144"/>
          </a:xfrm>
          <a:prstGeom prst="rect">
            <a:avLst/>
          </a:prstGeom>
          <a:solidFill>
            <a:srgbClr val="1A3A2A"/>
          </a:solidFill>
          <a:ln w="12700">
            <a:solidFill>
              <a:srgbClr val="1A3A2A"/>
            </a:solidFill>
            <a:prstDash val="solid"/>
          </a:ln>
        </p:spPr>
      </p:sp>
      <p:sp>
        <p:nvSpPr>
          <p:cNvPr id="18" name="Shape 16"/>
          <p:cNvSpPr/>
          <p:nvPr/>
        </p:nvSpPr>
        <p:spPr>
          <a:xfrm>
            <a:off x="9509760" y="0"/>
            <a:ext cx="457200" cy="9144"/>
          </a:xfrm>
          <a:prstGeom prst="rect">
            <a:avLst/>
          </a:prstGeom>
          <a:solidFill>
            <a:srgbClr val="1A3A2A"/>
          </a:solidFill>
          <a:ln w="12700">
            <a:solidFill>
              <a:srgbClr val="1A3A2A"/>
            </a:solidFill>
            <a:prstDash val="solid"/>
          </a:ln>
        </p:spPr>
      </p:sp>
      <p:sp>
        <p:nvSpPr>
          <p:cNvPr id="19" name="Shape 17"/>
          <p:cNvSpPr/>
          <p:nvPr/>
        </p:nvSpPr>
        <p:spPr>
          <a:xfrm>
            <a:off x="10104120" y="0"/>
            <a:ext cx="457200" cy="9144"/>
          </a:xfrm>
          <a:prstGeom prst="rect">
            <a:avLst/>
          </a:prstGeom>
          <a:solidFill>
            <a:srgbClr val="1A3A2A"/>
          </a:solidFill>
          <a:ln w="12700">
            <a:solidFill>
              <a:srgbClr val="1A3A2A"/>
            </a:solidFill>
            <a:prstDash val="solid"/>
          </a:ln>
        </p:spPr>
      </p:sp>
      <p:sp>
        <p:nvSpPr>
          <p:cNvPr id="20" name="Shape 18"/>
          <p:cNvSpPr/>
          <p:nvPr/>
        </p:nvSpPr>
        <p:spPr>
          <a:xfrm>
            <a:off x="10698480" y="0"/>
            <a:ext cx="457200" cy="9144"/>
          </a:xfrm>
          <a:prstGeom prst="rect">
            <a:avLst/>
          </a:prstGeom>
          <a:solidFill>
            <a:srgbClr val="1A3A2A"/>
          </a:solidFill>
          <a:ln w="12700">
            <a:solidFill>
              <a:srgbClr val="1A3A2A"/>
            </a:solidFill>
            <a:prstDash val="solid"/>
          </a:ln>
        </p:spPr>
      </p:sp>
      <p:sp>
        <p:nvSpPr>
          <p:cNvPr id="21" name="Shape 19"/>
          <p:cNvSpPr/>
          <p:nvPr/>
        </p:nvSpPr>
        <p:spPr>
          <a:xfrm>
            <a:off x="11292840" y="0"/>
            <a:ext cx="457200" cy="9144"/>
          </a:xfrm>
          <a:prstGeom prst="rect">
            <a:avLst/>
          </a:prstGeom>
          <a:solidFill>
            <a:srgbClr val="1A3A2A"/>
          </a:solidFill>
          <a:ln w="12700">
            <a:solidFill>
              <a:srgbClr val="1A3A2A"/>
            </a:solidFill>
            <a:prstDash val="solid"/>
          </a:ln>
        </p:spPr>
      </p:sp>
      <p:sp>
        <p:nvSpPr>
          <p:cNvPr id="22" name="Shape 20"/>
          <p:cNvSpPr/>
          <p:nvPr/>
        </p:nvSpPr>
        <p:spPr>
          <a:xfrm>
            <a:off x="292608" y="502920"/>
            <a:ext cx="457200" cy="9144"/>
          </a:xfrm>
          <a:prstGeom prst="rect">
            <a:avLst/>
          </a:prstGeom>
          <a:solidFill>
            <a:srgbClr val="1A3A2A"/>
          </a:solidFill>
          <a:ln w="12700">
            <a:solidFill>
              <a:srgbClr val="1A3A2A"/>
            </a:solidFill>
            <a:prstDash val="solid"/>
          </a:ln>
        </p:spPr>
      </p:sp>
      <p:sp>
        <p:nvSpPr>
          <p:cNvPr id="23" name="Shape 21"/>
          <p:cNvSpPr/>
          <p:nvPr/>
        </p:nvSpPr>
        <p:spPr>
          <a:xfrm>
            <a:off x="886968" y="502920"/>
            <a:ext cx="457200" cy="9144"/>
          </a:xfrm>
          <a:prstGeom prst="rect">
            <a:avLst/>
          </a:prstGeom>
          <a:solidFill>
            <a:srgbClr val="1A3A2A"/>
          </a:solidFill>
          <a:ln w="12700">
            <a:solidFill>
              <a:srgbClr val="1A3A2A"/>
            </a:solidFill>
            <a:prstDash val="solid"/>
          </a:ln>
        </p:spPr>
      </p:sp>
      <p:sp>
        <p:nvSpPr>
          <p:cNvPr id="24" name="Shape 22"/>
          <p:cNvSpPr/>
          <p:nvPr/>
        </p:nvSpPr>
        <p:spPr>
          <a:xfrm>
            <a:off x="1481328" y="502920"/>
            <a:ext cx="457200" cy="9144"/>
          </a:xfrm>
          <a:prstGeom prst="rect">
            <a:avLst/>
          </a:prstGeom>
          <a:solidFill>
            <a:srgbClr val="1A3A2A"/>
          </a:solidFill>
          <a:ln w="12700">
            <a:solidFill>
              <a:srgbClr val="1A3A2A"/>
            </a:solidFill>
            <a:prstDash val="solid"/>
          </a:ln>
        </p:spPr>
      </p:sp>
      <p:sp>
        <p:nvSpPr>
          <p:cNvPr id="25" name="Shape 23"/>
          <p:cNvSpPr/>
          <p:nvPr/>
        </p:nvSpPr>
        <p:spPr>
          <a:xfrm>
            <a:off x="2075688" y="502920"/>
            <a:ext cx="457200" cy="9144"/>
          </a:xfrm>
          <a:prstGeom prst="rect">
            <a:avLst/>
          </a:prstGeom>
          <a:solidFill>
            <a:srgbClr val="1A3A2A"/>
          </a:solidFill>
          <a:ln w="12700">
            <a:solidFill>
              <a:srgbClr val="1A3A2A"/>
            </a:solidFill>
            <a:prstDash val="solid"/>
          </a:ln>
        </p:spPr>
      </p:sp>
      <p:sp>
        <p:nvSpPr>
          <p:cNvPr id="26" name="Shape 24"/>
          <p:cNvSpPr/>
          <p:nvPr/>
        </p:nvSpPr>
        <p:spPr>
          <a:xfrm>
            <a:off x="2670048" y="502920"/>
            <a:ext cx="457200" cy="9144"/>
          </a:xfrm>
          <a:prstGeom prst="rect">
            <a:avLst/>
          </a:prstGeom>
          <a:solidFill>
            <a:srgbClr val="1A3A2A"/>
          </a:solidFill>
          <a:ln w="12700">
            <a:solidFill>
              <a:srgbClr val="1A3A2A"/>
            </a:solidFill>
            <a:prstDash val="solid"/>
          </a:ln>
        </p:spPr>
      </p:sp>
      <p:sp>
        <p:nvSpPr>
          <p:cNvPr id="27" name="Shape 25"/>
          <p:cNvSpPr/>
          <p:nvPr/>
        </p:nvSpPr>
        <p:spPr>
          <a:xfrm>
            <a:off x="3264408" y="502920"/>
            <a:ext cx="457200" cy="9144"/>
          </a:xfrm>
          <a:prstGeom prst="rect">
            <a:avLst/>
          </a:prstGeom>
          <a:solidFill>
            <a:srgbClr val="1A3A2A"/>
          </a:solidFill>
          <a:ln w="12700">
            <a:solidFill>
              <a:srgbClr val="1A3A2A"/>
            </a:solidFill>
            <a:prstDash val="solid"/>
          </a:ln>
        </p:spPr>
      </p:sp>
      <p:sp>
        <p:nvSpPr>
          <p:cNvPr id="28" name="Shape 26"/>
          <p:cNvSpPr/>
          <p:nvPr/>
        </p:nvSpPr>
        <p:spPr>
          <a:xfrm>
            <a:off x="3858768" y="502920"/>
            <a:ext cx="457200" cy="9144"/>
          </a:xfrm>
          <a:prstGeom prst="rect">
            <a:avLst/>
          </a:prstGeom>
          <a:solidFill>
            <a:srgbClr val="1A3A2A"/>
          </a:solidFill>
          <a:ln w="12700">
            <a:solidFill>
              <a:srgbClr val="1A3A2A"/>
            </a:solidFill>
            <a:prstDash val="solid"/>
          </a:ln>
        </p:spPr>
      </p:sp>
      <p:sp>
        <p:nvSpPr>
          <p:cNvPr id="29" name="Shape 27"/>
          <p:cNvSpPr/>
          <p:nvPr/>
        </p:nvSpPr>
        <p:spPr>
          <a:xfrm>
            <a:off x="4453128" y="502920"/>
            <a:ext cx="457200" cy="9144"/>
          </a:xfrm>
          <a:prstGeom prst="rect">
            <a:avLst/>
          </a:prstGeom>
          <a:solidFill>
            <a:srgbClr val="1A3A2A"/>
          </a:solidFill>
          <a:ln w="12700">
            <a:solidFill>
              <a:srgbClr val="1A3A2A"/>
            </a:solidFill>
            <a:prstDash val="solid"/>
          </a:ln>
        </p:spPr>
      </p:sp>
      <p:sp>
        <p:nvSpPr>
          <p:cNvPr id="30" name="Shape 28"/>
          <p:cNvSpPr/>
          <p:nvPr/>
        </p:nvSpPr>
        <p:spPr>
          <a:xfrm>
            <a:off x="5047488" y="502920"/>
            <a:ext cx="457200" cy="9144"/>
          </a:xfrm>
          <a:prstGeom prst="rect">
            <a:avLst/>
          </a:prstGeom>
          <a:solidFill>
            <a:srgbClr val="1A3A2A"/>
          </a:solidFill>
          <a:ln w="12700">
            <a:solidFill>
              <a:srgbClr val="1A3A2A"/>
            </a:solidFill>
            <a:prstDash val="solid"/>
          </a:ln>
        </p:spPr>
      </p:sp>
      <p:sp>
        <p:nvSpPr>
          <p:cNvPr id="31" name="Shape 29"/>
          <p:cNvSpPr/>
          <p:nvPr/>
        </p:nvSpPr>
        <p:spPr>
          <a:xfrm>
            <a:off x="5641848" y="502920"/>
            <a:ext cx="457200" cy="9144"/>
          </a:xfrm>
          <a:prstGeom prst="rect">
            <a:avLst/>
          </a:prstGeom>
          <a:solidFill>
            <a:srgbClr val="1A3A2A"/>
          </a:solidFill>
          <a:ln w="12700">
            <a:solidFill>
              <a:srgbClr val="1A3A2A"/>
            </a:solidFill>
            <a:prstDash val="solid"/>
          </a:ln>
        </p:spPr>
      </p:sp>
      <p:sp>
        <p:nvSpPr>
          <p:cNvPr id="32" name="Shape 30"/>
          <p:cNvSpPr/>
          <p:nvPr/>
        </p:nvSpPr>
        <p:spPr>
          <a:xfrm>
            <a:off x="6236208" y="502920"/>
            <a:ext cx="457200" cy="9144"/>
          </a:xfrm>
          <a:prstGeom prst="rect">
            <a:avLst/>
          </a:prstGeom>
          <a:solidFill>
            <a:srgbClr val="1A3A2A"/>
          </a:solidFill>
          <a:ln w="12700">
            <a:solidFill>
              <a:srgbClr val="1A3A2A"/>
            </a:solidFill>
            <a:prstDash val="solid"/>
          </a:ln>
        </p:spPr>
      </p:sp>
      <p:sp>
        <p:nvSpPr>
          <p:cNvPr id="33" name="Shape 31"/>
          <p:cNvSpPr/>
          <p:nvPr/>
        </p:nvSpPr>
        <p:spPr>
          <a:xfrm>
            <a:off x="6830568" y="502920"/>
            <a:ext cx="457200" cy="9144"/>
          </a:xfrm>
          <a:prstGeom prst="rect">
            <a:avLst/>
          </a:prstGeom>
          <a:solidFill>
            <a:srgbClr val="1A3A2A"/>
          </a:solidFill>
          <a:ln w="12700">
            <a:solidFill>
              <a:srgbClr val="1A3A2A"/>
            </a:solidFill>
            <a:prstDash val="solid"/>
          </a:ln>
        </p:spPr>
      </p:sp>
      <p:sp>
        <p:nvSpPr>
          <p:cNvPr id="34" name="Shape 32"/>
          <p:cNvSpPr/>
          <p:nvPr/>
        </p:nvSpPr>
        <p:spPr>
          <a:xfrm>
            <a:off x="7424928" y="502920"/>
            <a:ext cx="457200" cy="9144"/>
          </a:xfrm>
          <a:prstGeom prst="rect">
            <a:avLst/>
          </a:prstGeom>
          <a:solidFill>
            <a:srgbClr val="1A3A2A"/>
          </a:solidFill>
          <a:ln w="12700">
            <a:solidFill>
              <a:srgbClr val="1A3A2A"/>
            </a:solidFill>
            <a:prstDash val="solid"/>
          </a:ln>
        </p:spPr>
      </p:sp>
      <p:sp>
        <p:nvSpPr>
          <p:cNvPr id="35" name="Shape 33"/>
          <p:cNvSpPr/>
          <p:nvPr/>
        </p:nvSpPr>
        <p:spPr>
          <a:xfrm>
            <a:off x="8019288" y="502920"/>
            <a:ext cx="457200" cy="9144"/>
          </a:xfrm>
          <a:prstGeom prst="rect">
            <a:avLst/>
          </a:prstGeom>
          <a:solidFill>
            <a:srgbClr val="1A3A2A"/>
          </a:solidFill>
          <a:ln w="12700">
            <a:solidFill>
              <a:srgbClr val="1A3A2A"/>
            </a:solidFill>
            <a:prstDash val="solid"/>
          </a:ln>
        </p:spPr>
      </p:sp>
      <p:sp>
        <p:nvSpPr>
          <p:cNvPr id="36" name="Shape 34"/>
          <p:cNvSpPr/>
          <p:nvPr/>
        </p:nvSpPr>
        <p:spPr>
          <a:xfrm>
            <a:off x="8613648" y="502920"/>
            <a:ext cx="457200" cy="9144"/>
          </a:xfrm>
          <a:prstGeom prst="rect">
            <a:avLst/>
          </a:prstGeom>
          <a:solidFill>
            <a:srgbClr val="1A3A2A"/>
          </a:solidFill>
          <a:ln w="12700">
            <a:solidFill>
              <a:srgbClr val="1A3A2A"/>
            </a:solidFill>
            <a:prstDash val="solid"/>
          </a:ln>
        </p:spPr>
      </p:sp>
      <p:sp>
        <p:nvSpPr>
          <p:cNvPr id="37" name="Shape 35"/>
          <p:cNvSpPr/>
          <p:nvPr/>
        </p:nvSpPr>
        <p:spPr>
          <a:xfrm>
            <a:off x="9208008" y="502920"/>
            <a:ext cx="457200" cy="9144"/>
          </a:xfrm>
          <a:prstGeom prst="rect">
            <a:avLst/>
          </a:prstGeom>
          <a:solidFill>
            <a:srgbClr val="1A3A2A"/>
          </a:solidFill>
          <a:ln w="12700">
            <a:solidFill>
              <a:srgbClr val="1A3A2A"/>
            </a:solidFill>
            <a:prstDash val="solid"/>
          </a:ln>
        </p:spPr>
      </p:sp>
      <p:sp>
        <p:nvSpPr>
          <p:cNvPr id="38" name="Shape 36"/>
          <p:cNvSpPr/>
          <p:nvPr/>
        </p:nvSpPr>
        <p:spPr>
          <a:xfrm>
            <a:off x="9802368" y="502920"/>
            <a:ext cx="457200" cy="9144"/>
          </a:xfrm>
          <a:prstGeom prst="rect">
            <a:avLst/>
          </a:prstGeom>
          <a:solidFill>
            <a:srgbClr val="1A3A2A"/>
          </a:solidFill>
          <a:ln w="12700">
            <a:solidFill>
              <a:srgbClr val="1A3A2A"/>
            </a:solidFill>
            <a:prstDash val="solid"/>
          </a:ln>
        </p:spPr>
      </p:sp>
      <p:sp>
        <p:nvSpPr>
          <p:cNvPr id="39" name="Shape 37"/>
          <p:cNvSpPr/>
          <p:nvPr/>
        </p:nvSpPr>
        <p:spPr>
          <a:xfrm>
            <a:off x="10396728" y="502920"/>
            <a:ext cx="457200" cy="9144"/>
          </a:xfrm>
          <a:prstGeom prst="rect">
            <a:avLst/>
          </a:prstGeom>
          <a:solidFill>
            <a:srgbClr val="1A3A2A"/>
          </a:solidFill>
          <a:ln w="12700">
            <a:solidFill>
              <a:srgbClr val="1A3A2A"/>
            </a:solidFill>
            <a:prstDash val="solid"/>
          </a:ln>
        </p:spPr>
      </p:sp>
      <p:sp>
        <p:nvSpPr>
          <p:cNvPr id="40" name="Shape 38"/>
          <p:cNvSpPr/>
          <p:nvPr/>
        </p:nvSpPr>
        <p:spPr>
          <a:xfrm>
            <a:off x="10991088" y="502920"/>
            <a:ext cx="457200" cy="9144"/>
          </a:xfrm>
          <a:prstGeom prst="rect">
            <a:avLst/>
          </a:prstGeom>
          <a:solidFill>
            <a:srgbClr val="1A3A2A"/>
          </a:solidFill>
          <a:ln w="12700">
            <a:solidFill>
              <a:srgbClr val="1A3A2A"/>
            </a:solidFill>
            <a:prstDash val="solid"/>
          </a:ln>
        </p:spPr>
      </p:sp>
      <p:sp>
        <p:nvSpPr>
          <p:cNvPr id="41" name="Shape 39"/>
          <p:cNvSpPr/>
          <p:nvPr/>
        </p:nvSpPr>
        <p:spPr>
          <a:xfrm>
            <a:off x="11585448" y="502920"/>
            <a:ext cx="457200" cy="9144"/>
          </a:xfrm>
          <a:prstGeom prst="rect">
            <a:avLst/>
          </a:prstGeom>
          <a:solidFill>
            <a:srgbClr val="1A3A2A"/>
          </a:solidFill>
          <a:ln w="12700">
            <a:solidFill>
              <a:srgbClr val="1A3A2A"/>
            </a:solidFill>
            <a:prstDash val="solid"/>
          </a:ln>
        </p:spPr>
      </p:sp>
      <p:sp>
        <p:nvSpPr>
          <p:cNvPr id="42" name="Shape 40"/>
          <p:cNvSpPr/>
          <p:nvPr/>
        </p:nvSpPr>
        <p:spPr>
          <a:xfrm>
            <a:off x="0" y="1005840"/>
            <a:ext cx="457200" cy="9144"/>
          </a:xfrm>
          <a:prstGeom prst="rect">
            <a:avLst/>
          </a:prstGeom>
          <a:solidFill>
            <a:srgbClr val="1A3A2A"/>
          </a:solidFill>
          <a:ln w="12700">
            <a:solidFill>
              <a:srgbClr val="1A3A2A"/>
            </a:solidFill>
            <a:prstDash val="solid"/>
          </a:ln>
        </p:spPr>
      </p:sp>
      <p:sp>
        <p:nvSpPr>
          <p:cNvPr id="43" name="Shape 41"/>
          <p:cNvSpPr/>
          <p:nvPr/>
        </p:nvSpPr>
        <p:spPr>
          <a:xfrm>
            <a:off x="594360" y="1005840"/>
            <a:ext cx="457200" cy="9144"/>
          </a:xfrm>
          <a:prstGeom prst="rect">
            <a:avLst/>
          </a:prstGeom>
          <a:solidFill>
            <a:srgbClr val="1A3A2A"/>
          </a:solidFill>
          <a:ln w="12700">
            <a:solidFill>
              <a:srgbClr val="1A3A2A"/>
            </a:solidFill>
            <a:prstDash val="solid"/>
          </a:ln>
        </p:spPr>
      </p:sp>
      <p:sp>
        <p:nvSpPr>
          <p:cNvPr id="44" name="Shape 42"/>
          <p:cNvSpPr/>
          <p:nvPr/>
        </p:nvSpPr>
        <p:spPr>
          <a:xfrm>
            <a:off x="1188720" y="1005840"/>
            <a:ext cx="457200" cy="9144"/>
          </a:xfrm>
          <a:prstGeom prst="rect">
            <a:avLst/>
          </a:prstGeom>
          <a:solidFill>
            <a:srgbClr val="1A3A2A"/>
          </a:solidFill>
          <a:ln w="12700">
            <a:solidFill>
              <a:srgbClr val="1A3A2A"/>
            </a:solidFill>
            <a:prstDash val="solid"/>
          </a:ln>
        </p:spPr>
      </p:sp>
      <p:sp>
        <p:nvSpPr>
          <p:cNvPr id="45" name="Shape 43"/>
          <p:cNvSpPr/>
          <p:nvPr/>
        </p:nvSpPr>
        <p:spPr>
          <a:xfrm>
            <a:off x="1783080" y="1005840"/>
            <a:ext cx="457200" cy="9144"/>
          </a:xfrm>
          <a:prstGeom prst="rect">
            <a:avLst/>
          </a:prstGeom>
          <a:solidFill>
            <a:srgbClr val="1A3A2A"/>
          </a:solidFill>
          <a:ln w="12700">
            <a:solidFill>
              <a:srgbClr val="1A3A2A"/>
            </a:solidFill>
            <a:prstDash val="solid"/>
          </a:ln>
        </p:spPr>
      </p:sp>
      <p:sp>
        <p:nvSpPr>
          <p:cNvPr id="46" name="Shape 44"/>
          <p:cNvSpPr/>
          <p:nvPr/>
        </p:nvSpPr>
        <p:spPr>
          <a:xfrm>
            <a:off x="2377440" y="1005840"/>
            <a:ext cx="457200" cy="9144"/>
          </a:xfrm>
          <a:prstGeom prst="rect">
            <a:avLst/>
          </a:prstGeom>
          <a:solidFill>
            <a:srgbClr val="1A3A2A"/>
          </a:solidFill>
          <a:ln w="12700">
            <a:solidFill>
              <a:srgbClr val="1A3A2A"/>
            </a:solidFill>
            <a:prstDash val="solid"/>
          </a:ln>
        </p:spPr>
      </p:sp>
      <p:sp>
        <p:nvSpPr>
          <p:cNvPr id="47" name="Shape 45"/>
          <p:cNvSpPr/>
          <p:nvPr/>
        </p:nvSpPr>
        <p:spPr>
          <a:xfrm>
            <a:off x="2971800" y="1005840"/>
            <a:ext cx="457200" cy="9144"/>
          </a:xfrm>
          <a:prstGeom prst="rect">
            <a:avLst/>
          </a:prstGeom>
          <a:solidFill>
            <a:srgbClr val="1A3A2A"/>
          </a:solidFill>
          <a:ln w="12700">
            <a:solidFill>
              <a:srgbClr val="1A3A2A"/>
            </a:solidFill>
            <a:prstDash val="solid"/>
          </a:ln>
        </p:spPr>
      </p:sp>
      <p:sp>
        <p:nvSpPr>
          <p:cNvPr id="48" name="Shape 46"/>
          <p:cNvSpPr/>
          <p:nvPr/>
        </p:nvSpPr>
        <p:spPr>
          <a:xfrm>
            <a:off x="3566160" y="1005840"/>
            <a:ext cx="457200" cy="9144"/>
          </a:xfrm>
          <a:prstGeom prst="rect">
            <a:avLst/>
          </a:prstGeom>
          <a:solidFill>
            <a:srgbClr val="1A3A2A"/>
          </a:solidFill>
          <a:ln w="12700">
            <a:solidFill>
              <a:srgbClr val="1A3A2A"/>
            </a:solidFill>
            <a:prstDash val="solid"/>
          </a:ln>
        </p:spPr>
      </p:sp>
      <p:sp>
        <p:nvSpPr>
          <p:cNvPr id="49" name="Shape 47"/>
          <p:cNvSpPr/>
          <p:nvPr/>
        </p:nvSpPr>
        <p:spPr>
          <a:xfrm>
            <a:off x="4160520" y="1005840"/>
            <a:ext cx="457200" cy="9144"/>
          </a:xfrm>
          <a:prstGeom prst="rect">
            <a:avLst/>
          </a:prstGeom>
          <a:solidFill>
            <a:srgbClr val="1A3A2A"/>
          </a:solidFill>
          <a:ln w="12700">
            <a:solidFill>
              <a:srgbClr val="1A3A2A"/>
            </a:solidFill>
            <a:prstDash val="solid"/>
          </a:ln>
        </p:spPr>
      </p:sp>
      <p:sp>
        <p:nvSpPr>
          <p:cNvPr id="50" name="Shape 48"/>
          <p:cNvSpPr/>
          <p:nvPr/>
        </p:nvSpPr>
        <p:spPr>
          <a:xfrm>
            <a:off x="4754880" y="1005840"/>
            <a:ext cx="457200" cy="9144"/>
          </a:xfrm>
          <a:prstGeom prst="rect">
            <a:avLst/>
          </a:prstGeom>
          <a:solidFill>
            <a:srgbClr val="1A3A2A"/>
          </a:solidFill>
          <a:ln w="12700">
            <a:solidFill>
              <a:srgbClr val="1A3A2A"/>
            </a:solidFill>
            <a:prstDash val="solid"/>
          </a:ln>
        </p:spPr>
      </p:sp>
      <p:sp>
        <p:nvSpPr>
          <p:cNvPr id="51" name="Shape 49"/>
          <p:cNvSpPr/>
          <p:nvPr/>
        </p:nvSpPr>
        <p:spPr>
          <a:xfrm>
            <a:off x="5349240" y="1005840"/>
            <a:ext cx="457200" cy="9144"/>
          </a:xfrm>
          <a:prstGeom prst="rect">
            <a:avLst/>
          </a:prstGeom>
          <a:solidFill>
            <a:srgbClr val="1A3A2A"/>
          </a:solidFill>
          <a:ln w="12700">
            <a:solidFill>
              <a:srgbClr val="1A3A2A"/>
            </a:solidFill>
            <a:prstDash val="solid"/>
          </a:ln>
        </p:spPr>
      </p:sp>
      <p:sp>
        <p:nvSpPr>
          <p:cNvPr id="52" name="Shape 50"/>
          <p:cNvSpPr/>
          <p:nvPr/>
        </p:nvSpPr>
        <p:spPr>
          <a:xfrm>
            <a:off x="5943600" y="1005840"/>
            <a:ext cx="457200" cy="9144"/>
          </a:xfrm>
          <a:prstGeom prst="rect">
            <a:avLst/>
          </a:prstGeom>
          <a:solidFill>
            <a:srgbClr val="1A3A2A"/>
          </a:solidFill>
          <a:ln w="12700">
            <a:solidFill>
              <a:srgbClr val="1A3A2A"/>
            </a:solidFill>
            <a:prstDash val="solid"/>
          </a:ln>
        </p:spPr>
      </p:sp>
      <p:sp>
        <p:nvSpPr>
          <p:cNvPr id="53" name="Shape 51"/>
          <p:cNvSpPr/>
          <p:nvPr/>
        </p:nvSpPr>
        <p:spPr>
          <a:xfrm>
            <a:off x="6537960" y="1005840"/>
            <a:ext cx="457200" cy="9144"/>
          </a:xfrm>
          <a:prstGeom prst="rect">
            <a:avLst/>
          </a:prstGeom>
          <a:solidFill>
            <a:srgbClr val="1A3A2A"/>
          </a:solidFill>
          <a:ln w="12700">
            <a:solidFill>
              <a:srgbClr val="1A3A2A"/>
            </a:solidFill>
            <a:prstDash val="solid"/>
          </a:ln>
        </p:spPr>
      </p:sp>
      <p:sp>
        <p:nvSpPr>
          <p:cNvPr id="54" name="Shape 52"/>
          <p:cNvSpPr/>
          <p:nvPr/>
        </p:nvSpPr>
        <p:spPr>
          <a:xfrm>
            <a:off x="7132320" y="1005840"/>
            <a:ext cx="457200" cy="9144"/>
          </a:xfrm>
          <a:prstGeom prst="rect">
            <a:avLst/>
          </a:prstGeom>
          <a:solidFill>
            <a:srgbClr val="1A3A2A"/>
          </a:solidFill>
          <a:ln w="12700">
            <a:solidFill>
              <a:srgbClr val="1A3A2A"/>
            </a:solidFill>
            <a:prstDash val="solid"/>
          </a:ln>
        </p:spPr>
      </p:sp>
      <p:sp>
        <p:nvSpPr>
          <p:cNvPr id="55" name="Shape 53"/>
          <p:cNvSpPr/>
          <p:nvPr/>
        </p:nvSpPr>
        <p:spPr>
          <a:xfrm>
            <a:off x="7726680" y="1005840"/>
            <a:ext cx="457200" cy="9144"/>
          </a:xfrm>
          <a:prstGeom prst="rect">
            <a:avLst/>
          </a:prstGeom>
          <a:solidFill>
            <a:srgbClr val="1A3A2A"/>
          </a:solidFill>
          <a:ln w="12700">
            <a:solidFill>
              <a:srgbClr val="1A3A2A"/>
            </a:solidFill>
            <a:prstDash val="solid"/>
          </a:ln>
        </p:spPr>
      </p:sp>
      <p:sp>
        <p:nvSpPr>
          <p:cNvPr id="56" name="Shape 54"/>
          <p:cNvSpPr/>
          <p:nvPr/>
        </p:nvSpPr>
        <p:spPr>
          <a:xfrm>
            <a:off x="8321040" y="1005840"/>
            <a:ext cx="457200" cy="9144"/>
          </a:xfrm>
          <a:prstGeom prst="rect">
            <a:avLst/>
          </a:prstGeom>
          <a:solidFill>
            <a:srgbClr val="1A3A2A"/>
          </a:solidFill>
          <a:ln w="12700">
            <a:solidFill>
              <a:srgbClr val="1A3A2A"/>
            </a:solidFill>
            <a:prstDash val="solid"/>
          </a:ln>
        </p:spPr>
      </p:sp>
      <p:sp>
        <p:nvSpPr>
          <p:cNvPr id="57" name="Shape 55"/>
          <p:cNvSpPr/>
          <p:nvPr/>
        </p:nvSpPr>
        <p:spPr>
          <a:xfrm>
            <a:off x="8915400" y="1005840"/>
            <a:ext cx="457200" cy="9144"/>
          </a:xfrm>
          <a:prstGeom prst="rect">
            <a:avLst/>
          </a:prstGeom>
          <a:solidFill>
            <a:srgbClr val="1A3A2A"/>
          </a:solidFill>
          <a:ln w="12700">
            <a:solidFill>
              <a:srgbClr val="1A3A2A"/>
            </a:solidFill>
            <a:prstDash val="solid"/>
          </a:ln>
        </p:spPr>
      </p:sp>
      <p:sp>
        <p:nvSpPr>
          <p:cNvPr id="58" name="Shape 56"/>
          <p:cNvSpPr/>
          <p:nvPr/>
        </p:nvSpPr>
        <p:spPr>
          <a:xfrm>
            <a:off x="9509760" y="1005840"/>
            <a:ext cx="457200" cy="9144"/>
          </a:xfrm>
          <a:prstGeom prst="rect">
            <a:avLst/>
          </a:prstGeom>
          <a:solidFill>
            <a:srgbClr val="1A3A2A"/>
          </a:solidFill>
          <a:ln w="12700">
            <a:solidFill>
              <a:srgbClr val="1A3A2A"/>
            </a:solidFill>
            <a:prstDash val="solid"/>
          </a:ln>
        </p:spPr>
      </p:sp>
      <p:sp>
        <p:nvSpPr>
          <p:cNvPr id="59" name="Shape 57"/>
          <p:cNvSpPr/>
          <p:nvPr/>
        </p:nvSpPr>
        <p:spPr>
          <a:xfrm>
            <a:off x="10104120" y="1005840"/>
            <a:ext cx="457200" cy="9144"/>
          </a:xfrm>
          <a:prstGeom prst="rect">
            <a:avLst/>
          </a:prstGeom>
          <a:solidFill>
            <a:srgbClr val="1A3A2A"/>
          </a:solidFill>
          <a:ln w="12700">
            <a:solidFill>
              <a:srgbClr val="1A3A2A"/>
            </a:solidFill>
            <a:prstDash val="solid"/>
          </a:ln>
        </p:spPr>
      </p:sp>
      <p:sp>
        <p:nvSpPr>
          <p:cNvPr id="60" name="Shape 58"/>
          <p:cNvSpPr/>
          <p:nvPr/>
        </p:nvSpPr>
        <p:spPr>
          <a:xfrm>
            <a:off x="10698480" y="1005840"/>
            <a:ext cx="457200" cy="9144"/>
          </a:xfrm>
          <a:prstGeom prst="rect">
            <a:avLst/>
          </a:prstGeom>
          <a:solidFill>
            <a:srgbClr val="1A3A2A"/>
          </a:solidFill>
          <a:ln w="12700">
            <a:solidFill>
              <a:srgbClr val="1A3A2A"/>
            </a:solidFill>
            <a:prstDash val="solid"/>
          </a:ln>
        </p:spPr>
      </p:sp>
      <p:sp>
        <p:nvSpPr>
          <p:cNvPr id="61" name="Shape 59"/>
          <p:cNvSpPr/>
          <p:nvPr/>
        </p:nvSpPr>
        <p:spPr>
          <a:xfrm>
            <a:off x="11292840" y="1005840"/>
            <a:ext cx="457200" cy="9144"/>
          </a:xfrm>
          <a:prstGeom prst="rect">
            <a:avLst/>
          </a:prstGeom>
          <a:solidFill>
            <a:srgbClr val="1A3A2A"/>
          </a:solidFill>
          <a:ln w="12700">
            <a:solidFill>
              <a:srgbClr val="1A3A2A"/>
            </a:solidFill>
            <a:prstDash val="solid"/>
          </a:ln>
        </p:spPr>
      </p:sp>
      <p:sp>
        <p:nvSpPr>
          <p:cNvPr id="62" name="Shape 60"/>
          <p:cNvSpPr/>
          <p:nvPr/>
        </p:nvSpPr>
        <p:spPr>
          <a:xfrm>
            <a:off x="292608" y="1508760"/>
            <a:ext cx="457200" cy="9144"/>
          </a:xfrm>
          <a:prstGeom prst="rect">
            <a:avLst/>
          </a:prstGeom>
          <a:solidFill>
            <a:srgbClr val="1A3A2A"/>
          </a:solidFill>
          <a:ln w="12700">
            <a:solidFill>
              <a:srgbClr val="1A3A2A"/>
            </a:solidFill>
            <a:prstDash val="solid"/>
          </a:ln>
        </p:spPr>
      </p:sp>
      <p:sp>
        <p:nvSpPr>
          <p:cNvPr id="63" name="Shape 61"/>
          <p:cNvSpPr/>
          <p:nvPr/>
        </p:nvSpPr>
        <p:spPr>
          <a:xfrm>
            <a:off x="886968" y="1508760"/>
            <a:ext cx="457200" cy="9144"/>
          </a:xfrm>
          <a:prstGeom prst="rect">
            <a:avLst/>
          </a:prstGeom>
          <a:solidFill>
            <a:srgbClr val="1A3A2A"/>
          </a:solidFill>
          <a:ln w="12700">
            <a:solidFill>
              <a:srgbClr val="1A3A2A"/>
            </a:solidFill>
            <a:prstDash val="solid"/>
          </a:ln>
        </p:spPr>
      </p:sp>
      <p:sp>
        <p:nvSpPr>
          <p:cNvPr id="64" name="Shape 62"/>
          <p:cNvSpPr/>
          <p:nvPr/>
        </p:nvSpPr>
        <p:spPr>
          <a:xfrm>
            <a:off x="1481328" y="1508760"/>
            <a:ext cx="457200" cy="9144"/>
          </a:xfrm>
          <a:prstGeom prst="rect">
            <a:avLst/>
          </a:prstGeom>
          <a:solidFill>
            <a:srgbClr val="1A3A2A"/>
          </a:solidFill>
          <a:ln w="12700">
            <a:solidFill>
              <a:srgbClr val="1A3A2A"/>
            </a:solidFill>
            <a:prstDash val="solid"/>
          </a:ln>
        </p:spPr>
      </p:sp>
      <p:sp>
        <p:nvSpPr>
          <p:cNvPr id="65" name="Shape 63"/>
          <p:cNvSpPr/>
          <p:nvPr/>
        </p:nvSpPr>
        <p:spPr>
          <a:xfrm>
            <a:off x="2075688" y="1508760"/>
            <a:ext cx="457200" cy="9144"/>
          </a:xfrm>
          <a:prstGeom prst="rect">
            <a:avLst/>
          </a:prstGeom>
          <a:solidFill>
            <a:srgbClr val="1A3A2A"/>
          </a:solidFill>
          <a:ln w="12700">
            <a:solidFill>
              <a:srgbClr val="1A3A2A"/>
            </a:solidFill>
            <a:prstDash val="solid"/>
          </a:ln>
        </p:spPr>
      </p:sp>
      <p:sp>
        <p:nvSpPr>
          <p:cNvPr id="66" name="Shape 64"/>
          <p:cNvSpPr/>
          <p:nvPr/>
        </p:nvSpPr>
        <p:spPr>
          <a:xfrm>
            <a:off x="2670048" y="1508760"/>
            <a:ext cx="457200" cy="9144"/>
          </a:xfrm>
          <a:prstGeom prst="rect">
            <a:avLst/>
          </a:prstGeom>
          <a:solidFill>
            <a:srgbClr val="1A3A2A"/>
          </a:solidFill>
          <a:ln w="12700">
            <a:solidFill>
              <a:srgbClr val="1A3A2A"/>
            </a:solidFill>
            <a:prstDash val="solid"/>
          </a:ln>
        </p:spPr>
      </p:sp>
      <p:sp>
        <p:nvSpPr>
          <p:cNvPr id="67" name="Shape 65"/>
          <p:cNvSpPr/>
          <p:nvPr/>
        </p:nvSpPr>
        <p:spPr>
          <a:xfrm>
            <a:off x="3264408" y="1508760"/>
            <a:ext cx="457200" cy="9144"/>
          </a:xfrm>
          <a:prstGeom prst="rect">
            <a:avLst/>
          </a:prstGeom>
          <a:solidFill>
            <a:srgbClr val="1A3A2A"/>
          </a:solidFill>
          <a:ln w="12700">
            <a:solidFill>
              <a:srgbClr val="1A3A2A"/>
            </a:solidFill>
            <a:prstDash val="solid"/>
          </a:ln>
        </p:spPr>
      </p:sp>
      <p:sp>
        <p:nvSpPr>
          <p:cNvPr id="68" name="Shape 66"/>
          <p:cNvSpPr/>
          <p:nvPr/>
        </p:nvSpPr>
        <p:spPr>
          <a:xfrm>
            <a:off x="3858768" y="1508760"/>
            <a:ext cx="457200" cy="9144"/>
          </a:xfrm>
          <a:prstGeom prst="rect">
            <a:avLst/>
          </a:prstGeom>
          <a:solidFill>
            <a:srgbClr val="1A3A2A"/>
          </a:solidFill>
          <a:ln w="12700">
            <a:solidFill>
              <a:srgbClr val="1A3A2A"/>
            </a:solidFill>
            <a:prstDash val="solid"/>
          </a:ln>
        </p:spPr>
      </p:sp>
      <p:sp>
        <p:nvSpPr>
          <p:cNvPr id="69" name="Shape 67"/>
          <p:cNvSpPr/>
          <p:nvPr/>
        </p:nvSpPr>
        <p:spPr>
          <a:xfrm>
            <a:off x="4453128" y="1508760"/>
            <a:ext cx="457200" cy="9144"/>
          </a:xfrm>
          <a:prstGeom prst="rect">
            <a:avLst/>
          </a:prstGeom>
          <a:solidFill>
            <a:srgbClr val="1A3A2A"/>
          </a:solidFill>
          <a:ln w="12700">
            <a:solidFill>
              <a:srgbClr val="1A3A2A"/>
            </a:solidFill>
            <a:prstDash val="solid"/>
          </a:ln>
        </p:spPr>
      </p:sp>
      <p:sp>
        <p:nvSpPr>
          <p:cNvPr id="70" name="Shape 68"/>
          <p:cNvSpPr/>
          <p:nvPr/>
        </p:nvSpPr>
        <p:spPr>
          <a:xfrm>
            <a:off x="5047488" y="1508760"/>
            <a:ext cx="457200" cy="9144"/>
          </a:xfrm>
          <a:prstGeom prst="rect">
            <a:avLst/>
          </a:prstGeom>
          <a:solidFill>
            <a:srgbClr val="1A3A2A"/>
          </a:solidFill>
          <a:ln w="12700">
            <a:solidFill>
              <a:srgbClr val="1A3A2A"/>
            </a:solidFill>
            <a:prstDash val="solid"/>
          </a:ln>
        </p:spPr>
      </p:sp>
      <p:sp>
        <p:nvSpPr>
          <p:cNvPr id="71" name="Shape 69"/>
          <p:cNvSpPr/>
          <p:nvPr/>
        </p:nvSpPr>
        <p:spPr>
          <a:xfrm>
            <a:off x="5641848" y="1508760"/>
            <a:ext cx="457200" cy="9144"/>
          </a:xfrm>
          <a:prstGeom prst="rect">
            <a:avLst/>
          </a:prstGeom>
          <a:solidFill>
            <a:srgbClr val="1A3A2A"/>
          </a:solidFill>
          <a:ln w="12700">
            <a:solidFill>
              <a:srgbClr val="1A3A2A"/>
            </a:solidFill>
            <a:prstDash val="solid"/>
          </a:ln>
        </p:spPr>
      </p:sp>
      <p:sp>
        <p:nvSpPr>
          <p:cNvPr id="72" name="Shape 70"/>
          <p:cNvSpPr/>
          <p:nvPr/>
        </p:nvSpPr>
        <p:spPr>
          <a:xfrm>
            <a:off x="6236208" y="1508760"/>
            <a:ext cx="457200" cy="9144"/>
          </a:xfrm>
          <a:prstGeom prst="rect">
            <a:avLst/>
          </a:prstGeom>
          <a:solidFill>
            <a:srgbClr val="1A3A2A"/>
          </a:solidFill>
          <a:ln w="12700">
            <a:solidFill>
              <a:srgbClr val="1A3A2A"/>
            </a:solidFill>
            <a:prstDash val="solid"/>
          </a:ln>
        </p:spPr>
      </p:sp>
      <p:sp>
        <p:nvSpPr>
          <p:cNvPr id="73" name="Shape 71"/>
          <p:cNvSpPr/>
          <p:nvPr/>
        </p:nvSpPr>
        <p:spPr>
          <a:xfrm>
            <a:off x="6830568" y="1508760"/>
            <a:ext cx="457200" cy="9144"/>
          </a:xfrm>
          <a:prstGeom prst="rect">
            <a:avLst/>
          </a:prstGeom>
          <a:solidFill>
            <a:srgbClr val="1A3A2A"/>
          </a:solidFill>
          <a:ln w="12700">
            <a:solidFill>
              <a:srgbClr val="1A3A2A"/>
            </a:solidFill>
            <a:prstDash val="solid"/>
          </a:ln>
        </p:spPr>
      </p:sp>
      <p:sp>
        <p:nvSpPr>
          <p:cNvPr id="74" name="Shape 72"/>
          <p:cNvSpPr/>
          <p:nvPr/>
        </p:nvSpPr>
        <p:spPr>
          <a:xfrm>
            <a:off x="7424928" y="1508760"/>
            <a:ext cx="457200" cy="9144"/>
          </a:xfrm>
          <a:prstGeom prst="rect">
            <a:avLst/>
          </a:prstGeom>
          <a:solidFill>
            <a:srgbClr val="1A3A2A"/>
          </a:solidFill>
          <a:ln w="12700">
            <a:solidFill>
              <a:srgbClr val="1A3A2A"/>
            </a:solidFill>
            <a:prstDash val="solid"/>
          </a:ln>
        </p:spPr>
      </p:sp>
      <p:sp>
        <p:nvSpPr>
          <p:cNvPr id="75" name="Shape 73"/>
          <p:cNvSpPr/>
          <p:nvPr/>
        </p:nvSpPr>
        <p:spPr>
          <a:xfrm>
            <a:off x="8019288" y="1508760"/>
            <a:ext cx="457200" cy="9144"/>
          </a:xfrm>
          <a:prstGeom prst="rect">
            <a:avLst/>
          </a:prstGeom>
          <a:solidFill>
            <a:srgbClr val="1A3A2A"/>
          </a:solidFill>
          <a:ln w="12700">
            <a:solidFill>
              <a:srgbClr val="1A3A2A"/>
            </a:solidFill>
            <a:prstDash val="solid"/>
          </a:ln>
        </p:spPr>
      </p:sp>
      <p:sp>
        <p:nvSpPr>
          <p:cNvPr id="76" name="Shape 74"/>
          <p:cNvSpPr/>
          <p:nvPr/>
        </p:nvSpPr>
        <p:spPr>
          <a:xfrm>
            <a:off x="8613648" y="1508760"/>
            <a:ext cx="457200" cy="9144"/>
          </a:xfrm>
          <a:prstGeom prst="rect">
            <a:avLst/>
          </a:prstGeom>
          <a:solidFill>
            <a:srgbClr val="1A3A2A"/>
          </a:solidFill>
          <a:ln w="12700">
            <a:solidFill>
              <a:srgbClr val="1A3A2A"/>
            </a:solidFill>
            <a:prstDash val="solid"/>
          </a:ln>
        </p:spPr>
      </p:sp>
      <p:sp>
        <p:nvSpPr>
          <p:cNvPr id="77" name="Shape 75"/>
          <p:cNvSpPr/>
          <p:nvPr/>
        </p:nvSpPr>
        <p:spPr>
          <a:xfrm>
            <a:off x="9208008" y="1508760"/>
            <a:ext cx="457200" cy="9144"/>
          </a:xfrm>
          <a:prstGeom prst="rect">
            <a:avLst/>
          </a:prstGeom>
          <a:solidFill>
            <a:srgbClr val="1A3A2A"/>
          </a:solidFill>
          <a:ln w="12700">
            <a:solidFill>
              <a:srgbClr val="1A3A2A"/>
            </a:solidFill>
            <a:prstDash val="solid"/>
          </a:ln>
        </p:spPr>
      </p:sp>
      <p:sp>
        <p:nvSpPr>
          <p:cNvPr id="78" name="Shape 76"/>
          <p:cNvSpPr/>
          <p:nvPr/>
        </p:nvSpPr>
        <p:spPr>
          <a:xfrm>
            <a:off x="9802368" y="1508760"/>
            <a:ext cx="457200" cy="9144"/>
          </a:xfrm>
          <a:prstGeom prst="rect">
            <a:avLst/>
          </a:prstGeom>
          <a:solidFill>
            <a:srgbClr val="1A3A2A"/>
          </a:solidFill>
          <a:ln w="12700">
            <a:solidFill>
              <a:srgbClr val="1A3A2A"/>
            </a:solidFill>
            <a:prstDash val="solid"/>
          </a:ln>
        </p:spPr>
      </p:sp>
      <p:sp>
        <p:nvSpPr>
          <p:cNvPr id="79" name="Shape 77"/>
          <p:cNvSpPr/>
          <p:nvPr/>
        </p:nvSpPr>
        <p:spPr>
          <a:xfrm>
            <a:off x="10396728" y="1508760"/>
            <a:ext cx="457200" cy="9144"/>
          </a:xfrm>
          <a:prstGeom prst="rect">
            <a:avLst/>
          </a:prstGeom>
          <a:solidFill>
            <a:srgbClr val="1A3A2A"/>
          </a:solidFill>
          <a:ln w="12700">
            <a:solidFill>
              <a:srgbClr val="1A3A2A"/>
            </a:solidFill>
            <a:prstDash val="solid"/>
          </a:ln>
        </p:spPr>
      </p:sp>
      <p:sp>
        <p:nvSpPr>
          <p:cNvPr id="80" name="Shape 78"/>
          <p:cNvSpPr/>
          <p:nvPr/>
        </p:nvSpPr>
        <p:spPr>
          <a:xfrm>
            <a:off x="10991088" y="1508760"/>
            <a:ext cx="457200" cy="9144"/>
          </a:xfrm>
          <a:prstGeom prst="rect">
            <a:avLst/>
          </a:prstGeom>
          <a:solidFill>
            <a:srgbClr val="1A3A2A"/>
          </a:solidFill>
          <a:ln w="12700">
            <a:solidFill>
              <a:srgbClr val="1A3A2A"/>
            </a:solidFill>
            <a:prstDash val="solid"/>
          </a:ln>
        </p:spPr>
      </p:sp>
      <p:sp>
        <p:nvSpPr>
          <p:cNvPr id="81" name="Shape 79"/>
          <p:cNvSpPr/>
          <p:nvPr/>
        </p:nvSpPr>
        <p:spPr>
          <a:xfrm>
            <a:off x="11585448" y="1508760"/>
            <a:ext cx="457200" cy="9144"/>
          </a:xfrm>
          <a:prstGeom prst="rect">
            <a:avLst/>
          </a:prstGeom>
          <a:solidFill>
            <a:srgbClr val="1A3A2A"/>
          </a:solidFill>
          <a:ln w="12700">
            <a:solidFill>
              <a:srgbClr val="1A3A2A"/>
            </a:solidFill>
            <a:prstDash val="solid"/>
          </a:ln>
        </p:spPr>
      </p:sp>
      <p:sp>
        <p:nvSpPr>
          <p:cNvPr id="82" name="Shape 80"/>
          <p:cNvSpPr/>
          <p:nvPr/>
        </p:nvSpPr>
        <p:spPr>
          <a:xfrm>
            <a:off x="0" y="2011680"/>
            <a:ext cx="457200" cy="9144"/>
          </a:xfrm>
          <a:prstGeom prst="rect">
            <a:avLst/>
          </a:prstGeom>
          <a:solidFill>
            <a:srgbClr val="1A3A2A"/>
          </a:solidFill>
          <a:ln w="12700">
            <a:solidFill>
              <a:srgbClr val="1A3A2A"/>
            </a:solidFill>
            <a:prstDash val="solid"/>
          </a:ln>
        </p:spPr>
      </p:sp>
      <p:sp>
        <p:nvSpPr>
          <p:cNvPr id="83" name="Shape 81"/>
          <p:cNvSpPr/>
          <p:nvPr/>
        </p:nvSpPr>
        <p:spPr>
          <a:xfrm>
            <a:off x="594360" y="2011680"/>
            <a:ext cx="457200" cy="9144"/>
          </a:xfrm>
          <a:prstGeom prst="rect">
            <a:avLst/>
          </a:prstGeom>
          <a:solidFill>
            <a:srgbClr val="1A3A2A"/>
          </a:solidFill>
          <a:ln w="12700">
            <a:solidFill>
              <a:srgbClr val="1A3A2A"/>
            </a:solidFill>
            <a:prstDash val="solid"/>
          </a:ln>
        </p:spPr>
      </p:sp>
      <p:sp>
        <p:nvSpPr>
          <p:cNvPr id="84" name="Shape 82"/>
          <p:cNvSpPr/>
          <p:nvPr/>
        </p:nvSpPr>
        <p:spPr>
          <a:xfrm>
            <a:off x="1188720" y="2011680"/>
            <a:ext cx="457200" cy="9144"/>
          </a:xfrm>
          <a:prstGeom prst="rect">
            <a:avLst/>
          </a:prstGeom>
          <a:solidFill>
            <a:srgbClr val="1A3A2A"/>
          </a:solidFill>
          <a:ln w="12700">
            <a:solidFill>
              <a:srgbClr val="1A3A2A"/>
            </a:solidFill>
            <a:prstDash val="solid"/>
          </a:ln>
        </p:spPr>
      </p:sp>
      <p:sp>
        <p:nvSpPr>
          <p:cNvPr id="85" name="Shape 83"/>
          <p:cNvSpPr/>
          <p:nvPr/>
        </p:nvSpPr>
        <p:spPr>
          <a:xfrm>
            <a:off x="1783080" y="2011680"/>
            <a:ext cx="457200" cy="9144"/>
          </a:xfrm>
          <a:prstGeom prst="rect">
            <a:avLst/>
          </a:prstGeom>
          <a:solidFill>
            <a:srgbClr val="1A3A2A"/>
          </a:solidFill>
          <a:ln w="12700">
            <a:solidFill>
              <a:srgbClr val="1A3A2A"/>
            </a:solidFill>
            <a:prstDash val="solid"/>
          </a:ln>
        </p:spPr>
      </p:sp>
      <p:sp>
        <p:nvSpPr>
          <p:cNvPr id="86" name="Shape 84"/>
          <p:cNvSpPr/>
          <p:nvPr/>
        </p:nvSpPr>
        <p:spPr>
          <a:xfrm>
            <a:off x="2377440" y="2011680"/>
            <a:ext cx="457200" cy="9144"/>
          </a:xfrm>
          <a:prstGeom prst="rect">
            <a:avLst/>
          </a:prstGeom>
          <a:solidFill>
            <a:srgbClr val="1A3A2A"/>
          </a:solidFill>
          <a:ln w="12700">
            <a:solidFill>
              <a:srgbClr val="1A3A2A"/>
            </a:solidFill>
            <a:prstDash val="solid"/>
          </a:ln>
        </p:spPr>
      </p:sp>
      <p:sp>
        <p:nvSpPr>
          <p:cNvPr id="87" name="Shape 85"/>
          <p:cNvSpPr/>
          <p:nvPr/>
        </p:nvSpPr>
        <p:spPr>
          <a:xfrm>
            <a:off x="2971800" y="2011680"/>
            <a:ext cx="457200" cy="9144"/>
          </a:xfrm>
          <a:prstGeom prst="rect">
            <a:avLst/>
          </a:prstGeom>
          <a:solidFill>
            <a:srgbClr val="1A3A2A"/>
          </a:solidFill>
          <a:ln w="12700">
            <a:solidFill>
              <a:srgbClr val="1A3A2A"/>
            </a:solidFill>
            <a:prstDash val="solid"/>
          </a:ln>
        </p:spPr>
      </p:sp>
      <p:sp>
        <p:nvSpPr>
          <p:cNvPr id="88" name="Shape 86"/>
          <p:cNvSpPr/>
          <p:nvPr/>
        </p:nvSpPr>
        <p:spPr>
          <a:xfrm>
            <a:off x="3566160" y="2011680"/>
            <a:ext cx="457200" cy="9144"/>
          </a:xfrm>
          <a:prstGeom prst="rect">
            <a:avLst/>
          </a:prstGeom>
          <a:solidFill>
            <a:srgbClr val="1A3A2A"/>
          </a:solidFill>
          <a:ln w="12700">
            <a:solidFill>
              <a:srgbClr val="1A3A2A"/>
            </a:solidFill>
            <a:prstDash val="solid"/>
          </a:ln>
        </p:spPr>
      </p:sp>
      <p:sp>
        <p:nvSpPr>
          <p:cNvPr id="89" name="Shape 87"/>
          <p:cNvSpPr/>
          <p:nvPr/>
        </p:nvSpPr>
        <p:spPr>
          <a:xfrm>
            <a:off x="4160520" y="2011680"/>
            <a:ext cx="457200" cy="9144"/>
          </a:xfrm>
          <a:prstGeom prst="rect">
            <a:avLst/>
          </a:prstGeom>
          <a:solidFill>
            <a:srgbClr val="1A3A2A"/>
          </a:solidFill>
          <a:ln w="12700">
            <a:solidFill>
              <a:srgbClr val="1A3A2A"/>
            </a:solidFill>
            <a:prstDash val="solid"/>
          </a:ln>
        </p:spPr>
      </p:sp>
      <p:sp>
        <p:nvSpPr>
          <p:cNvPr id="90" name="Shape 88"/>
          <p:cNvSpPr/>
          <p:nvPr/>
        </p:nvSpPr>
        <p:spPr>
          <a:xfrm>
            <a:off x="4754880" y="2011680"/>
            <a:ext cx="457200" cy="9144"/>
          </a:xfrm>
          <a:prstGeom prst="rect">
            <a:avLst/>
          </a:prstGeom>
          <a:solidFill>
            <a:srgbClr val="1A3A2A"/>
          </a:solidFill>
          <a:ln w="12700">
            <a:solidFill>
              <a:srgbClr val="1A3A2A"/>
            </a:solidFill>
            <a:prstDash val="solid"/>
          </a:ln>
        </p:spPr>
      </p:sp>
      <p:sp>
        <p:nvSpPr>
          <p:cNvPr id="91" name="Shape 89"/>
          <p:cNvSpPr/>
          <p:nvPr/>
        </p:nvSpPr>
        <p:spPr>
          <a:xfrm>
            <a:off x="5349240" y="2011680"/>
            <a:ext cx="457200" cy="9144"/>
          </a:xfrm>
          <a:prstGeom prst="rect">
            <a:avLst/>
          </a:prstGeom>
          <a:solidFill>
            <a:srgbClr val="1A3A2A"/>
          </a:solidFill>
          <a:ln w="12700">
            <a:solidFill>
              <a:srgbClr val="1A3A2A"/>
            </a:solidFill>
            <a:prstDash val="solid"/>
          </a:ln>
        </p:spPr>
      </p:sp>
      <p:sp>
        <p:nvSpPr>
          <p:cNvPr id="92" name="Shape 90"/>
          <p:cNvSpPr/>
          <p:nvPr/>
        </p:nvSpPr>
        <p:spPr>
          <a:xfrm>
            <a:off x="5943600" y="2011680"/>
            <a:ext cx="457200" cy="9144"/>
          </a:xfrm>
          <a:prstGeom prst="rect">
            <a:avLst/>
          </a:prstGeom>
          <a:solidFill>
            <a:srgbClr val="1A3A2A"/>
          </a:solidFill>
          <a:ln w="12700">
            <a:solidFill>
              <a:srgbClr val="1A3A2A"/>
            </a:solidFill>
            <a:prstDash val="solid"/>
          </a:ln>
        </p:spPr>
      </p:sp>
      <p:sp>
        <p:nvSpPr>
          <p:cNvPr id="93" name="Shape 91"/>
          <p:cNvSpPr/>
          <p:nvPr/>
        </p:nvSpPr>
        <p:spPr>
          <a:xfrm>
            <a:off x="6537960" y="2011680"/>
            <a:ext cx="457200" cy="9144"/>
          </a:xfrm>
          <a:prstGeom prst="rect">
            <a:avLst/>
          </a:prstGeom>
          <a:solidFill>
            <a:srgbClr val="1A3A2A"/>
          </a:solidFill>
          <a:ln w="12700">
            <a:solidFill>
              <a:srgbClr val="1A3A2A"/>
            </a:solidFill>
            <a:prstDash val="solid"/>
          </a:ln>
        </p:spPr>
      </p:sp>
      <p:sp>
        <p:nvSpPr>
          <p:cNvPr id="94" name="Shape 92"/>
          <p:cNvSpPr/>
          <p:nvPr/>
        </p:nvSpPr>
        <p:spPr>
          <a:xfrm>
            <a:off x="7132320" y="2011680"/>
            <a:ext cx="457200" cy="9144"/>
          </a:xfrm>
          <a:prstGeom prst="rect">
            <a:avLst/>
          </a:prstGeom>
          <a:solidFill>
            <a:srgbClr val="1A3A2A"/>
          </a:solidFill>
          <a:ln w="12700">
            <a:solidFill>
              <a:srgbClr val="1A3A2A"/>
            </a:solidFill>
            <a:prstDash val="solid"/>
          </a:ln>
        </p:spPr>
      </p:sp>
      <p:sp>
        <p:nvSpPr>
          <p:cNvPr id="95" name="Shape 93"/>
          <p:cNvSpPr/>
          <p:nvPr/>
        </p:nvSpPr>
        <p:spPr>
          <a:xfrm>
            <a:off x="7726680" y="2011680"/>
            <a:ext cx="457200" cy="9144"/>
          </a:xfrm>
          <a:prstGeom prst="rect">
            <a:avLst/>
          </a:prstGeom>
          <a:solidFill>
            <a:srgbClr val="1A3A2A"/>
          </a:solidFill>
          <a:ln w="12700">
            <a:solidFill>
              <a:srgbClr val="1A3A2A"/>
            </a:solidFill>
            <a:prstDash val="solid"/>
          </a:ln>
        </p:spPr>
      </p:sp>
      <p:sp>
        <p:nvSpPr>
          <p:cNvPr id="96" name="Shape 94"/>
          <p:cNvSpPr/>
          <p:nvPr/>
        </p:nvSpPr>
        <p:spPr>
          <a:xfrm>
            <a:off x="8321040" y="2011680"/>
            <a:ext cx="457200" cy="9144"/>
          </a:xfrm>
          <a:prstGeom prst="rect">
            <a:avLst/>
          </a:prstGeom>
          <a:solidFill>
            <a:srgbClr val="1A3A2A"/>
          </a:solidFill>
          <a:ln w="12700">
            <a:solidFill>
              <a:srgbClr val="1A3A2A"/>
            </a:solidFill>
            <a:prstDash val="solid"/>
          </a:ln>
        </p:spPr>
      </p:sp>
      <p:sp>
        <p:nvSpPr>
          <p:cNvPr id="97" name="Shape 95"/>
          <p:cNvSpPr/>
          <p:nvPr/>
        </p:nvSpPr>
        <p:spPr>
          <a:xfrm>
            <a:off x="8915400" y="2011680"/>
            <a:ext cx="457200" cy="9144"/>
          </a:xfrm>
          <a:prstGeom prst="rect">
            <a:avLst/>
          </a:prstGeom>
          <a:solidFill>
            <a:srgbClr val="1A3A2A"/>
          </a:solidFill>
          <a:ln w="12700">
            <a:solidFill>
              <a:srgbClr val="1A3A2A"/>
            </a:solidFill>
            <a:prstDash val="solid"/>
          </a:ln>
        </p:spPr>
      </p:sp>
      <p:sp>
        <p:nvSpPr>
          <p:cNvPr id="98" name="Shape 96"/>
          <p:cNvSpPr/>
          <p:nvPr/>
        </p:nvSpPr>
        <p:spPr>
          <a:xfrm>
            <a:off x="9509760" y="2011680"/>
            <a:ext cx="457200" cy="9144"/>
          </a:xfrm>
          <a:prstGeom prst="rect">
            <a:avLst/>
          </a:prstGeom>
          <a:solidFill>
            <a:srgbClr val="1A3A2A"/>
          </a:solidFill>
          <a:ln w="12700">
            <a:solidFill>
              <a:srgbClr val="1A3A2A"/>
            </a:solidFill>
            <a:prstDash val="solid"/>
          </a:ln>
        </p:spPr>
      </p:sp>
      <p:sp>
        <p:nvSpPr>
          <p:cNvPr id="99" name="Shape 97"/>
          <p:cNvSpPr/>
          <p:nvPr/>
        </p:nvSpPr>
        <p:spPr>
          <a:xfrm>
            <a:off x="10104120" y="2011680"/>
            <a:ext cx="457200" cy="9144"/>
          </a:xfrm>
          <a:prstGeom prst="rect">
            <a:avLst/>
          </a:prstGeom>
          <a:solidFill>
            <a:srgbClr val="1A3A2A"/>
          </a:solidFill>
          <a:ln w="12700">
            <a:solidFill>
              <a:srgbClr val="1A3A2A"/>
            </a:solidFill>
            <a:prstDash val="solid"/>
          </a:ln>
        </p:spPr>
      </p:sp>
      <p:sp>
        <p:nvSpPr>
          <p:cNvPr id="100" name="Shape 98"/>
          <p:cNvSpPr/>
          <p:nvPr/>
        </p:nvSpPr>
        <p:spPr>
          <a:xfrm>
            <a:off x="10698480" y="2011680"/>
            <a:ext cx="457200" cy="9144"/>
          </a:xfrm>
          <a:prstGeom prst="rect">
            <a:avLst/>
          </a:prstGeom>
          <a:solidFill>
            <a:srgbClr val="1A3A2A"/>
          </a:solidFill>
          <a:ln w="12700">
            <a:solidFill>
              <a:srgbClr val="1A3A2A"/>
            </a:solidFill>
            <a:prstDash val="solid"/>
          </a:ln>
        </p:spPr>
      </p:sp>
      <p:sp>
        <p:nvSpPr>
          <p:cNvPr id="101" name="Shape 99"/>
          <p:cNvSpPr/>
          <p:nvPr/>
        </p:nvSpPr>
        <p:spPr>
          <a:xfrm>
            <a:off x="11292840" y="2011680"/>
            <a:ext cx="457200" cy="9144"/>
          </a:xfrm>
          <a:prstGeom prst="rect">
            <a:avLst/>
          </a:prstGeom>
          <a:solidFill>
            <a:srgbClr val="1A3A2A"/>
          </a:solidFill>
          <a:ln w="12700">
            <a:solidFill>
              <a:srgbClr val="1A3A2A"/>
            </a:solidFill>
            <a:prstDash val="solid"/>
          </a:ln>
        </p:spPr>
      </p:sp>
      <p:sp>
        <p:nvSpPr>
          <p:cNvPr id="102" name="Shape 100"/>
          <p:cNvSpPr/>
          <p:nvPr/>
        </p:nvSpPr>
        <p:spPr>
          <a:xfrm>
            <a:off x="292608" y="2514600"/>
            <a:ext cx="457200" cy="9144"/>
          </a:xfrm>
          <a:prstGeom prst="rect">
            <a:avLst/>
          </a:prstGeom>
          <a:solidFill>
            <a:srgbClr val="1A3A2A"/>
          </a:solidFill>
          <a:ln w="12700">
            <a:solidFill>
              <a:srgbClr val="1A3A2A"/>
            </a:solidFill>
            <a:prstDash val="solid"/>
          </a:ln>
        </p:spPr>
      </p:sp>
      <p:sp>
        <p:nvSpPr>
          <p:cNvPr id="103" name="Shape 101"/>
          <p:cNvSpPr/>
          <p:nvPr/>
        </p:nvSpPr>
        <p:spPr>
          <a:xfrm>
            <a:off x="886968" y="2514600"/>
            <a:ext cx="457200" cy="9144"/>
          </a:xfrm>
          <a:prstGeom prst="rect">
            <a:avLst/>
          </a:prstGeom>
          <a:solidFill>
            <a:srgbClr val="1A3A2A"/>
          </a:solidFill>
          <a:ln w="12700">
            <a:solidFill>
              <a:srgbClr val="1A3A2A"/>
            </a:solidFill>
            <a:prstDash val="solid"/>
          </a:ln>
        </p:spPr>
      </p:sp>
      <p:sp>
        <p:nvSpPr>
          <p:cNvPr id="104" name="Shape 102"/>
          <p:cNvSpPr/>
          <p:nvPr/>
        </p:nvSpPr>
        <p:spPr>
          <a:xfrm>
            <a:off x="1481328" y="2514600"/>
            <a:ext cx="457200" cy="9144"/>
          </a:xfrm>
          <a:prstGeom prst="rect">
            <a:avLst/>
          </a:prstGeom>
          <a:solidFill>
            <a:srgbClr val="1A3A2A"/>
          </a:solidFill>
          <a:ln w="12700">
            <a:solidFill>
              <a:srgbClr val="1A3A2A"/>
            </a:solidFill>
            <a:prstDash val="solid"/>
          </a:ln>
        </p:spPr>
      </p:sp>
      <p:sp>
        <p:nvSpPr>
          <p:cNvPr id="105" name="Shape 103"/>
          <p:cNvSpPr/>
          <p:nvPr/>
        </p:nvSpPr>
        <p:spPr>
          <a:xfrm>
            <a:off x="2075688" y="2514600"/>
            <a:ext cx="457200" cy="9144"/>
          </a:xfrm>
          <a:prstGeom prst="rect">
            <a:avLst/>
          </a:prstGeom>
          <a:solidFill>
            <a:srgbClr val="1A3A2A"/>
          </a:solidFill>
          <a:ln w="12700">
            <a:solidFill>
              <a:srgbClr val="1A3A2A"/>
            </a:solidFill>
            <a:prstDash val="solid"/>
          </a:ln>
        </p:spPr>
      </p:sp>
      <p:sp>
        <p:nvSpPr>
          <p:cNvPr id="106" name="Shape 104"/>
          <p:cNvSpPr/>
          <p:nvPr/>
        </p:nvSpPr>
        <p:spPr>
          <a:xfrm>
            <a:off x="2670048" y="2514600"/>
            <a:ext cx="457200" cy="9144"/>
          </a:xfrm>
          <a:prstGeom prst="rect">
            <a:avLst/>
          </a:prstGeom>
          <a:solidFill>
            <a:srgbClr val="1A3A2A"/>
          </a:solidFill>
          <a:ln w="12700">
            <a:solidFill>
              <a:srgbClr val="1A3A2A"/>
            </a:solidFill>
            <a:prstDash val="solid"/>
          </a:ln>
        </p:spPr>
      </p:sp>
      <p:sp>
        <p:nvSpPr>
          <p:cNvPr id="107" name="Shape 105"/>
          <p:cNvSpPr/>
          <p:nvPr/>
        </p:nvSpPr>
        <p:spPr>
          <a:xfrm>
            <a:off x="3264408" y="2514600"/>
            <a:ext cx="457200" cy="9144"/>
          </a:xfrm>
          <a:prstGeom prst="rect">
            <a:avLst/>
          </a:prstGeom>
          <a:solidFill>
            <a:srgbClr val="1A3A2A"/>
          </a:solidFill>
          <a:ln w="12700">
            <a:solidFill>
              <a:srgbClr val="1A3A2A"/>
            </a:solidFill>
            <a:prstDash val="solid"/>
          </a:ln>
        </p:spPr>
      </p:sp>
      <p:sp>
        <p:nvSpPr>
          <p:cNvPr id="108" name="Shape 106"/>
          <p:cNvSpPr/>
          <p:nvPr/>
        </p:nvSpPr>
        <p:spPr>
          <a:xfrm>
            <a:off x="3858768" y="2514600"/>
            <a:ext cx="457200" cy="9144"/>
          </a:xfrm>
          <a:prstGeom prst="rect">
            <a:avLst/>
          </a:prstGeom>
          <a:solidFill>
            <a:srgbClr val="1A3A2A"/>
          </a:solidFill>
          <a:ln w="12700">
            <a:solidFill>
              <a:srgbClr val="1A3A2A"/>
            </a:solidFill>
            <a:prstDash val="solid"/>
          </a:ln>
        </p:spPr>
      </p:sp>
      <p:sp>
        <p:nvSpPr>
          <p:cNvPr id="109" name="Shape 107"/>
          <p:cNvSpPr/>
          <p:nvPr/>
        </p:nvSpPr>
        <p:spPr>
          <a:xfrm>
            <a:off x="4453128" y="2514600"/>
            <a:ext cx="457200" cy="9144"/>
          </a:xfrm>
          <a:prstGeom prst="rect">
            <a:avLst/>
          </a:prstGeom>
          <a:solidFill>
            <a:srgbClr val="1A3A2A"/>
          </a:solidFill>
          <a:ln w="12700">
            <a:solidFill>
              <a:srgbClr val="1A3A2A"/>
            </a:solidFill>
            <a:prstDash val="solid"/>
          </a:ln>
        </p:spPr>
      </p:sp>
      <p:sp>
        <p:nvSpPr>
          <p:cNvPr id="110" name="Shape 108"/>
          <p:cNvSpPr/>
          <p:nvPr/>
        </p:nvSpPr>
        <p:spPr>
          <a:xfrm>
            <a:off x="5047488" y="2514600"/>
            <a:ext cx="457200" cy="9144"/>
          </a:xfrm>
          <a:prstGeom prst="rect">
            <a:avLst/>
          </a:prstGeom>
          <a:solidFill>
            <a:srgbClr val="1A3A2A"/>
          </a:solidFill>
          <a:ln w="12700">
            <a:solidFill>
              <a:srgbClr val="1A3A2A"/>
            </a:solidFill>
            <a:prstDash val="solid"/>
          </a:ln>
        </p:spPr>
      </p:sp>
      <p:sp>
        <p:nvSpPr>
          <p:cNvPr id="111" name="Shape 109"/>
          <p:cNvSpPr/>
          <p:nvPr/>
        </p:nvSpPr>
        <p:spPr>
          <a:xfrm>
            <a:off x="5641848" y="2514600"/>
            <a:ext cx="457200" cy="9144"/>
          </a:xfrm>
          <a:prstGeom prst="rect">
            <a:avLst/>
          </a:prstGeom>
          <a:solidFill>
            <a:srgbClr val="1A3A2A"/>
          </a:solidFill>
          <a:ln w="12700">
            <a:solidFill>
              <a:srgbClr val="1A3A2A"/>
            </a:solidFill>
            <a:prstDash val="solid"/>
          </a:ln>
        </p:spPr>
      </p:sp>
      <p:sp>
        <p:nvSpPr>
          <p:cNvPr id="112" name="Shape 110"/>
          <p:cNvSpPr/>
          <p:nvPr/>
        </p:nvSpPr>
        <p:spPr>
          <a:xfrm>
            <a:off x="6236208" y="2514600"/>
            <a:ext cx="457200" cy="9144"/>
          </a:xfrm>
          <a:prstGeom prst="rect">
            <a:avLst/>
          </a:prstGeom>
          <a:solidFill>
            <a:srgbClr val="1A3A2A"/>
          </a:solidFill>
          <a:ln w="12700">
            <a:solidFill>
              <a:srgbClr val="1A3A2A"/>
            </a:solidFill>
            <a:prstDash val="solid"/>
          </a:ln>
        </p:spPr>
      </p:sp>
      <p:sp>
        <p:nvSpPr>
          <p:cNvPr id="113" name="Shape 111"/>
          <p:cNvSpPr/>
          <p:nvPr/>
        </p:nvSpPr>
        <p:spPr>
          <a:xfrm>
            <a:off x="6830568" y="2514600"/>
            <a:ext cx="457200" cy="9144"/>
          </a:xfrm>
          <a:prstGeom prst="rect">
            <a:avLst/>
          </a:prstGeom>
          <a:solidFill>
            <a:srgbClr val="1A3A2A"/>
          </a:solidFill>
          <a:ln w="12700">
            <a:solidFill>
              <a:srgbClr val="1A3A2A"/>
            </a:solidFill>
            <a:prstDash val="solid"/>
          </a:ln>
        </p:spPr>
      </p:sp>
      <p:sp>
        <p:nvSpPr>
          <p:cNvPr id="114" name="Shape 112"/>
          <p:cNvSpPr/>
          <p:nvPr/>
        </p:nvSpPr>
        <p:spPr>
          <a:xfrm>
            <a:off x="7424928" y="2514600"/>
            <a:ext cx="457200" cy="9144"/>
          </a:xfrm>
          <a:prstGeom prst="rect">
            <a:avLst/>
          </a:prstGeom>
          <a:solidFill>
            <a:srgbClr val="1A3A2A"/>
          </a:solidFill>
          <a:ln w="12700">
            <a:solidFill>
              <a:srgbClr val="1A3A2A"/>
            </a:solidFill>
            <a:prstDash val="solid"/>
          </a:ln>
        </p:spPr>
      </p:sp>
      <p:sp>
        <p:nvSpPr>
          <p:cNvPr id="115" name="Shape 113"/>
          <p:cNvSpPr/>
          <p:nvPr/>
        </p:nvSpPr>
        <p:spPr>
          <a:xfrm>
            <a:off x="8019288" y="2514600"/>
            <a:ext cx="457200" cy="9144"/>
          </a:xfrm>
          <a:prstGeom prst="rect">
            <a:avLst/>
          </a:prstGeom>
          <a:solidFill>
            <a:srgbClr val="1A3A2A"/>
          </a:solidFill>
          <a:ln w="12700">
            <a:solidFill>
              <a:srgbClr val="1A3A2A"/>
            </a:solidFill>
            <a:prstDash val="solid"/>
          </a:ln>
        </p:spPr>
      </p:sp>
      <p:sp>
        <p:nvSpPr>
          <p:cNvPr id="116" name="Shape 114"/>
          <p:cNvSpPr/>
          <p:nvPr/>
        </p:nvSpPr>
        <p:spPr>
          <a:xfrm>
            <a:off x="8613648" y="2514600"/>
            <a:ext cx="457200" cy="9144"/>
          </a:xfrm>
          <a:prstGeom prst="rect">
            <a:avLst/>
          </a:prstGeom>
          <a:solidFill>
            <a:srgbClr val="1A3A2A"/>
          </a:solidFill>
          <a:ln w="12700">
            <a:solidFill>
              <a:srgbClr val="1A3A2A"/>
            </a:solidFill>
            <a:prstDash val="solid"/>
          </a:ln>
        </p:spPr>
      </p:sp>
      <p:sp>
        <p:nvSpPr>
          <p:cNvPr id="117" name="Shape 115"/>
          <p:cNvSpPr/>
          <p:nvPr/>
        </p:nvSpPr>
        <p:spPr>
          <a:xfrm>
            <a:off x="9208008" y="2514600"/>
            <a:ext cx="457200" cy="9144"/>
          </a:xfrm>
          <a:prstGeom prst="rect">
            <a:avLst/>
          </a:prstGeom>
          <a:solidFill>
            <a:srgbClr val="1A3A2A"/>
          </a:solidFill>
          <a:ln w="12700">
            <a:solidFill>
              <a:srgbClr val="1A3A2A"/>
            </a:solidFill>
            <a:prstDash val="solid"/>
          </a:ln>
        </p:spPr>
      </p:sp>
      <p:sp>
        <p:nvSpPr>
          <p:cNvPr id="118" name="Shape 116"/>
          <p:cNvSpPr/>
          <p:nvPr/>
        </p:nvSpPr>
        <p:spPr>
          <a:xfrm>
            <a:off x="9802368" y="2514600"/>
            <a:ext cx="457200" cy="9144"/>
          </a:xfrm>
          <a:prstGeom prst="rect">
            <a:avLst/>
          </a:prstGeom>
          <a:solidFill>
            <a:srgbClr val="1A3A2A"/>
          </a:solidFill>
          <a:ln w="12700">
            <a:solidFill>
              <a:srgbClr val="1A3A2A"/>
            </a:solidFill>
            <a:prstDash val="solid"/>
          </a:ln>
        </p:spPr>
      </p:sp>
      <p:sp>
        <p:nvSpPr>
          <p:cNvPr id="119" name="Shape 117"/>
          <p:cNvSpPr/>
          <p:nvPr/>
        </p:nvSpPr>
        <p:spPr>
          <a:xfrm>
            <a:off x="10396728" y="2514600"/>
            <a:ext cx="457200" cy="9144"/>
          </a:xfrm>
          <a:prstGeom prst="rect">
            <a:avLst/>
          </a:prstGeom>
          <a:solidFill>
            <a:srgbClr val="1A3A2A"/>
          </a:solidFill>
          <a:ln w="12700">
            <a:solidFill>
              <a:srgbClr val="1A3A2A"/>
            </a:solidFill>
            <a:prstDash val="solid"/>
          </a:ln>
        </p:spPr>
      </p:sp>
      <p:sp>
        <p:nvSpPr>
          <p:cNvPr id="120" name="Shape 118"/>
          <p:cNvSpPr/>
          <p:nvPr/>
        </p:nvSpPr>
        <p:spPr>
          <a:xfrm>
            <a:off x="10991088" y="2514600"/>
            <a:ext cx="457200" cy="9144"/>
          </a:xfrm>
          <a:prstGeom prst="rect">
            <a:avLst/>
          </a:prstGeom>
          <a:solidFill>
            <a:srgbClr val="1A3A2A"/>
          </a:solidFill>
          <a:ln w="12700">
            <a:solidFill>
              <a:srgbClr val="1A3A2A"/>
            </a:solidFill>
            <a:prstDash val="solid"/>
          </a:ln>
        </p:spPr>
      </p:sp>
      <p:sp>
        <p:nvSpPr>
          <p:cNvPr id="121" name="Shape 119"/>
          <p:cNvSpPr/>
          <p:nvPr/>
        </p:nvSpPr>
        <p:spPr>
          <a:xfrm>
            <a:off x="11585448" y="2514600"/>
            <a:ext cx="457200" cy="9144"/>
          </a:xfrm>
          <a:prstGeom prst="rect">
            <a:avLst/>
          </a:prstGeom>
          <a:solidFill>
            <a:srgbClr val="1A3A2A"/>
          </a:solidFill>
          <a:ln w="12700">
            <a:solidFill>
              <a:srgbClr val="1A3A2A"/>
            </a:solidFill>
            <a:prstDash val="solid"/>
          </a:ln>
        </p:spPr>
      </p:sp>
      <p:sp>
        <p:nvSpPr>
          <p:cNvPr id="122" name="Shape 120"/>
          <p:cNvSpPr/>
          <p:nvPr/>
        </p:nvSpPr>
        <p:spPr>
          <a:xfrm>
            <a:off x="0" y="3017520"/>
            <a:ext cx="457200" cy="9144"/>
          </a:xfrm>
          <a:prstGeom prst="rect">
            <a:avLst/>
          </a:prstGeom>
          <a:solidFill>
            <a:srgbClr val="1A3A2A"/>
          </a:solidFill>
          <a:ln w="12700">
            <a:solidFill>
              <a:srgbClr val="1A3A2A"/>
            </a:solidFill>
            <a:prstDash val="solid"/>
          </a:ln>
        </p:spPr>
      </p:sp>
      <p:sp>
        <p:nvSpPr>
          <p:cNvPr id="123" name="Shape 121"/>
          <p:cNvSpPr/>
          <p:nvPr/>
        </p:nvSpPr>
        <p:spPr>
          <a:xfrm>
            <a:off x="594360" y="3017520"/>
            <a:ext cx="457200" cy="9144"/>
          </a:xfrm>
          <a:prstGeom prst="rect">
            <a:avLst/>
          </a:prstGeom>
          <a:solidFill>
            <a:srgbClr val="1A3A2A"/>
          </a:solidFill>
          <a:ln w="12700">
            <a:solidFill>
              <a:srgbClr val="1A3A2A"/>
            </a:solidFill>
            <a:prstDash val="solid"/>
          </a:ln>
        </p:spPr>
      </p:sp>
      <p:sp>
        <p:nvSpPr>
          <p:cNvPr id="124" name="Shape 122"/>
          <p:cNvSpPr/>
          <p:nvPr/>
        </p:nvSpPr>
        <p:spPr>
          <a:xfrm>
            <a:off x="1188720" y="3017520"/>
            <a:ext cx="457200" cy="9144"/>
          </a:xfrm>
          <a:prstGeom prst="rect">
            <a:avLst/>
          </a:prstGeom>
          <a:solidFill>
            <a:srgbClr val="1A3A2A"/>
          </a:solidFill>
          <a:ln w="12700">
            <a:solidFill>
              <a:srgbClr val="1A3A2A"/>
            </a:solidFill>
            <a:prstDash val="solid"/>
          </a:ln>
        </p:spPr>
      </p:sp>
      <p:sp>
        <p:nvSpPr>
          <p:cNvPr id="125" name="Shape 123"/>
          <p:cNvSpPr/>
          <p:nvPr/>
        </p:nvSpPr>
        <p:spPr>
          <a:xfrm>
            <a:off x="1783080" y="3017520"/>
            <a:ext cx="457200" cy="9144"/>
          </a:xfrm>
          <a:prstGeom prst="rect">
            <a:avLst/>
          </a:prstGeom>
          <a:solidFill>
            <a:srgbClr val="1A3A2A"/>
          </a:solidFill>
          <a:ln w="12700">
            <a:solidFill>
              <a:srgbClr val="1A3A2A"/>
            </a:solidFill>
            <a:prstDash val="solid"/>
          </a:ln>
        </p:spPr>
      </p:sp>
      <p:sp>
        <p:nvSpPr>
          <p:cNvPr id="126" name="Shape 124"/>
          <p:cNvSpPr/>
          <p:nvPr/>
        </p:nvSpPr>
        <p:spPr>
          <a:xfrm>
            <a:off x="2377440" y="3017520"/>
            <a:ext cx="457200" cy="9144"/>
          </a:xfrm>
          <a:prstGeom prst="rect">
            <a:avLst/>
          </a:prstGeom>
          <a:solidFill>
            <a:srgbClr val="1A3A2A"/>
          </a:solidFill>
          <a:ln w="12700">
            <a:solidFill>
              <a:srgbClr val="1A3A2A"/>
            </a:solidFill>
            <a:prstDash val="solid"/>
          </a:ln>
        </p:spPr>
      </p:sp>
      <p:sp>
        <p:nvSpPr>
          <p:cNvPr id="127" name="Shape 125"/>
          <p:cNvSpPr/>
          <p:nvPr/>
        </p:nvSpPr>
        <p:spPr>
          <a:xfrm>
            <a:off x="2971800" y="3017520"/>
            <a:ext cx="457200" cy="9144"/>
          </a:xfrm>
          <a:prstGeom prst="rect">
            <a:avLst/>
          </a:prstGeom>
          <a:solidFill>
            <a:srgbClr val="1A3A2A"/>
          </a:solidFill>
          <a:ln w="12700">
            <a:solidFill>
              <a:srgbClr val="1A3A2A"/>
            </a:solidFill>
            <a:prstDash val="solid"/>
          </a:ln>
        </p:spPr>
      </p:sp>
      <p:sp>
        <p:nvSpPr>
          <p:cNvPr id="128" name="Shape 126"/>
          <p:cNvSpPr/>
          <p:nvPr/>
        </p:nvSpPr>
        <p:spPr>
          <a:xfrm>
            <a:off x="3566160" y="3017520"/>
            <a:ext cx="457200" cy="9144"/>
          </a:xfrm>
          <a:prstGeom prst="rect">
            <a:avLst/>
          </a:prstGeom>
          <a:solidFill>
            <a:srgbClr val="1A3A2A"/>
          </a:solidFill>
          <a:ln w="12700">
            <a:solidFill>
              <a:srgbClr val="1A3A2A"/>
            </a:solidFill>
            <a:prstDash val="solid"/>
          </a:ln>
        </p:spPr>
      </p:sp>
      <p:sp>
        <p:nvSpPr>
          <p:cNvPr id="129" name="Shape 127"/>
          <p:cNvSpPr/>
          <p:nvPr/>
        </p:nvSpPr>
        <p:spPr>
          <a:xfrm>
            <a:off x="4160520" y="3017520"/>
            <a:ext cx="457200" cy="9144"/>
          </a:xfrm>
          <a:prstGeom prst="rect">
            <a:avLst/>
          </a:prstGeom>
          <a:solidFill>
            <a:srgbClr val="1A3A2A"/>
          </a:solidFill>
          <a:ln w="12700">
            <a:solidFill>
              <a:srgbClr val="1A3A2A"/>
            </a:solidFill>
            <a:prstDash val="solid"/>
          </a:ln>
        </p:spPr>
      </p:sp>
      <p:sp>
        <p:nvSpPr>
          <p:cNvPr id="130" name="Shape 128"/>
          <p:cNvSpPr/>
          <p:nvPr/>
        </p:nvSpPr>
        <p:spPr>
          <a:xfrm>
            <a:off x="4754880" y="3017520"/>
            <a:ext cx="457200" cy="9144"/>
          </a:xfrm>
          <a:prstGeom prst="rect">
            <a:avLst/>
          </a:prstGeom>
          <a:solidFill>
            <a:srgbClr val="1A3A2A"/>
          </a:solidFill>
          <a:ln w="12700">
            <a:solidFill>
              <a:srgbClr val="1A3A2A"/>
            </a:solidFill>
            <a:prstDash val="solid"/>
          </a:ln>
        </p:spPr>
      </p:sp>
      <p:sp>
        <p:nvSpPr>
          <p:cNvPr id="131" name="Shape 129"/>
          <p:cNvSpPr/>
          <p:nvPr/>
        </p:nvSpPr>
        <p:spPr>
          <a:xfrm>
            <a:off x="5349240" y="3017520"/>
            <a:ext cx="457200" cy="9144"/>
          </a:xfrm>
          <a:prstGeom prst="rect">
            <a:avLst/>
          </a:prstGeom>
          <a:solidFill>
            <a:srgbClr val="1A3A2A"/>
          </a:solidFill>
          <a:ln w="12700">
            <a:solidFill>
              <a:srgbClr val="1A3A2A"/>
            </a:solidFill>
            <a:prstDash val="solid"/>
          </a:ln>
        </p:spPr>
      </p:sp>
      <p:sp>
        <p:nvSpPr>
          <p:cNvPr id="132" name="Shape 130"/>
          <p:cNvSpPr/>
          <p:nvPr/>
        </p:nvSpPr>
        <p:spPr>
          <a:xfrm>
            <a:off x="5943600" y="3017520"/>
            <a:ext cx="457200" cy="9144"/>
          </a:xfrm>
          <a:prstGeom prst="rect">
            <a:avLst/>
          </a:prstGeom>
          <a:solidFill>
            <a:srgbClr val="1A3A2A"/>
          </a:solidFill>
          <a:ln w="12700">
            <a:solidFill>
              <a:srgbClr val="1A3A2A"/>
            </a:solidFill>
            <a:prstDash val="solid"/>
          </a:ln>
        </p:spPr>
      </p:sp>
      <p:sp>
        <p:nvSpPr>
          <p:cNvPr id="133" name="Shape 131"/>
          <p:cNvSpPr/>
          <p:nvPr/>
        </p:nvSpPr>
        <p:spPr>
          <a:xfrm>
            <a:off x="6537960" y="3017520"/>
            <a:ext cx="457200" cy="9144"/>
          </a:xfrm>
          <a:prstGeom prst="rect">
            <a:avLst/>
          </a:prstGeom>
          <a:solidFill>
            <a:srgbClr val="1A3A2A"/>
          </a:solidFill>
          <a:ln w="12700">
            <a:solidFill>
              <a:srgbClr val="1A3A2A"/>
            </a:solidFill>
            <a:prstDash val="solid"/>
          </a:ln>
        </p:spPr>
      </p:sp>
      <p:sp>
        <p:nvSpPr>
          <p:cNvPr id="134" name="Shape 132"/>
          <p:cNvSpPr/>
          <p:nvPr/>
        </p:nvSpPr>
        <p:spPr>
          <a:xfrm>
            <a:off x="7132320" y="3017520"/>
            <a:ext cx="457200" cy="9144"/>
          </a:xfrm>
          <a:prstGeom prst="rect">
            <a:avLst/>
          </a:prstGeom>
          <a:solidFill>
            <a:srgbClr val="1A3A2A"/>
          </a:solidFill>
          <a:ln w="12700">
            <a:solidFill>
              <a:srgbClr val="1A3A2A"/>
            </a:solidFill>
            <a:prstDash val="solid"/>
          </a:ln>
        </p:spPr>
      </p:sp>
      <p:sp>
        <p:nvSpPr>
          <p:cNvPr id="135" name="Shape 133"/>
          <p:cNvSpPr/>
          <p:nvPr/>
        </p:nvSpPr>
        <p:spPr>
          <a:xfrm>
            <a:off x="7726680" y="3017520"/>
            <a:ext cx="457200" cy="9144"/>
          </a:xfrm>
          <a:prstGeom prst="rect">
            <a:avLst/>
          </a:prstGeom>
          <a:solidFill>
            <a:srgbClr val="1A3A2A"/>
          </a:solidFill>
          <a:ln w="12700">
            <a:solidFill>
              <a:srgbClr val="1A3A2A"/>
            </a:solidFill>
            <a:prstDash val="solid"/>
          </a:ln>
        </p:spPr>
      </p:sp>
      <p:sp>
        <p:nvSpPr>
          <p:cNvPr id="136" name="Shape 134"/>
          <p:cNvSpPr/>
          <p:nvPr/>
        </p:nvSpPr>
        <p:spPr>
          <a:xfrm>
            <a:off x="8321040" y="3017520"/>
            <a:ext cx="457200" cy="9144"/>
          </a:xfrm>
          <a:prstGeom prst="rect">
            <a:avLst/>
          </a:prstGeom>
          <a:solidFill>
            <a:srgbClr val="1A3A2A"/>
          </a:solidFill>
          <a:ln w="12700">
            <a:solidFill>
              <a:srgbClr val="1A3A2A"/>
            </a:solidFill>
            <a:prstDash val="solid"/>
          </a:ln>
        </p:spPr>
      </p:sp>
      <p:sp>
        <p:nvSpPr>
          <p:cNvPr id="137" name="Shape 135"/>
          <p:cNvSpPr/>
          <p:nvPr/>
        </p:nvSpPr>
        <p:spPr>
          <a:xfrm>
            <a:off x="8915400" y="3017520"/>
            <a:ext cx="457200" cy="9144"/>
          </a:xfrm>
          <a:prstGeom prst="rect">
            <a:avLst/>
          </a:prstGeom>
          <a:solidFill>
            <a:srgbClr val="1A3A2A"/>
          </a:solidFill>
          <a:ln w="12700">
            <a:solidFill>
              <a:srgbClr val="1A3A2A"/>
            </a:solidFill>
            <a:prstDash val="solid"/>
          </a:ln>
        </p:spPr>
      </p:sp>
      <p:sp>
        <p:nvSpPr>
          <p:cNvPr id="138" name="Shape 136"/>
          <p:cNvSpPr/>
          <p:nvPr/>
        </p:nvSpPr>
        <p:spPr>
          <a:xfrm>
            <a:off x="9509760" y="3017520"/>
            <a:ext cx="457200" cy="9144"/>
          </a:xfrm>
          <a:prstGeom prst="rect">
            <a:avLst/>
          </a:prstGeom>
          <a:solidFill>
            <a:srgbClr val="1A3A2A"/>
          </a:solidFill>
          <a:ln w="12700">
            <a:solidFill>
              <a:srgbClr val="1A3A2A"/>
            </a:solidFill>
            <a:prstDash val="solid"/>
          </a:ln>
        </p:spPr>
      </p:sp>
      <p:sp>
        <p:nvSpPr>
          <p:cNvPr id="139" name="Shape 137"/>
          <p:cNvSpPr/>
          <p:nvPr/>
        </p:nvSpPr>
        <p:spPr>
          <a:xfrm>
            <a:off x="10104120" y="3017520"/>
            <a:ext cx="457200" cy="9144"/>
          </a:xfrm>
          <a:prstGeom prst="rect">
            <a:avLst/>
          </a:prstGeom>
          <a:solidFill>
            <a:srgbClr val="1A3A2A"/>
          </a:solidFill>
          <a:ln w="12700">
            <a:solidFill>
              <a:srgbClr val="1A3A2A"/>
            </a:solidFill>
            <a:prstDash val="solid"/>
          </a:ln>
        </p:spPr>
      </p:sp>
      <p:sp>
        <p:nvSpPr>
          <p:cNvPr id="140" name="Shape 138"/>
          <p:cNvSpPr/>
          <p:nvPr/>
        </p:nvSpPr>
        <p:spPr>
          <a:xfrm>
            <a:off x="10698480" y="3017520"/>
            <a:ext cx="457200" cy="9144"/>
          </a:xfrm>
          <a:prstGeom prst="rect">
            <a:avLst/>
          </a:prstGeom>
          <a:solidFill>
            <a:srgbClr val="1A3A2A"/>
          </a:solidFill>
          <a:ln w="12700">
            <a:solidFill>
              <a:srgbClr val="1A3A2A"/>
            </a:solidFill>
            <a:prstDash val="solid"/>
          </a:ln>
        </p:spPr>
      </p:sp>
      <p:sp>
        <p:nvSpPr>
          <p:cNvPr id="141" name="Shape 139"/>
          <p:cNvSpPr/>
          <p:nvPr/>
        </p:nvSpPr>
        <p:spPr>
          <a:xfrm>
            <a:off x="11292840" y="3017520"/>
            <a:ext cx="457200" cy="9144"/>
          </a:xfrm>
          <a:prstGeom prst="rect">
            <a:avLst/>
          </a:prstGeom>
          <a:solidFill>
            <a:srgbClr val="1A3A2A"/>
          </a:solidFill>
          <a:ln w="12700">
            <a:solidFill>
              <a:srgbClr val="1A3A2A"/>
            </a:solidFill>
            <a:prstDash val="solid"/>
          </a:ln>
        </p:spPr>
      </p:sp>
      <p:sp>
        <p:nvSpPr>
          <p:cNvPr id="142" name="Shape 140"/>
          <p:cNvSpPr/>
          <p:nvPr/>
        </p:nvSpPr>
        <p:spPr>
          <a:xfrm>
            <a:off x="292608" y="3520440"/>
            <a:ext cx="457200" cy="9144"/>
          </a:xfrm>
          <a:prstGeom prst="rect">
            <a:avLst/>
          </a:prstGeom>
          <a:solidFill>
            <a:srgbClr val="1A3A2A"/>
          </a:solidFill>
          <a:ln w="12700">
            <a:solidFill>
              <a:srgbClr val="1A3A2A"/>
            </a:solidFill>
            <a:prstDash val="solid"/>
          </a:ln>
        </p:spPr>
      </p:sp>
      <p:sp>
        <p:nvSpPr>
          <p:cNvPr id="143" name="Shape 141"/>
          <p:cNvSpPr/>
          <p:nvPr/>
        </p:nvSpPr>
        <p:spPr>
          <a:xfrm>
            <a:off x="886968" y="3520440"/>
            <a:ext cx="457200" cy="9144"/>
          </a:xfrm>
          <a:prstGeom prst="rect">
            <a:avLst/>
          </a:prstGeom>
          <a:solidFill>
            <a:srgbClr val="1A3A2A"/>
          </a:solidFill>
          <a:ln w="12700">
            <a:solidFill>
              <a:srgbClr val="1A3A2A"/>
            </a:solidFill>
            <a:prstDash val="solid"/>
          </a:ln>
        </p:spPr>
      </p:sp>
      <p:sp>
        <p:nvSpPr>
          <p:cNvPr id="144" name="Shape 142"/>
          <p:cNvSpPr/>
          <p:nvPr/>
        </p:nvSpPr>
        <p:spPr>
          <a:xfrm>
            <a:off x="1481328" y="3520440"/>
            <a:ext cx="457200" cy="9144"/>
          </a:xfrm>
          <a:prstGeom prst="rect">
            <a:avLst/>
          </a:prstGeom>
          <a:solidFill>
            <a:srgbClr val="1A3A2A"/>
          </a:solidFill>
          <a:ln w="12700">
            <a:solidFill>
              <a:srgbClr val="1A3A2A"/>
            </a:solidFill>
            <a:prstDash val="solid"/>
          </a:ln>
        </p:spPr>
      </p:sp>
      <p:sp>
        <p:nvSpPr>
          <p:cNvPr id="145" name="Shape 143"/>
          <p:cNvSpPr/>
          <p:nvPr/>
        </p:nvSpPr>
        <p:spPr>
          <a:xfrm>
            <a:off x="2075688" y="3520440"/>
            <a:ext cx="457200" cy="9144"/>
          </a:xfrm>
          <a:prstGeom prst="rect">
            <a:avLst/>
          </a:prstGeom>
          <a:solidFill>
            <a:srgbClr val="1A3A2A"/>
          </a:solidFill>
          <a:ln w="12700">
            <a:solidFill>
              <a:srgbClr val="1A3A2A"/>
            </a:solidFill>
            <a:prstDash val="solid"/>
          </a:ln>
        </p:spPr>
      </p:sp>
      <p:sp>
        <p:nvSpPr>
          <p:cNvPr id="146" name="Shape 144"/>
          <p:cNvSpPr/>
          <p:nvPr/>
        </p:nvSpPr>
        <p:spPr>
          <a:xfrm>
            <a:off x="2670048" y="3520440"/>
            <a:ext cx="457200" cy="9144"/>
          </a:xfrm>
          <a:prstGeom prst="rect">
            <a:avLst/>
          </a:prstGeom>
          <a:solidFill>
            <a:srgbClr val="1A3A2A"/>
          </a:solidFill>
          <a:ln w="12700">
            <a:solidFill>
              <a:srgbClr val="1A3A2A"/>
            </a:solidFill>
            <a:prstDash val="solid"/>
          </a:ln>
        </p:spPr>
      </p:sp>
      <p:sp>
        <p:nvSpPr>
          <p:cNvPr id="147" name="Shape 145"/>
          <p:cNvSpPr/>
          <p:nvPr/>
        </p:nvSpPr>
        <p:spPr>
          <a:xfrm>
            <a:off x="3264408" y="3520440"/>
            <a:ext cx="457200" cy="9144"/>
          </a:xfrm>
          <a:prstGeom prst="rect">
            <a:avLst/>
          </a:prstGeom>
          <a:solidFill>
            <a:srgbClr val="1A3A2A"/>
          </a:solidFill>
          <a:ln w="12700">
            <a:solidFill>
              <a:srgbClr val="1A3A2A"/>
            </a:solidFill>
            <a:prstDash val="solid"/>
          </a:ln>
        </p:spPr>
      </p:sp>
      <p:sp>
        <p:nvSpPr>
          <p:cNvPr id="148" name="Shape 146"/>
          <p:cNvSpPr/>
          <p:nvPr/>
        </p:nvSpPr>
        <p:spPr>
          <a:xfrm>
            <a:off x="3858768" y="3520440"/>
            <a:ext cx="457200" cy="9144"/>
          </a:xfrm>
          <a:prstGeom prst="rect">
            <a:avLst/>
          </a:prstGeom>
          <a:solidFill>
            <a:srgbClr val="1A3A2A"/>
          </a:solidFill>
          <a:ln w="12700">
            <a:solidFill>
              <a:srgbClr val="1A3A2A"/>
            </a:solidFill>
            <a:prstDash val="solid"/>
          </a:ln>
        </p:spPr>
      </p:sp>
      <p:sp>
        <p:nvSpPr>
          <p:cNvPr id="149" name="Shape 147"/>
          <p:cNvSpPr/>
          <p:nvPr/>
        </p:nvSpPr>
        <p:spPr>
          <a:xfrm>
            <a:off x="4453128" y="3520440"/>
            <a:ext cx="457200" cy="9144"/>
          </a:xfrm>
          <a:prstGeom prst="rect">
            <a:avLst/>
          </a:prstGeom>
          <a:solidFill>
            <a:srgbClr val="1A3A2A"/>
          </a:solidFill>
          <a:ln w="12700">
            <a:solidFill>
              <a:srgbClr val="1A3A2A"/>
            </a:solidFill>
            <a:prstDash val="solid"/>
          </a:ln>
        </p:spPr>
      </p:sp>
      <p:sp>
        <p:nvSpPr>
          <p:cNvPr id="150" name="Shape 148"/>
          <p:cNvSpPr/>
          <p:nvPr/>
        </p:nvSpPr>
        <p:spPr>
          <a:xfrm>
            <a:off x="5047488" y="3520440"/>
            <a:ext cx="457200" cy="9144"/>
          </a:xfrm>
          <a:prstGeom prst="rect">
            <a:avLst/>
          </a:prstGeom>
          <a:solidFill>
            <a:srgbClr val="1A3A2A"/>
          </a:solidFill>
          <a:ln w="12700">
            <a:solidFill>
              <a:srgbClr val="1A3A2A"/>
            </a:solidFill>
            <a:prstDash val="solid"/>
          </a:ln>
        </p:spPr>
      </p:sp>
      <p:sp>
        <p:nvSpPr>
          <p:cNvPr id="151" name="Shape 149"/>
          <p:cNvSpPr/>
          <p:nvPr/>
        </p:nvSpPr>
        <p:spPr>
          <a:xfrm>
            <a:off x="5641848" y="3520440"/>
            <a:ext cx="457200" cy="9144"/>
          </a:xfrm>
          <a:prstGeom prst="rect">
            <a:avLst/>
          </a:prstGeom>
          <a:solidFill>
            <a:srgbClr val="1A3A2A"/>
          </a:solidFill>
          <a:ln w="12700">
            <a:solidFill>
              <a:srgbClr val="1A3A2A"/>
            </a:solidFill>
            <a:prstDash val="solid"/>
          </a:ln>
        </p:spPr>
      </p:sp>
      <p:sp>
        <p:nvSpPr>
          <p:cNvPr id="152" name="Shape 150"/>
          <p:cNvSpPr/>
          <p:nvPr/>
        </p:nvSpPr>
        <p:spPr>
          <a:xfrm>
            <a:off x="6236208" y="3520440"/>
            <a:ext cx="457200" cy="9144"/>
          </a:xfrm>
          <a:prstGeom prst="rect">
            <a:avLst/>
          </a:prstGeom>
          <a:solidFill>
            <a:srgbClr val="1A3A2A"/>
          </a:solidFill>
          <a:ln w="12700">
            <a:solidFill>
              <a:srgbClr val="1A3A2A"/>
            </a:solidFill>
            <a:prstDash val="solid"/>
          </a:ln>
        </p:spPr>
      </p:sp>
      <p:sp>
        <p:nvSpPr>
          <p:cNvPr id="153" name="Shape 151"/>
          <p:cNvSpPr/>
          <p:nvPr/>
        </p:nvSpPr>
        <p:spPr>
          <a:xfrm>
            <a:off x="6830568" y="3520440"/>
            <a:ext cx="457200" cy="9144"/>
          </a:xfrm>
          <a:prstGeom prst="rect">
            <a:avLst/>
          </a:prstGeom>
          <a:solidFill>
            <a:srgbClr val="1A3A2A"/>
          </a:solidFill>
          <a:ln w="12700">
            <a:solidFill>
              <a:srgbClr val="1A3A2A"/>
            </a:solidFill>
            <a:prstDash val="solid"/>
          </a:ln>
        </p:spPr>
      </p:sp>
      <p:sp>
        <p:nvSpPr>
          <p:cNvPr id="154" name="Shape 152"/>
          <p:cNvSpPr/>
          <p:nvPr/>
        </p:nvSpPr>
        <p:spPr>
          <a:xfrm>
            <a:off x="7424928" y="3520440"/>
            <a:ext cx="457200" cy="9144"/>
          </a:xfrm>
          <a:prstGeom prst="rect">
            <a:avLst/>
          </a:prstGeom>
          <a:solidFill>
            <a:srgbClr val="1A3A2A"/>
          </a:solidFill>
          <a:ln w="12700">
            <a:solidFill>
              <a:srgbClr val="1A3A2A"/>
            </a:solidFill>
            <a:prstDash val="solid"/>
          </a:ln>
        </p:spPr>
      </p:sp>
      <p:sp>
        <p:nvSpPr>
          <p:cNvPr id="155" name="Shape 153"/>
          <p:cNvSpPr/>
          <p:nvPr/>
        </p:nvSpPr>
        <p:spPr>
          <a:xfrm>
            <a:off x="8019288" y="3520440"/>
            <a:ext cx="457200" cy="9144"/>
          </a:xfrm>
          <a:prstGeom prst="rect">
            <a:avLst/>
          </a:prstGeom>
          <a:solidFill>
            <a:srgbClr val="1A3A2A"/>
          </a:solidFill>
          <a:ln w="12700">
            <a:solidFill>
              <a:srgbClr val="1A3A2A"/>
            </a:solidFill>
            <a:prstDash val="solid"/>
          </a:ln>
        </p:spPr>
      </p:sp>
      <p:sp>
        <p:nvSpPr>
          <p:cNvPr id="156" name="Shape 154"/>
          <p:cNvSpPr/>
          <p:nvPr/>
        </p:nvSpPr>
        <p:spPr>
          <a:xfrm>
            <a:off x="8613648" y="3520440"/>
            <a:ext cx="457200" cy="9144"/>
          </a:xfrm>
          <a:prstGeom prst="rect">
            <a:avLst/>
          </a:prstGeom>
          <a:solidFill>
            <a:srgbClr val="1A3A2A"/>
          </a:solidFill>
          <a:ln w="12700">
            <a:solidFill>
              <a:srgbClr val="1A3A2A"/>
            </a:solidFill>
            <a:prstDash val="solid"/>
          </a:ln>
        </p:spPr>
      </p:sp>
      <p:sp>
        <p:nvSpPr>
          <p:cNvPr id="157" name="Shape 155"/>
          <p:cNvSpPr/>
          <p:nvPr/>
        </p:nvSpPr>
        <p:spPr>
          <a:xfrm>
            <a:off x="9208008" y="3520440"/>
            <a:ext cx="457200" cy="9144"/>
          </a:xfrm>
          <a:prstGeom prst="rect">
            <a:avLst/>
          </a:prstGeom>
          <a:solidFill>
            <a:srgbClr val="1A3A2A"/>
          </a:solidFill>
          <a:ln w="12700">
            <a:solidFill>
              <a:srgbClr val="1A3A2A"/>
            </a:solidFill>
            <a:prstDash val="solid"/>
          </a:ln>
        </p:spPr>
      </p:sp>
      <p:sp>
        <p:nvSpPr>
          <p:cNvPr id="158" name="Shape 156"/>
          <p:cNvSpPr/>
          <p:nvPr/>
        </p:nvSpPr>
        <p:spPr>
          <a:xfrm>
            <a:off x="9802368" y="3520440"/>
            <a:ext cx="457200" cy="9144"/>
          </a:xfrm>
          <a:prstGeom prst="rect">
            <a:avLst/>
          </a:prstGeom>
          <a:solidFill>
            <a:srgbClr val="1A3A2A"/>
          </a:solidFill>
          <a:ln w="12700">
            <a:solidFill>
              <a:srgbClr val="1A3A2A"/>
            </a:solidFill>
            <a:prstDash val="solid"/>
          </a:ln>
        </p:spPr>
      </p:sp>
      <p:sp>
        <p:nvSpPr>
          <p:cNvPr id="159" name="Shape 157"/>
          <p:cNvSpPr/>
          <p:nvPr/>
        </p:nvSpPr>
        <p:spPr>
          <a:xfrm>
            <a:off x="10396728" y="3520440"/>
            <a:ext cx="457200" cy="9144"/>
          </a:xfrm>
          <a:prstGeom prst="rect">
            <a:avLst/>
          </a:prstGeom>
          <a:solidFill>
            <a:srgbClr val="1A3A2A"/>
          </a:solidFill>
          <a:ln w="12700">
            <a:solidFill>
              <a:srgbClr val="1A3A2A"/>
            </a:solidFill>
            <a:prstDash val="solid"/>
          </a:ln>
        </p:spPr>
      </p:sp>
      <p:sp>
        <p:nvSpPr>
          <p:cNvPr id="160" name="Shape 158"/>
          <p:cNvSpPr/>
          <p:nvPr/>
        </p:nvSpPr>
        <p:spPr>
          <a:xfrm>
            <a:off x="10991088" y="3520440"/>
            <a:ext cx="457200" cy="9144"/>
          </a:xfrm>
          <a:prstGeom prst="rect">
            <a:avLst/>
          </a:prstGeom>
          <a:solidFill>
            <a:srgbClr val="1A3A2A"/>
          </a:solidFill>
          <a:ln w="12700">
            <a:solidFill>
              <a:srgbClr val="1A3A2A"/>
            </a:solidFill>
            <a:prstDash val="solid"/>
          </a:ln>
        </p:spPr>
      </p:sp>
      <p:sp>
        <p:nvSpPr>
          <p:cNvPr id="161" name="Shape 159"/>
          <p:cNvSpPr/>
          <p:nvPr/>
        </p:nvSpPr>
        <p:spPr>
          <a:xfrm>
            <a:off x="11585448" y="3520440"/>
            <a:ext cx="457200" cy="9144"/>
          </a:xfrm>
          <a:prstGeom prst="rect">
            <a:avLst/>
          </a:prstGeom>
          <a:solidFill>
            <a:srgbClr val="1A3A2A"/>
          </a:solidFill>
          <a:ln w="12700">
            <a:solidFill>
              <a:srgbClr val="1A3A2A"/>
            </a:solidFill>
            <a:prstDash val="solid"/>
          </a:ln>
        </p:spPr>
      </p:sp>
      <p:sp>
        <p:nvSpPr>
          <p:cNvPr id="162" name="Shape 160"/>
          <p:cNvSpPr/>
          <p:nvPr/>
        </p:nvSpPr>
        <p:spPr>
          <a:xfrm>
            <a:off x="0" y="0"/>
            <a:ext cx="12188952" cy="18288"/>
          </a:xfrm>
          <a:prstGeom prst="rect">
            <a:avLst/>
          </a:prstGeom>
          <a:solidFill>
            <a:srgbClr val="00D4FF"/>
          </a:solidFill>
          <a:ln/>
        </p:spPr>
      </p:sp>
      <p:sp>
        <p:nvSpPr>
          <p:cNvPr id="163" name="Shape 161"/>
          <p:cNvSpPr/>
          <p:nvPr/>
        </p:nvSpPr>
        <p:spPr>
          <a:xfrm>
            <a:off x="0" y="6839712"/>
            <a:ext cx="12188952" cy="18288"/>
          </a:xfrm>
          <a:prstGeom prst="rect">
            <a:avLst/>
          </a:prstGeom>
          <a:solidFill>
            <a:srgbClr val="00D4FF"/>
          </a:solidFill>
          <a:ln/>
        </p:spPr>
      </p:sp>
      <p:sp>
        <p:nvSpPr>
          <p:cNvPr id="164" name="Shape 162"/>
          <p:cNvSpPr/>
          <p:nvPr/>
        </p:nvSpPr>
        <p:spPr>
          <a:xfrm>
            <a:off x="0" y="0"/>
            <a:ext cx="73152" cy="6858000"/>
          </a:xfrm>
          <a:prstGeom prst="rect">
            <a:avLst/>
          </a:prstGeom>
          <a:solidFill>
            <a:srgbClr val="00D4FF"/>
          </a:solidFill>
          <a:ln/>
          <a:effectLst>
            <a:outerShdw sx="100000" sy="100000" kx="0" ky="0" algn="bl" rotWithShape="0" blurRad="254000" dist="50800" dir="16200000">
              <a:srgbClr val="00D4FF">
                <a:alpha val="50000"/>
              </a:srgbClr>
            </a:outerShdw>
          </a:effectLst>
        </p:spPr>
      </p:sp>
      <p:sp>
        <p:nvSpPr>
          <p:cNvPr id="165" name="Text 163"/>
          <p:cNvSpPr/>
          <p:nvPr/>
        </p:nvSpPr>
        <p:spPr>
          <a:xfrm>
            <a:off x="274320" y="91440"/>
            <a:ext cx="8229600" cy="594360"/>
          </a:xfrm>
          <a:prstGeom prst="rect">
            <a:avLst/>
          </a:prstGeom>
          <a:noFill/>
          <a:ln/>
          <a:effectLst>
            <a:outerShdw sx="100000" sy="100000" kx="0" ky="0" algn="bl" rotWithShape="0" blurRad="254000" dist="50800" dir="16200000">
              <a:srgbClr val="00D4FF">
                <a:alpha val="50000"/>
              </a:srgbClr>
            </a:outerShdw>
          </a:effectLst>
        </p:spPr>
        <p:txBody>
          <a:bodyPr wrap="square" rtlCol="0" anchor="ctr"/>
          <a:lstStyle/>
          <a:p>
            <a:pPr indent="0" marL="0">
              <a:buNone/>
            </a:pPr>
            <a:r>
              <a:rPr lang="en-US" sz="3400" b="1" dirty="0">
                <a:solidFill>
                  <a:srgbClr val="00D4FF"/>
                </a:solidFill>
                <a:latin typeface="Trebuchet MS" pitchFamily="34" charset="0"/>
                <a:ea typeface="Trebuchet MS" pitchFamily="34" charset="-122"/>
                <a:cs typeface="Trebuchet MS" pitchFamily="34" charset="-120"/>
              </a:rPr>
              <a:t>// GOVT ALIGNMENT</a:t>
            </a:r>
            <a:endParaRPr lang="en-US" sz="3400" dirty="0"/>
          </a:p>
        </p:txBody>
      </p:sp>
      <p:sp>
        <p:nvSpPr>
          <p:cNvPr id="166" name="Text 164"/>
          <p:cNvSpPr/>
          <p:nvPr/>
        </p:nvSpPr>
        <p:spPr>
          <a:xfrm>
            <a:off x="274320" y="713232"/>
            <a:ext cx="10058400" cy="292608"/>
          </a:xfrm>
          <a:prstGeom prst="rect">
            <a:avLst/>
          </a:prstGeom>
          <a:noFill/>
          <a:ln/>
        </p:spPr>
        <p:txBody>
          <a:bodyPr wrap="square" rtlCol="0" anchor="ctr"/>
          <a:lstStyle/>
          <a:p>
            <a:pPr indent="0" marL="0">
              <a:buNone/>
            </a:pPr>
            <a:r>
              <a:rPr lang="en-US" sz="1200" i="1" dirty="0">
                <a:solidFill>
                  <a:srgbClr val="4A8A6A"/>
                </a:solidFill>
                <a:latin typeface="Calibri" pitchFamily="34" charset="0"/>
                <a:ea typeface="Calibri" pitchFamily="34" charset="-122"/>
                <a:cs typeface="Calibri" pitchFamily="34" charset="-120"/>
              </a:rPr>
              <a:t>6 Active Scheme Alignments — MoU Ready  |  EDI-TN + TNAU Pilot Pipeline</a:t>
            </a:r>
            <a:endParaRPr lang="en-US" sz="1200" dirty="0"/>
          </a:p>
        </p:txBody>
      </p:sp>
      <p:sp>
        <p:nvSpPr>
          <p:cNvPr id="167" name="Shape 165"/>
          <p:cNvSpPr/>
          <p:nvPr/>
        </p:nvSpPr>
        <p:spPr>
          <a:xfrm>
            <a:off x="274320" y="1051560"/>
            <a:ext cx="11430000" cy="27432"/>
          </a:xfrm>
          <a:prstGeom prst="rect">
            <a:avLst/>
          </a:prstGeom>
          <a:solidFill>
            <a:srgbClr val="00D4FF"/>
          </a:solidFill>
          <a:ln/>
          <a:effectLst>
            <a:outerShdw sx="100000" sy="100000" kx="0" ky="0" algn="bl" rotWithShape="0" blurRad="254000" dist="50800" dir="16200000">
              <a:srgbClr val="00D4FF">
                <a:alpha val="50000"/>
              </a:srgbClr>
            </a:outerShdw>
          </a:effectLst>
        </p:spPr>
      </p:sp>
      <p:sp>
        <p:nvSpPr>
          <p:cNvPr id="168" name="Shape 166"/>
          <p:cNvSpPr/>
          <p:nvPr/>
        </p:nvSpPr>
        <p:spPr>
          <a:xfrm>
            <a:off x="274320" y="1234440"/>
            <a:ext cx="5760720" cy="1371600"/>
          </a:xfrm>
          <a:prstGeom prst="rect">
            <a:avLst/>
          </a:prstGeom>
          <a:solidFill>
            <a:srgbClr val="0D2016"/>
          </a:solidFill>
          <a:ln w="15240">
            <a:solidFill>
              <a:srgbClr val="00FF88"/>
            </a:solidFill>
            <a:prstDash val="solid"/>
          </a:ln>
          <a:effectLst>
            <a:outerShdw sx="100000" sy="100000" kx="0" ky="0" algn="bl" rotWithShape="0" blurRad="254000" dist="50800" dir="16200000">
              <a:srgbClr val="00FF88">
                <a:alpha val="50000"/>
              </a:srgbClr>
            </a:outerShdw>
          </a:effectLst>
        </p:spPr>
      </p:sp>
      <p:sp>
        <p:nvSpPr>
          <p:cNvPr id="169" name="Shape 167"/>
          <p:cNvSpPr/>
          <p:nvPr/>
        </p:nvSpPr>
        <p:spPr>
          <a:xfrm>
            <a:off x="274320" y="1234440"/>
            <a:ext cx="91440" cy="1371600"/>
          </a:xfrm>
          <a:prstGeom prst="rect">
            <a:avLst/>
          </a:prstGeom>
          <a:solidFill>
            <a:srgbClr val="00FF88"/>
          </a:solidFill>
          <a:ln/>
        </p:spPr>
      </p:sp>
      <p:sp>
        <p:nvSpPr>
          <p:cNvPr id="170" name="Shape 168"/>
          <p:cNvSpPr/>
          <p:nvPr/>
        </p:nvSpPr>
        <p:spPr>
          <a:xfrm>
            <a:off x="274320" y="1234440"/>
            <a:ext cx="5760720" cy="365760"/>
          </a:xfrm>
          <a:prstGeom prst="rect">
            <a:avLst/>
          </a:prstGeom>
          <a:solidFill>
            <a:srgbClr val="000000"/>
          </a:solidFill>
          <a:ln/>
        </p:spPr>
      </p:sp>
      <p:sp>
        <p:nvSpPr>
          <p:cNvPr id="171" name="Text 169"/>
          <p:cNvSpPr/>
          <p:nvPr/>
        </p:nvSpPr>
        <p:spPr>
          <a:xfrm>
            <a:off x="411480" y="1271016"/>
            <a:ext cx="5486400" cy="320040"/>
          </a:xfrm>
          <a:prstGeom prst="rect">
            <a:avLst/>
          </a:prstGeom>
          <a:noFill/>
          <a:ln/>
          <a:effectLst>
            <a:outerShdw sx="100000" sy="100000" kx="0" ky="0" algn="bl" rotWithShape="0" blurRad="254000" dist="50800" dir="16200000">
              <a:srgbClr val="00FF88">
                <a:alpha val="50000"/>
              </a:srgbClr>
            </a:outerShdw>
          </a:effectLst>
        </p:spPr>
        <p:txBody>
          <a:bodyPr wrap="square" rtlCol="0" anchor="ctr"/>
          <a:lstStyle/>
          <a:p>
            <a:pPr indent="0" marL="0">
              <a:buNone/>
            </a:pPr>
            <a:r>
              <a:rPr lang="en-US" sz="1200" b="1" dirty="0">
                <a:solidFill>
                  <a:srgbClr val="00FF88"/>
                </a:solidFill>
                <a:latin typeface="Trebuchet MS" pitchFamily="34" charset="0"/>
                <a:ea typeface="Trebuchet MS" pitchFamily="34" charset="-122"/>
                <a:cs typeface="Trebuchet MS" pitchFamily="34" charset="-120"/>
              </a:rPr>
              <a:t>PM-KISAN</a:t>
            </a:r>
            <a:endParaRPr lang="en-US" sz="1200" dirty="0"/>
          </a:p>
        </p:txBody>
      </p:sp>
      <p:sp>
        <p:nvSpPr>
          <p:cNvPr id="172" name="Text 170"/>
          <p:cNvSpPr/>
          <p:nvPr/>
        </p:nvSpPr>
        <p:spPr>
          <a:xfrm>
            <a:off x="411480" y="1655064"/>
            <a:ext cx="5486400" cy="86868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Real-time income support tracking via Aadhaar-linked farmer registry. Direct farmer ID integration with PFMS payment verification pipeline.</a:t>
            </a:r>
            <a:endParaRPr lang="en-US" sz="950" dirty="0"/>
          </a:p>
        </p:txBody>
      </p:sp>
      <p:sp>
        <p:nvSpPr>
          <p:cNvPr id="173" name="Shape 171"/>
          <p:cNvSpPr/>
          <p:nvPr/>
        </p:nvSpPr>
        <p:spPr>
          <a:xfrm>
            <a:off x="6263640" y="1234440"/>
            <a:ext cx="5760720" cy="1371600"/>
          </a:xfrm>
          <a:prstGeom prst="rect">
            <a:avLst/>
          </a:prstGeom>
          <a:solidFill>
            <a:srgbClr val="0D2016"/>
          </a:solidFill>
          <a:ln w="15240">
            <a:solidFill>
              <a:srgbClr val="00D4FF"/>
            </a:solidFill>
            <a:prstDash val="solid"/>
          </a:ln>
          <a:effectLst>
            <a:outerShdw sx="100000" sy="100000" kx="0" ky="0" algn="bl" rotWithShape="0" blurRad="254000" dist="50800" dir="16200000">
              <a:srgbClr val="00D4FF">
                <a:alpha val="50000"/>
              </a:srgbClr>
            </a:outerShdw>
          </a:effectLst>
        </p:spPr>
      </p:sp>
      <p:sp>
        <p:nvSpPr>
          <p:cNvPr id="174" name="Shape 172"/>
          <p:cNvSpPr/>
          <p:nvPr/>
        </p:nvSpPr>
        <p:spPr>
          <a:xfrm>
            <a:off x="6263640" y="1234440"/>
            <a:ext cx="91440" cy="1371600"/>
          </a:xfrm>
          <a:prstGeom prst="rect">
            <a:avLst/>
          </a:prstGeom>
          <a:solidFill>
            <a:srgbClr val="00D4FF"/>
          </a:solidFill>
          <a:ln/>
        </p:spPr>
      </p:sp>
      <p:sp>
        <p:nvSpPr>
          <p:cNvPr id="175" name="Shape 173"/>
          <p:cNvSpPr/>
          <p:nvPr/>
        </p:nvSpPr>
        <p:spPr>
          <a:xfrm>
            <a:off x="6263640" y="1234440"/>
            <a:ext cx="5760720" cy="365760"/>
          </a:xfrm>
          <a:prstGeom prst="rect">
            <a:avLst/>
          </a:prstGeom>
          <a:solidFill>
            <a:srgbClr val="000000"/>
          </a:solidFill>
          <a:ln/>
        </p:spPr>
      </p:sp>
      <p:sp>
        <p:nvSpPr>
          <p:cNvPr id="176" name="Text 174"/>
          <p:cNvSpPr/>
          <p:nvPr/>
        </p:nvSpPr>
        <p:spPr>
          <a:xfrm>
            <a:off x="6400800" y="1271016"/>
            <a:ext cx="5486400" cy="320040"/>
          </a:xfrm>
          <a:prstGeom prst="rect">
            <a:avLst/>
          </a:prstGeom>
          <a:noFill/>
          <a:ln/>
          <a:effectLst>
            <a:outerShdw sx="100000" sy="100000" kx="0" ky="0" algn="bl" rotWithShape="0" blurRad="254000" dist="50800" dir="16200000">
              <a:srgbClr val="00D4FF">
                <a:alpha val="50000"/>
              </a:srgbClr>
            </a:outerShdw>
          </a:effectLst>
        </p:spPr>
        <p:txBody>
          <a:bodyPr wrap="square" rtlCol="0" anchor="ctr"/>
          <a:lstStyle/>
          <a:p>
            <a:pPr indent="0" marL="0">
              <a:buNone/>
            </a:pPr>
            <a:r>
              <a:rPr lang="en-US" sz="1200" b="1" dirty="0">
                <a:solidFill>
                  <a:srgbClr val="00D4FF"/>
                </a:solidFill>
                <a:latin typeface="Trebuchet MS" pitchFamily="34" charset="0"/>
                <a:ea typeface="Trebuchet MS" pitchFamily="34" charset="-122"/>
                <a:cs typeface="Trebuchet MS" pitchFamily="34" charset="-120"/>
              </a:rPr>
              <a:t>TNAU Partnership</a:t>
            </a:r>
            <a:endParaRPr lang="en-US" sz="1200" dirty="0"/>
          </a:p>
        </p:txBody>
      </p:sp>
      <p:sp>
        <p:nvSpPr>
          <p:cNvPr id="177" name="Text 175"/>
          <p:cNvSpPr/>
          <p:nvPr/>
        </p:nvSpPr>
        <p:spPr>
          <a:xfrm>
            <a:off x="6400800" y="1655064"/>
            <a:ext cx="5486400" cy="86868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TNAU crop advisory algorithm integration. District-level soil health research data pipeline. Co-branded AI advisory for extension officers.</a:t>
            </a:r>
            <a:endParaRPr lang="en-US" sz="950" dirty="0"/>
          </a:p>
        </p:txBody>
      </p:sp>
      <p:sp>
        <p:nvSpPr>
          <p:cNvPr id="178" name="Shape 176"/>
          <p:cNvSpPr/>
          <p:nvPr/>
        </p:nvSpPr>
        <p:spPr>
          <a:xfrm>
            <a:off x="274320" y="2770632"/>
            <a:ext cx="5760720" cy="1371600"/>
          </a:xfrm>
          <a:prstGeom prst="rect">
            <a:avLst/>
          </a:prstGeom>
          <a:solidFill>
            <a:srgbClr val="0D2016"/>
          </a:solidFill>
          <a:ln w="15240">
            <a:solidFill>
              <a:srgbClr val="FFD700"/>
            </a:solidFill>
            <a:prstDash val="solid"/>
          </a:ln>
          <a:effectLst>
            <a:outerShdw sx="100000" sy="100000" kx="0" ky="0" algn="bl" rotWithShape="0" blurRad="254000" dist="50800" dir="16200000">
              <a:srgbClr val="FFD700">
                <a:alpha val="50000"/>
              </a:srgbClr>
            </a:outerShdw>
          </a:effectLst>
        </p:spPr>
      </p:sp>
      <p:sp>
        <p:nvSpPr>
          <p:cNvPr id="179" name="Shape 177"/>
          <p:cNvSpPr/>
          <p:nvPr/>
        </p:nvSpPr>
        <p:spPr>
          <a:xfrm>
            <a:off x="274320" y="2770632"/>
            <a:ext cx="91440" cy="1371600"/>
          </a:xfrm>
          <a:prstGeom prst="rect">
            <a:avLst/>
          </a:prstGeom>
          <a:solidFill>
            <a:srgbClr val="FFD700"/>
          </a:solidFill>
          <a:ln/>
        </p:spPr>
      </p:sp>
      <p:sp>
        <p:nvSpPr>
          <p:cNvPr id="180" name="Shape 178"/>
          <p:cNvSpPr/>
          <p:nvPr/>
        </p:nvSpPr>
        <p:spPr>
          <a:xfrm>
            <a:off x="274320" y="2770632"/>
            <a:ext cx="5760720" cy="365760"/>
          </a:xfrm>
          <a:prstGeom prst="rect">
            <a:avLst/>
          </a:prstGeom>
          <a:solidFill>
            <a:srgbClr val="000000"/>
          </a:solidFill>
          <a:ln/>
        </p:spPr>
      </p:sp>
      <p:sp>
        <p:nvSpPr>
          <p:cNvPr id="181" name="Text 179"/>
          <p:cNvSpPr/>
          <p:nvPr/>
        </p:nvSpPr>
        <p:spPr>
          <a:xfrm>
            <a:off x="411480" y="2807208"/>
            <a:ext cx="5486400" cy="320040"/>
          </a:xfrm>
          <a:prstGeom prst="rect">
            <a:avLst/>
          </a:prstGeom>
          <a:noFill/>
          <a:ln/>
          <a:effectLst>
            <a:outerShdw sx="100000" sy="100000" kx="0" ky="0" algn="bl" rotWithShape="0" blurRad="254000" dist="50800" dir="16200000">
              <a:srgbClr val="FFD700">
                <a:alpha val="50000"/>
              </a:srgbClr>
            </a:outerShdw>
          </a:effectLst>
        </p:spPr>
        <p:txBody>
          <a:bodyPr wrap="square" rtlCol="0" anchor="ctr"/>
          <a:lstStyle/>
          <a:p>
            <a:pPr indent="0" marL="0">
              <a:buNone/>
            </a:pPr>
            <a:r>
              <a:rPr lang="en-US" sz="1200" b="1" dirty="0">
                <a:solidFill>
                  <a:srgbClr val="FFD700"/>
                </a:solidFill>
                <a:latin typeface="Trebuchet MS" pitchFamily="34" charset="0"/>
                <a:ea typeface="Trebuchet MS" pitchFamily="34" charset="-122"/>
                <a:cs typeface="Trebuchet MS" pitchFamily="34" charset="-120"/>
              </a:rPr>
              <a:t>ICAR Integration</a:t>
            </a:r>
            <a:endParaRPr lang="en-US" sz="1200" dirty="0"/>
          </a:p>
        </p:txBody>
      </p:sp>
      <p:sp>
        <p:nvSpPr>
          <p:cNvPr id="182" name="Text 180"/>
          <p:cNvSpPr/>
          <p:nvPr/>
        </p:nvSpPr>
        <p:spPr>
          <a:xfrm>
            <a:off x="411480" y="3191256"/>
            <a:ext cx="5486400" cy="86868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Soil Health Card digitization and NPK benchmarking against ICAR standards. Automated alert when soil metrics deviate from ICAR optimal ranges.</a:t>
            </a:r>
            <a:endParaRPr lang="en-US" sz="950" dirty="0"/>
          </a:p>
        </p:txBody>
      </p:sp>
      <p:sp>
        <p:nvSpPr>
          <p:cNvPr id="183" name="Shape 181"/>
          <p:cNvSpPr/>
          <p:nvPr/>
        </p:nvSpPr>
        <p:spPr>
          <a:xfrm>
            <a:off x="6263640" y="2770632"/>
            <a:ext cx="5760720" cy="1371600"/>
          </a:xfrm>
          <a:prstGeom prst="rect">
            <a:avLst/>
          </a:prstGeom>
          <a:solidFill>
            <a:srgbClr val="0D2016"/>
          </a:solidFill>
          <a:ln w="15240">
            <a:solidFill>
              <a:srgbClr val="FF6B35"/>
            </a:solidFill>
            <a:prstDash val="solid"/>
          </a:ln>
          <a:effectLst>
            <a:outerShdw sx="100000" sy="100000" kx="0" ky="0" algn="bl" rotWithShape="0" blurRad="254000" dist="50800" dir="16200000">
              <a:srgbClr val="FF6B35">
                <a:alpha val="50000"/>
              </a:srgbClr>
            </a:outerShdw>
          </a:effectLst>
        </p:spPr>
      </p:sp>
      <p:sp>
        <p:nvSpPr>
          <p:cNvPr id="184" name="Shape 182"/>
          <p:cNvSpPr/>
          <p:nvPr/>
        </p:nvSpPr>
        <p:spPr>
          <a:xfrm>
            <a:off x="6263640" y="2770632"/>
            <a:ext cx="91440" cy="1371600"/>
          </a:xfrm>
          <a:prstGeom prst="rect">
            <a:avLst/>
          </a:prstGeom>
          <a:solidFill>
            <a:srgbClr val="FF6B35"/>
          </a:solidFill>
          <a:ln/>
        </p:spPr>
      </p:sp>
      <p:sp>
        <p:nvSpPr>
          <p:cNvPr id="185" name="Shape 183"/>
          <p:cNvSpPr/>
          <p:nvPr/>
        </p:nvSpPr>
        <p:spPr>
          <a:xfrm>
            <a:off x="6263640" y="2770632"/>
            <a:ext cx="5760720" cy="365760"/>
          </a:xfrm>
          <a:prstGeom prst="rect">
            <a:avLst/>
          </a:prstGeom>
          <a:solidFill>
            <a:srgbClr val="000000"/>
          </a:solidFill>
          <a:ln/>
        </p:spPr>
      </p:sp>
      <p:sp>
        <p:nvSpPr>
          <p:cNvPr id="186" name="Text 184"/>
          <p:cNvSpPr/>
          <p:nvPr/>
        </p:nvSpPr>
        <p:spPr>
          <a:xfrm>
            <a:off x="6400800" y="2807208"/>
            <a:ext cx="5486400" cy="320040"/>
          </a:xfrm>
          <a:prstGeom prst="rect">
            <a:avLst/>
          </a:prstGeom>
          <a:noFill/>
          <a:ln/>
          <a:effectLst>
            <a:outerShdw sx="100000" sy="100000" kx="0" ky="0" algn="bl" rotWithShape="0" blurRad="254000" dist="50800" dir="16200000">
              <a:srgbClr val="FF6B35">
                <a:alpha val="50000"/>
              </a:srgbClr>
            </a:outerShdw>
          </a:effectLst>
        </p:spPr>
        <p:txBody>
          <a:bodyPr wrap="square" rtlCol="0" anchor="ctr"/>
          <a:lstStyle/>
          <a:p>
            <a:pPr indent="0" marL="0">
              <a:buNone/>
            </a:pPr>
            <a:r>
              <a:rPr lang="en-US" sz="1200" b="1" dirty="0">
                <a:solidFill>
                  <a:srgbClr val="FF6B35"/>
                </a:solidFill>
                <a:latin typeface="Trebuchet MS" pitchFamily="34" charset="0"/>
                <a:ea typeface="Trebuchet MS" pitchFamily="34" charset="-122"/>
                <a:cs typeface="Trebuchet MS" pitchFamily="34" charset="-120"/>
              </a:rPr>
              <a:t>NABARD DaaS</a:t>
            </a:r>
            <a:endParaRPr lang="en-US" sz="1200" dirty="0"/>
          </a:p>
        </p:txBody>
      </p:sp>
      <p:sp>
        <p:nvSpPr>
          <p:cNvPr id="187" name="Text 185"/>
          <p:cNvSpPr/>
          <p:nvPr/>
        </p:nvSpPr>
        <p:spPr>
          <a:xfrm>
            <a:off x="6400800" y="3191256"/>
            <a:ext cx="5486400" cy="86868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Anonymized yield + risk data for crop loan underwriting. FPO credit scoring model. District-level agri-finance intelligence dashboard for NABARD officers.</a:t>
            </a:r>
            <a:endParaRPr lang="en-US" sz="950" dirty="0"/>
          </a:p>
        </p:txBody>
      </p:sp>
      <p:sp>
        <p:nvSpPr>
          <p:cNvPr id="188" name="Shape 186"/>
          <p:cNvSpPr/>
          <p:nvPr/>
        </p:nvSpPr>
        <p:spPr>
          <a:xfrm>
            <a:off x="274320" y="4306824"/>
            <a:ext cx="5760720" cy="1371600"/>
          </a:xfrm>
          <a:prstGeom prst="rect">
            <a:avLst/>
          </a:prstGeom>
          <a:solidFill>
            <a:srgbClr val="0D2016"/>
          </a:solidFill>
          <a:ln w="15240">
            <a:solidFill>
              <a:srgbClr val="B44FFF"/>
            </a:solidFill>
            <a:prstDash val="solid"/>
          </a:ln>
          <a:effectLst>
            <a:outerShdw sx="100000" sy="100000" kx="0" ky="0" algn="bl" rotWithShape="0" blurRad="254000" dist="50800" dir="16200000">
              <a:srgbClr val="B44FFF">
                <a:alpha val="50000"/>
              </a:srgbClr>
            </a:outerShdw>
          </a:effectLst>
        </p:spPr>
      </p:sp>
      <p:sp>
        <p:nvSpPr>
          <p:cNvPr id="189" name="Shape 187"/>
          <p:cNvSpPr/>
          <p:nvPr/>
        </p:nvSpPr>
        <p:spPr>
          <a:xfrm>
            <a:off x="274320" y="4306824"/>
            <a:ext cx="91440" cy="1371600"/>
          </a:xfrm>
          <a:prstGeom prst="rect">
            <a:avLst/>
          </a:prstGeom>
          <a:solidFill>
            <a:srgbClr val="B44FFF"/>
          </a:solidFill>
          <a:ln/>
        </p:spPr>
      </p:sp>
      <p:sp>
        <p:nvSpPr>
          <p:cNvPr id="190" name="Shape 188"/>
          <p:cNvSpPr/>
          <p:nvPr/>
        </p:nvSpPr>
        <p:spPr>
          <a:xfrm>
            <a:off x="274320" y="4306824"/>
            <a:ext cx="5760720" cy="365760"/>
          </a:xfrm>
          <a:prstGeom prst="rect">
            <a:avLst/>
          </a:prstGeom>
          <a:solidFill>
            <a:srgbClr val="000000"/>
          </a:solidFill>
          <a:ln/>
        </p:spPr>
      </p:sp>
      <p:sp>
        <p:nvSpPr>
          <p:cNvPr id="191" name="Text 189"/>
          <p:cNvSpPr/>
          <p:nvPr/>
        </p:nvSpPr>
        <p:spPr>
          <a:xfrm>
            <a:off x="411480" y="4343400"/>
            <a:ext cx="5486400" cy="320040"/>
          </a:xfrm>
          <a:prstGeom prst="rect">
            <a:avLst/>
          </a:prstGeom>
          <a:noFill/>
          <a:ln/>
          <a:effectLst>
            <a:outerShdw sx="100000" sy="100000" kx="0" ky="0" algn="bl" rotWithShape="0" blurRad="254000" dist="50800" dir="16200000">
              <a:srgbClr val="B44FFF">
                <a:alpha val="50000"/>
              </a:srgbClr>
            </a:outerShdw>
          </a:effectLst>
        </p:spPr>
        <p:txBody>
          <a:bodyPr wrap="square" rtlCol="0" anchor="ctr"/>
          <a:lstStyle/>
          <a:p>
            <a:pPr indent="0" marL="0">
              <a:buNone/>
            </a:pPr>
            <a:r>
              <a:rPr lang="en-US" sz="1200" b="1" dirty="0">
                <a:solidFill>
                  <a:srgbClr val="B44FFF"/>
                </a:solidFill>
                <a:latin typeface="Trebuchet MS" pitchFamily="34" charset="0"/>
                <a:ea typeface="Trebuchet MS" pitchFamily="34" charset="-122"/>
                <a:cs typeface="Trebuchet MS" pitchFamily="34" charset="-120"/>
              </a:rPr>
              <a:t>TNIAMP Scheme</a:t>
            </a:r>
            <a:endParaRPr lang="en-US" sz="1200" dirty="0"/>
          </a:p>
        </p:txBody>
      </p:sp>
      <p:sp>
        <p:nvSpPr>
          <p:cNvPr id="192" name="Text 190"/>
          <p:cNvSpPr/>
          <p:nvPr/>
        </p:nvSpPr>
        <p:spPr>
          <a:xfrm>
            <a:off x="411480" y="4727448"/>
            <a:ext cx="5486400" cy="86868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Micro-irrigation subsidy eligibility auto-detection from farmer profile. Drip/sprinkler system matching based on crop-district-acreage triangle.</a:t>
            </a:r>
            <a:endParaRPr lang="en-US" sz="950" dirty="0"/>
          </a:p>
        </p:txBody>
      </p:sp>
      <p:sp>
        <p:nvSpPr>
          <p:cNvPr id="193" name="Shape 191"/>
          <p:cNvSpPr/>
          <p:nvPr/>
        </p:nvSpPr>
        <p:spPr>
          <a:xfrm>
            <a:off x="6263640" y="4306824"/>
            <a:ext cx="5760720" cy="1371600"/>
          </a:xfrm>
          <a:prstGeom prst="rect">
            <a:avLst/>
          </a:prstGeom>
          <a:solidFill>
            <a:srgbClr val="0D2016"/>
          </a:solidFill>
          <a:ln w="15240">
            <a:solidFill>
              <a:srgbClr val="00FFFF"/>
            </a:solidFill>
            <a:prstDash val="solid"/>
          </a:ln>
          <a:effectLst>
            <a:outerShdw sx="100000" sy="100000" kx="0" ky="0" algn="bl" rotWithShape="0" blurRad="254000" dist="50800" dir="16200000">
              <a:srgbClr val="00FFFF">
                <a:alpha val="50000"/>
              </a:srgbClr>
            </a:outerShdw>
          </a:effectLst>
        </p:spPr>
      </p:sp>
      <p:sp>
        <p:nvSpPr>
          <p:cNvPr id="194" name="Shape 192"/>
          <p:cNvSpPr/>
          <p:nvPr/>
        </p:nvSpPr>
        <p:spPr>
          <a:xfrm>
            <a:off x="6263640" y="4306824"/>
            <a:ext cx="91440" cy="1371600"/>
          </a:xfrm>
          <a:prstGeom prst="rect">
            <a:avLst/>
          </a:prstGeom>
          <a:solidFill>
            <a:srgbClr val="00FFFF"/>
          </a:solidFill>
          <a:ln/>
        </p:spPr>
      </p:sp>
      <p:sp>
        <p:nvSpPr>
          <p:cNvPr id="195" name="Shape 193"/>
          <p:cNvSpPr/>
          <p:nvPr/>
        </p:nvSpPr>
        <p:spPr>
          <a:xfrm>
            <a:off x="6263640" y="4306824"/>
            <a:ext cx="5760720" cy="365760"/>
          </a:xfrm>
          <a:prstGeom prst="rect">
            <a:avLst/>
          </a:prstGeom>
          <a:solidFill>
            <a:srgbClr val="000000"/>
          </a:solidFill>
          <a:ln/>
        </p:spPr>
      </p:sp>
      <p:sp>
        <p:nvSpPr>
          <p:cNvPr id="196" name="Text 194"/>
          <p:cNvSpPr/>
          <p:nvPr/>
        </p:nvSpPr>
        <p:spPr>
          <a:xfrm>
            <a:off x="6400800" y="4343400"/>
            <a:ext cx="5486400" cy="320040"/>
          </a:xfrm>
          <a:prstGeom prst="rect">
            <a:avLst/>
          </a:prstGeom>
          <a:noFill/>
          <a:ln/>
          <a:effectLst>
            <a:outerShdw sx="100000" sy="100000" kx="0" ky="0" algn="bl" rotWithShape="0" blurRad="254000" dist="50800" dir="16200000">
              <a:srgbClr val="00FFFF">
                <a:alpha val="50000"/>
              </a:srgbClr>
            </a:outerShdw>
          </a:effectLst>
        </p:spPr>
        <p:txBody>
          <a:bodyPr wrap="square" rtlCol="0" anchor="ctr"/>
          <a:lstStyle/>
          <a:p>
            <a:pPr indent="0" marL="0">
              <a:buNone/>
            </a:pPr>
            <a:r>
              <a:rPr lang="en-US" sz="1200" b="1" dirty="0">
                <a:solidFill>
                  <a:srgbClr val="00FFFF"/>
                </a:solidFill>
                <a:latin typeface="Trebuchet MS" pitchFamily="34" charset="0"/>
                <a:ea typeface="Trebuchet MS" pitchFamily="34" charset="-122"/>
                <a:cs typeface="Trebuchet MS" pitchFamily="34" charset="-120"/>
              </a:rPr>
              <a:t>AgriStack / EDI-TN</a:t>
            </a:r>
            <a:endParaRPr lang="en-US" sz="1200" dirty="0"/>
          </a:p>
        </p:txBody>
      </p:sp>
      <p:sp>
        <p:nvSpPr>
          <p:cNvPr id="197" name="Text 195"/>
          <p:cNvSpPr/>
          <p:nvPr/>
        </p:nvSpPr>
        <p:spPr>
          <a:xfrm>
            <a:off x="6400800" y="4727448"/>
            <a:ext cx="5486400" cy="86868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Unified Farmer ID login via Digital Public Infrastructure. AgriStack API-ready connector layer. Data sovereignty compliance with EDI-TN standards.</a:t>
            </a:r>
            <a:endParaRPr lang="en-US" sz="950" dirty="0"/>
          </a:p>
        </p:txBody>
      </p:sp>
      <p:sp>
        <p:nvSpPr>
          <p:cNvPr id="198" name="Shape 196"/>
          <p:cNvSpPr/>
          <p:nvPr/>
        </p:nvSpPr>
        <p:spPr>
          <a:xfrm>
            <a:off x="0" y="5870448"/>
            <a:ext cx="12188952" cy="987552"/>
          </a:xfrm>
          <a:prstGeom prst="rect">
            <a:avLst/>
          </a:prstGeom>
          <a:solidFill>
            <a:srgbClr val="040C14"/>
          </a:solidFill>
          <a:ln w="12700">
            <a:solidFill>
              <a:srgbClr val="00FF88"/>
            </a:solidFill>
            <a:prstDash val="solid"/>
          </a:ln>
          <a:effectLst>
            <a:outerShdw sx="100000" sy="100000" kx="0" ky="0" algn="bl" rotWithShape="0" blurRad="254000" dist="50800" dir="16200000">
              <a:srgbClr val="00FF88">
                <a:alpha val="50000"/>
              </a:srgbClr>
            </a:outerShdw>
          </a:effectLst>
        </p:spPr>
      </p:sp>
      <p:sp>
        <p:nvSpPr>
          <p:cNvPr id="199" name="Shape 197"/>
          <p:cNvSpPr/>
          <p:nvPr/>
        </p:nvSpPr>
        <p:spPr>
          <a:xfrm>
            <a:off x="0" y="5870448"/>
            <a:ext cx="12188952" cy="27432"/>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200" name="Text 198"/>
          <p:cNvSpPr/>
          <p:nvPr/>
        </p:nvSpPr>
        <p:spPr>
          <a:xfrm>
            <a:off x="274320" y="5943600"/>
            <a:ext cx="11704320" cy="822960"/>
          </a:xfrm>
          <a:prstGeom prst="rect">
            <a:avLst/>
          </a:prstGeom>
          <a:noFill/>
          <a:ln/>
        </p:spPr>
        <p:txBody>
          <a:bodyPr wrap="square" rtlCol="0" anchor="ctr"/>
          <a:lstStyle/>
          <a:p>
            <a:pPr algn="ctr" indent="0" marL="0">
              <a:buNone/>
            </a:pPr>
            <a:r>
              <a:rPr lang="en-US" sz="1100" b="1" dirty="0">
                <a:solidFill>
                  <a:srgbClr val="00FF88"/>
                </a:solidFill>
                <a:latin typeface="Calibri" pitchFamily="34" charset="0"/>
                <a:ea typeface="Calibri" pitchFamily="34" charset="-122"/>
                <a:cs typeface="Calibri" pitchFamily="34" charset="-120"/>
              </a:rPr>
              <a:t>📋  MOU STATUS: Letter of Intent drafted for TNAU &amp; EDI-TN  |  Actively seeking 5-district pilot partnership  |  AGRI-STACK API connector ready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D0A"/>
        </a:solidFill>
      </p:bgPr>
    </p:bg>
    <p:spTree>
      <p:nvGrpSpPr>
        <p:cNvPr id="1" name=""/>
        <p:cNvGrpSpPr/>
        <p:nvPr/>
      </p:nvGrpSpPr>
      <p:grpSpPr>
        <a:xfrm>
          <a:off x="0" y="0"/>
          <a:ext cx="0" cy="0"/>
          <a:chOff x="0" y="0"/>
          <a:chExt cx="0" cy="0"/>
        </a:xfrm>
      </p:grpSpPr>
      <p:sp>
        <p:nvSpPr>
          <p:cNvPr id="2" name="Shape 0"/>
          <p:cNvSpPr/>
          <p:nvPr/>
        </p:nvSpPr>
        <p:spPr>
          <a:xfrm>
            <a:off x="0" y="0"/>
            <a:ext cx="457200" cy="9144"/>
          </a:xfrm>
          <a:prstGeom prst="rect">
            <a:avLst/>
          </a:prstGeom>
          <a:solidFill>
            <a:srgbClr val="1A3A2A"/>
          </a:solidFill>
          <a:ln w="12700">
            <a:solidFill>
              <a:srgbClr val="1A3A2A"/>
            </a:solidFill>
            <a:prstDash val="solid"/>
          </a:ln>
        </p:spPr>
      </p:sp>
      <p:sp>
        <p:nvSpPr>
          <p:cNvPr id="3" name="Shape 1"/>
          <p:cNvSpPr/>
          <p:nvPr/>
        </p:nvSpPr>
        <p:spPr>
          <a:xfrm>
            <a:off x="594360" y="0"/>
            <a:ext cx="457200" cy="9144"/>
          </a:xfrm>
          <a:prstGeom prst="rect">
            <a:avLst/>
          </a:prstGeom>
          <a:solidFill>
            <a:srgbClr val="1A3A2A"/>
          </a:solidFill>
          <a:ln w="12700">
            <a:solidFill>
              <a:srgbClr val="1A3A2A"/>
            </a:solidFill>
            <a:prstDash val="solid"/>
          </a:ln>
        </p:spPr>
      </p:sp>
      <p:sp>
        <p:nvSpPr>
          <p:cNvPr id="4" name="Shape 2"/>
          <p:cNvSpPr/>
          <p:nvPr/>
        </p:nvSpPr>
        <p:spPr>
          <a:xfrm>
            <a:off x="1188720" y="0"/>
            <a:ext cx="457200" cy="9144"/>
          </a:xfrm>
          <a:prstGeom prst="rect">
            <a:avLst/>
          </a:prstGeom>
          <a:solidFill>
            <a:srgbClr val="1A3A2A"/>
          </a:solidFill>
          <a:ln w="12700">
            <a:solidFill>
              <a:srgbClr val="1A3A2A"/>
            </a:solidFill>
            <a:prstDash val="solid"/>
          </a:ln>
        </p:spPr>
      </p:sp>
      <p:sp>
        <p:nvSpPr>
          <p:cNvPr id="5" name="Shape 3"/>
          <p:cNvSpPr/>
          <p:nvPr/>
        </p:nvSpPr>
        <p:spPr>
          <a:xfrm>
            <a:off x="1783080" y="0"/>
            <a:ext cx="457200" cy="9144"/>
          </a:xfrm>
          <a:prstGeom prst="rect">
            <a:avLst/>
          </a:prstGeom>
          <a:solidFill>
            <a:srgbClr val="1A3A2A"/>
          </a:solidFill>
          <a:ln w="12700">
            <a:solidFill>
              <a:srgbClr val="1A3A2A"/>
            </a:solidFill>
            <a:prstDash val="solid"/>
          </a:ln>
        </p:spPr>
      </p:sp>
      <p:sp>
        <p:nvSpPr>
          <p:cNvPr id="6" name="Shape 4"/>
          <p:cNvSpPr/>
          <p:nvPr/>
        </p:nvSpPr>
        <p:spPr>
          <a:xfrm>
            <a:off x="2377440" y="0"/>
            <a:ext cx="457200" cy="9144"/>
          </a:xfrm>
          <a:prstGeom prst="rect">
            <a:avLst/>
          </a:prstGeom>
          <a:solidFill>
            <a:srgbClr val="1A3A2A"/>
          </a:solidFill>
          <a:ln w="12700">
            <a:solidFill>
              <a:srgbClr val="1A3A2A"/>
            </a:solidFill>
            <a:prstDash val="solid"/>
          </a:ln>
        </p:spPr>
      </p:sp>
      <p:sp>
        <p:nvSpPr>
          <p:cNvPr id="7" name="Shape 5"/>
          <p:cNvSpPr/>
          <p:nvPr/>
        </p:nvSpPr>
        <p:spPr>
          <a:xfrm>
            <a:off x="2971800" y="0"/>
            <a:ext cx="457200" cy="9144"/>
          </a:xfrm>
          <a:prstGeom prst="rect">
            <a:avLst/>
          </a:prstGeom>
          <a:solidFill>
            <a:srgbClr val="1A3A2A"/>
          </a:solidFill>
          <a:ln w="12700">
            <a:solidFill>
              <a:srgbClr val="1A3A2A"/>
            </a:solidFill>
            <a:prstDash val="solid"/>
          </a:ln>
        </p:spPr>
      </p:sp>
      <p:sp>
        <p:nvSpPr>
          <p:cNvPr id="8" name="Shape 6"/>
          <p:cNvSpPr/>
          <p:nvPr/>
        </p:nvSpPr>
        <p:spPr>
          <a:xfrm>
            <a:off x="3566160" y="0"/>
            <a:ext cx="457200" cy="9144"/>
          </a:xfrm>
          <a:prstGeom prst="rect">
            <a:avLst/>
          </a:prstGeom>
          <a:solidFill>
            <a:srgbClr val="1A3A2A"/>
          </a:solidFill>
          <a:ln w="12700">
            <a:solidFill>
              <a:srgbClr val="1A3A2A"/>
            </a:solidFill>
            <a:prstDash val="solid"/>
          </a:ln>
        </p:spPr>
      </p:sp>
      <p:sp>
        <p:nvSpPr>
          <p:cNvPr id="9" name="Shape 7"/>
          <p:cNvSpPr/>
          <p:nvPr/>
        </p:nvSpPr>
        <p:spPr>
          <a:xfrm>
            <a:off x="4160520" y="0"/>
            <a:ext cx="457200" cy="9144"/>
          </a:xfrm>
          <a:prstGeom prst="rect">
            <a:avLst/>
          </a:prstGeom>
          <a:solidFill>
            <a:srgbClr val="1A3A2A"/>
          </a:solidFill>
          <a:ln w="12700">
            <a:solidFill>
              <a:srgbClr val="1A3A2A"/>
            </a:solidFill>
            <a:prstDash val="solid"/>
          </a:ln>
        </p:spPr>
      </p:sp>
      <p:sp>
        <p:nvSpPr>
          <p:cNvPr id="10" name="Shape 8"/>
          <p:cNvSpPr/>
          <p:nvPr/>
        </p:nvSpPr>
        <p:spPr>
          <a:xfrm>
            <a:off x="4754880" y="0"/>
            <a:ext cx="457200" cy="9144"/>
          </a:xfrm>
          <a:prstGeom prst="rect">
            <a:avLst/>
          </a:prstGeom>
          <a:solidFill>
            <a:srgbClr val="1A3A2A"/>
          </a:solidFill>
          <a:ln w="12700">
            <a:solidFill>
              <a:srgbClr val="1A3A2A"/>
            </a:solidFill>
            <a:prstDash val="solid"/>
          </a:ln>
        </p:spPr>
      </p:sp>
      <p:sp>
        <p:nvSpPr>
          <p:cNvPr id="11" name="Shape 9"/>
          <p:cNvSpPr/>
          <p:nvPr/>
        </p:nvSpPr>
        <p:spPr>
          <a:xfrm>
            <a:off x="5349240" y="0"/>
            <a:ext cx="457200" cy="9144"/>
          </a:xfrm>
          <a:prstGeom prst="rect">
            <a:avLst/>
          </a:prstGeom>
          <a:solidFill>
            <a:srgbClr val="1A3A2A"/>
          </a:solidFill>
          <a:ln w="12700">
            <a:solidFill>
              <a:srgbClr val="1A3A2A"/>
            </a:solidFill>
            <a:prstDash val="solid"/>
          </a:ln>
        </p:spPr>
      </p:sp>
      <p:sp>
        <p:nvSpPr>
          <p:cNvPr id="12" name="Shape 10"/>
          <p:cNvSpPr/>
          <p:nvPr/>
        </p:nvSpPr>
        <p:spPr>
          <a:xfrm>
            <a:off x="5943600" y="0"/>
            <a:ext cx="457200" cy="9144"/>
          </a:xfrm>
          <a:prstGeom prst="rect">
            <a:avLst/>
          </a:prstGeom>
          <a:solidFill>
            <a:srgbClr val="1A3A2A"/>
          </a:solidFill>
          <a:ln w="12700">
            <a:solidFill>
              <a:srgbClr val="1A3A2A"/>
            </a:solidFill>
            <a:prstDash val="solid"/>
          </a:ln>
        </p:spPr>
      </p:sp>
      <p:sp>
        <p:nvSpPr>
          <p:cNvPr id="13" name="Shape 11"/>
          <p:cNvSpPr/>
          <p:nvPr/>
        </p:nvSpPr>
        <p:spPr>
          <a:xfrm>
            <a:off x="6537960" y="0"/>
            <a:ext cx="457200" cy="9144"/>
          </a:xfrm>
          <a:prstGeom prst="rect">
            <a:avLst/>
          </a:prstGeom>
          <a:solidFill>
            <a:srgbClr val="1A3A2A"/>
          </a:solidFill>
          <a:ln w="12700">
            <a:solidFill>
              <a:srgbClr val="1A3A2A"/>
            </a:solidFill>
            <a:prstDash val="solid"/>
          </a:ln>
        </p:spPr>
      </p:sp>
      <p:sp>
        <p:nvSpPr>
          <p:cNvPr id="14" name="Shape 12"/>
          <p:cNvSpPr/>
          <p:nvPr/>
        </p:nvSpPr>
        <p:spPr>
          <a:xfrm>
            <a:off x="7132320" y="0"/>
            <a:ext cx="457200" cy="9144"/>
          </a:xfrm>
          <a:prstGeom prst="rect">
            <a:avLst/>
          </a:prstGeom>
          <a:solidFill>
            <a:srgbClr val="1A3A2A"/>
          </a:solidFill>
          <a:ln w="12700">
            <a:solidFill>
              <a:srgbClr val="1A3A2A"/>
            </a:solidFill>
            <a:prstDash val="solid"/>
          </a:ln>
        </p:spPr>
      </p:sp>
      <p:sp>
        <p:nvSpPr>
          <p:cNvPr id="15" name="Shape 13"/>
          <p:cNvSpPr/>
          <p:nvPr/>
        </p:nvSpPr>
        <p:spPr>
          <a:xfrm>
            <a:off x="7726680" y="0"/>
            <a:ext cx="457200" cy="9144"/>
          </a:xfrm>
          <a:prstGeom prst="rect">
            <a:avLst/>
          </a:prstGeom>
          <a:solidFill>
            <a:srgbClr val="1A3A2A"/>
          </a:solidFill>
          <a:ln w="12700">
            <a:solidFill>
              <a:srgbClr val="1A3A2A"/>
            </a:solidFill>
            <a:prstDash val="solid"/>
          </a:ln>
        </p:spPr>
      </p:sp>
      <p:sp>
        <p:nvSpPr>
          <p:cNvPr id="16" name="Shape 14"/>
          <p:cNvSpPr/>
          <p:nvPr/>
        </p:nvSpPr>
        <p:spPr>
          <a:xfrm>
            <a:off x="8321040" y="0"/>
            <a:ext cx="457200" cy="9144"/>
          </a:xfrm>
          <a:prstGeom prst="rect">
            <a:avLst/>
          </a:prstGeom>
          <a:solidFill>
            <a:srgbClr val="1A3A2A"/>
          </a:solidFill>
          <a:ln w="12700">
            <a:solidFill>
              <a:srgbClr val="1A3A2A"/>
            </a:solidFill>
            <a:prstDash val="solid"/>
          </a:ln>
        </p:spPr>
      </p:sp>
      <p:sp>
        <p:nvSpPr>
          <p:cNvPr id="17" name="Shape 15"/>
          <p:cNvSpPr/>
          <p:nvPr/>
        </p:nvSpPr>
        <p:spPr>
          <a:xfrm>
            <a:off x="8915400" y="0"/>
            <a:ext cx="457200" cy="9144"/>
          </a:xfrm>
          <a:prstGeom prst="rect">
            <a:avLst/>
          </a:prstGeom>
          <a:solidFill>
            <a:srgbClr val="1A3A2A"/>
          </a:solidFill>
          <a:ln w="12700">
            <a:solidFill>
              <a:srgbClr val="1A3A2A"/>
            </a:solidFill>
            <a:prstDash val="solid"/>
          </a:ln>
        </p:spPr>
      </p:sp>
      <p:sp>
        <p:nvSpPr>
          <p:cNvPr id="18" name="Shape 16"/>
          <p:cNvSpPr/>
          <p:nvPr/>
        </p:nvSpPr>
        <p:spPr>
          <a:xfrm>
            <a:off x="9509760" y="0"/>
            <a:ext cx="457200" cy="9144"/>
          </a:xfrm>
          <a:prstGeom prst="rect">
            <a:avLst/>
          </a:prstGeom>
          <a:solidFill>
            <a:srgbClr val="1A3A2A"/>
          </a:solidFill>
          <a:ln w="12700">
            <a:solidFill>
              <a:srgbClr val="1A3A2A"/>
            </a:solidFill>
            <a:prstDash val="solid"/>
          </a:ln>
        </p:spPr>
      </p:sp>
      <p:sp>
        <p:nvSpPr>
          <p:cNvPr id="19" name="Shape 17"/>
          <p:cNvSpPr/>
          <p:nvPr/>
        </p:nvSpPr>
        <p:spPr>
          <a:xfrm>
            <a:off x="10104120" y="0"/>
            <a:ext cx="457200" cy="9144"/>
          </a:xfrm>
          <a:prstGeom prst="rect">
            <a:avLst/>
          </a:prstGeom>
          <a:solidFill>
            <a:srgbClr val="1A3A2A"/>
          </a:solidFill>
          <a:ln w="12700">
            <a:solidFill>
              <a:srgbClr val="1A3A2A"/>
            </a:solidFill>
            <a:prstDash val="solid"/>
          </a:ln>
        </p:spPr>
      </p:sp>
      <p:sp>
        <p:nvSpPr>
          <p:cNvPr id="20" name="Shape 18"/>
          <p:cNvSpPr/>
          <p:nvPr/>
        </p:nvSpPr>
        <p:spPr>
          <a:xfrm>
            <a:off x="10698480" y="0"/>
            <a:ext cx="457200" cy="9144"/>
          </a:xfrm>
          <a:prstGeom prst="rect">
            <a:avLst/>
          </a:prstGeom>
          <a:solidFill>
            <a:srgbClr val="1A3A2A"/>
          </a:solidFill>
          <a:ln w="12700">
            <a:solidFill>
              <a:srgbClr val="1A3A2A"/>
            </a:solidFill>
            <a:prstDash val="solid"/>
          </a:ln>
        </p:spPr>
      </p:sp>
      <p:sp>
        <p:nvSpPr>
          <p:cNvPr id="21" name="Shape 19"/>
          <p:cNvSpPr/>
          <p:nvPr/>
        </p:nvSpPr>
        <p:spPr>
          <a:xfrm>
            <a:off x="11292840" y="0"/>
            <a:ext cx="457200" cy="9144"/>
          </a:xfrm>
          <a:prstGeom prst="rect">
            <a:avLst/>
          </a:prstGeom>
          <a:solidFill>
            <a:srgbClr val="1A3A2A"/>
          </a:solidFill>
          <a:ln w="12700">
            <a:solidFill>
              <a:srgbClr val="1A3A2A"/>
            </a:solidFill>
            <a:prstDash val="solid"/>
          </a:ln>
        </p:spPr>
      </p:sp>
      <p:sp>
        <p:nvSpPr>
          <p:cNvPr id="22" name="Shape 20"/>
          <p:cNvSpPr/>
          <p:nvPr/>
        </p:nvSpPr>
        <p:spPr>
          <a:xfrm>
            <a:off x="292608" y="502920"/>
            <a:ext cx="457200" cy="9144"/>
          </a:xfrm>
          <a:prstGeom prst="rect">
            <a:avLst/>
          </a:prstGeom>
          <a:solidFill>
            <a:srgbClr val="1A3A2A"/>
          </a:solidFill>
          <a:ln w="12700">
            <a:solidFill>
              <a:srgbClr val="1A3A2A"/>
            </a:solidFill>
            <a:prstDash val="solid"/>
          </a:ln>
        </p:spPr>
      </p:sp>
      <p:sp>
        <p:nvSpPr>
          <p:cNvPr id="23" name="Shape 21"/>
          <p:cNvSpPr/>
          <p:nvPr/>
        </p:nvSpPr>
        <p:spPr>
          <a:xfrm>
            <a:off x="886968" y="502920"/>
            <a:ext cx="457200" cy="9144"/>
          </a:xfrm>
          <a:prstGeom prst="rect">
            <a:avLst/>
          </a:prstGeom>
          <a:solidFill>
            <a:srgbClr val="1A3A2A"/>
          </a:solidFill>
          <a:ln w="12700">
            <a:solidFill>
              <a:srgbClr val="1A3A2A"/>
            </a:solidFill>
            <a:prstDash val="solid"/>
          </a:ln>
        </p:spPr>
      </p:sp>
      <p:sp>
        <p:nvSpPr>
          <p:cNvPr id="24" name="Shape 22"/>
          <p:cNvSpPr/>
          <p:nvPr/>
        </p:nvSpPr>
        <p:spPr>
          <a:xfrm>
            <a:off x="1481328" y="502920"/>
            <a:ext cx="457200" cy="9144"/>
          </a:xfrm>
          <a:prstGeom prst="rect">
            <a:avLst/>
          </a:prstGeom>
          <a:solidFill>
            <a:srgbClr val="1A3A2A"/>
          </a:solidFill>
          <a:ln w="12700">
            <a:solidFill>
              <a:srgbClr val="1A3A2A"/>
            </a:solidFill>
            <a:prstDash val="solid"/>
          </a:ln>
        </p:spPr>
      </p:sp>
      <p:sp>
        <p:nvSpPr>
          <p:cNvPr id="25" name="Shape 23"/>
          <p:cNvSpPr/>
          <p:nvPr/>
        </p:nvSpPr>
        <p:spPr>
          <a:xfrm>
            <a:off x="2075688" y="502920"/>
            <a:ext cx="457200" cy="9144"/>
          </a:xfrm>
          <a:prstGeom prst="rect">
            <a:avLst/>
          </a:prstGeom>
          <a:solidFill>
            <a:srgbClr val="1A3A2A"/>
          </a:solidFill>
          <a:ln w="12700">
            <a:solidFill>
              <a:srgbClr val="1A3A2A"/>
            </a:solidFill>
            <a:prstDash val="solid"/>
          </a:ln>
        </p:spPr>
      </p:sp>
      <p:sp>
        <p:nvSpPr>
          <p:cNvPr id="26" name="Shape 24"/>
          <p:cNvSpPr/>
          <p:nvPr/>
        </p:nvSpPr>
        <p:spPr>
          <a:xfrm>
            <a:off x="2670048" y="502920"/>
            <a:ext cx="457200" cy="9144"/>
          </a:xfrm>
          <a:prstGeom prst="rect">
            <a:avLst/>
          </a:prstGeom>
          <a:solidFill>
            <a:srgbClr val="1A3A2A"/>
          </a:solidFill>
          <a:ln w="12700">
            <a:solidFill>
              <a:srgbClr val="1A3A2A"/>
            </a:solidFill>
            <a:prstDash val="solid"/>
          </a:ln>
        </p:spPr>
      </p:sp>
      <p:sp>
        <p:nvSpPr>
          <p:cNvPr id="27" name="Shape 25"/>
          <p:cNvSpPr/>
          <p:nvPr/>
        </p:nvSpPr>
        <p:spPr>
          <a:xfrm>
            <a:off x="3264408" y="502920"/>
            <a:ext cx="457200" cy="9144"/>
          </a:xfrm>
          <a:prstGeom prst="rect">
            <a:avLst/>
          </a:prstGeom>
          <a:solidFill>
            <a:srgbClr val="1A3A2A"/>
          </a:solidFill>
          <a:ln w="12700">
            <a:solidFill>
              <a:srgbClr val="1A3A2A"/>
            </a:solidFill>
            <a:prstDash val="solid"/>
          </a:ln>
        </p:spPr>
      </p:sp>
      <p:sp>
        <p:nvSpPr>
          <p:cNvPr id="28" name="Shape 26"/>
          <p:cNvSpPr/>
          <p:nvPr/>
        </p:nvSpPr>
        <p:spPr>
          <a:xfrm>
            <a:off x="3858768" y="502920"/>
            <a:ext cx="457200" cy="9144"/>
          </a:xfrm>
          <a:prstGeom prst="rect">
            <a:avLst/>
          </a:prstGeom>
          <a:solidFill>
            <a:srgbClr val="1A3A2A"/>
          </a:solidFill>
          <a:ln w="12700">
            <a:solidFill>
              <a:srgbClr val="1A3A2A"/>
            </a:solidFill>
            <a:prstDash val="solid"/>
          </a:ln>
        </p:spPr>
      </p:sp>
      <p:sp>
        <p:nvSpPr>
          <p:cNvPr id="29" name="Shape 27"/>
          <p:cNvSpPr/>
          <p:nvPr/>
        </p:nvSpPr>
        <p:spPr>
          <a:xfrm>
            <a:off x="4453128" y="502920"/>
            <a:ext cx="457200" cy="9144"/>
          </a:xfrm>
          <a:prstGeom prst="rect">
            <a:avLst/>
          </a:prstGeom>
          <a:solidFill>
            <a:srgbClr val="1A3A2A"/>
          </a:solidFill>
          <a:ln w="12700">
            <a:solidFill>
              <a:srgbClr val="1A3A2A"/>
            </a:solidFill>
            <a:prstDash val="solid"/>
          </a:ln>
        </p:spPr>
      </p:sp>
      <p:sp>
        <p:nvSpPr>
          <p:cNvPr id="30" name="Shape 28"/>
          <p:cNvSpPr/>
          <p:nvPr/>
        </p:nvSpPr>
        <p:spPr>
          <a:xfrm>
            <a:off x="5047488" y="502920"/>
            <a:ext cx="457200" cy="9144"/>
          </a:xfrm>
          <a:prstGeom prst="rect">
            <a:avLst/>
          </a:prstGeom>
          <a:solidFill>
            <a:srgbClr val="1A3A2A"/>
          </a:solidFill>
          <a:ln w="12700">
            <a:solidFill>
              <a:srgbClr val="1A3A2A"/>
            </a:solidFill>
            <a:prstDash val="solid"/>
          </a:ln>
        </p:spPr>
      </p:sp>
      <p:sp>
        <p:nvSpPr>
          <p:cNvPr id="31" name="Shape 29"/>
          <p:cNvSpPr/>
          <p:nvPr/>
        </p:nvSpPr>
        <p:spPr>
          <a:xfrm>
            <a:off x="5641848" y="502920"/>
            <a:ext cx="457200" cy="9144"/>
          </a:xfrm>
          <a:prstGeom prst="rect">
            <a:avLst/>
          </a:prstGeom>
          <a:solidFill>
            <a:srgbClr val="1A3A2A"/>
          </a:solidFill>
          <a:ln w="12700">
            <a:solidFill>
              <a:srgbClr val="1A3A2A"/>
            </a:solidFill>
            <a:prstDash val="solid"/>
          </a:ln>
        </p:spPr>
      </p:sp>
      <p:sp>
        <p:nvSpPr>
          <p:cNvPr id="32" name="Shape 30"/>
          <p:cNvSpPr/>
          <p:nvPr/>
        </p:nvSpPr>
        <p:spPr>
          <a:xfrm>
            <a:off x="6236208" y="502920"/>
            <a:ext cx="457200" cy="9144"/>
          </a:xfrm>
          <a:prstGeom prst="rect">
            <a:avLst/>
          </a:prstGeom>
          <a:solidFill>
            <a:srgbClr val="1A3A2A"/>
          </a:solidFill>
          <a:ln w="12700">
            <a:solidFill>
              <a:srgbClr val="1A3A2A"/>
            </a:solidFill>
            <a:prstDash val="solid"/>
          </a:ln>
        </p:spPr>
      </p:sp>
      <p:sp>
        <p:nvSpPr>
          <p:cNvPr id="33" name="Shape 31"/>
          <p:cNvSpPr/>
          <p:nvPr/>
        </p:nvSpPr>
        <p:spPr>
          <a:xfrm>
            <a:off x="6830568" y="502920"/>
            <a:ext cx="457200" cy="9144"/>
          </a:xfrm>
          <a:prstGeom prst="rect">
            <a:avLst/>
          </a:prstGeom>
          <a:solidFill>
            <a:srgbClr val="1A3A2A"/>
          </a:solidFill>
          <a:ln w="12700">
            <a:solidFill>
              <a:srgbClr val="1A3A2A"/>
            </a:solidFill>
            <a:prstDash val="solid"/>
          </a:ln>
        </p:spPr>
      </p:sp>
      <p:sp>
        <p:nvSpPr>
          <p:cNvPr id="34" name="Shape 32"/>
          <p:cNvSpPr/>
          <p:nvPr/>
        </p:nvSpPr>
        <p:spPr>
          <a:xfrm>
            <a:off x="7424928" y="502920"/>
            <a:ext cx="457200" cy="9144"/>
          </a:xfrm>
          <a:prstGeom prst="rect">
            <a:avLst/>
          </a:prstGeom>
          <a:solidFill>
            <a:srgbClr val="1A3A2A"/>
          </a:solidFill>
          <a:ln w="12700">
            <a:solidFill>
              <a:srgbClr val="1A3A2A"/>
            </a:solidFill>
            <a:prstDash val="solid"/>
          </a:ln>
        </p:spPr>
      </p:sp>
      <p:sp>
        <p:nvSpPr>
          <p:cNvPr id="35" name="Shape 33"/>
          <p:cNvSpPr/>
          <p:nvPr/>
        </p:nvSpPr>
        <p:spPr>
          <a:xfrm>
            <a:off x="8019288" y="502920"/>
            <a:ext cx="457200" cy="9144"/>
          </a:xfrm>
          <a:prstGeom prst="rect">
            <a:avLst/>
          </a:prstGeom>
          <a:solidFill>
            <a:srgbClr val="1A3A2A"/>
          </a:solidFill>
          <a:ln w="12700">
            <a:solidFill>
              <a:srgbClr val="1A3A2A"/>
            </a:solidFill>
            <a:prstDash val="solid"/>
          </a:ln>
        </p:spPr>
      </p:sp>
      <p:sp>
        <p:nvSpPr>
          <p:cNvPr id="36" name="Shape 34"/>
          <p:cNvSpPr/>
          <p:nvPr/>
        </p:nvSpPr>
        <p:spPr>
          <a:xfrm>
            <a:off x="8613648" y="502920"/>
            <a:ext cx="457200" cy="9144"/>
          </a:xfrm>
          <a:prstGeom prst="rect">
            <a:avLst/>
          </a:prstGeom>
          <a:solidFill>
            <a:srgbClr val="1A3A2A"/>
          </a:solidFill>
          <a:ln w="12700">
            <a:solidFill>
              <a:srgbClr val="1A3A2A"/>
            </a:solidFill>
            <a:prstDash val="solid"/>
          </a:ln>
        </p:spPr>
      </p:sp>
      <p:sp>
        <p:nvSpPr>
          <p:cNvPr id="37" name="Shape 35"/>
          <p:cNvSpPr/>
          <p:nvPr/>
        </p:nvSpPr>
        <p:spPr>
          <a:xfrm>
            <a:off x="9208008" y="502920"/>
            <a:ext cx="457200" cy="9144"/>
          </a:xfrm>
          <a:prstGeom prst="rect">
            <a:avLst/>
          </a:prstGeom>
          <a:solidFill>
            <a:srgbClr val="1A3A2A"/>
          </a:solidFill>
          <a:ln w="12700">
            <a:solidFill>
              <a:srgbClr val="1A3A2A"/>
            </a:solidFill>
            <a:prstDash val="solid"/>
          </a:ln>
        </p:spPr>
      </p:sp>
      <p:sp>
        <p:nvSpPr>
          <p:cNvPr id="38" name="Shape 36"/>
          <p:cNvSpPr/>
          <p:nvPr/>
        </p:nvSpPr>
        <p:spPr>
          <a:xfrm>
            <a:off x="9802368" y="502920"/>
            <a:ext cx="457200" cy="9144"/>
          </a:xfrm>
          <a:prstGeom prst="rect">
            <a:avLst/>
          </a:prstGeom>
          <a:solidFill>
            <a:srgbClr val="1A3A2A"/>
          </a:solidFill>
          <a:ln w="12700">
            <a:solidFill>
              <a:srgbClr val="1A3A2A"/>
            </a:solidFill>
            <a:prstDash val="solid"/>
          </a:ln>
        </p:spPr>
      </p:sp>
      <p:sp>
        <p:nvSpPr>
          <p:cNvPr id="39" name="Shape 37"/>
          <p:cNvSpPr/>
          <p:nvPr/>
        </p:nvSpPr>
        <p:spPr>
          <a:xfrm>
            <a:off x="10396728" y="502920"/>
            <a:ext cx="457200" cy="9144"/>
          </a:xfrm>
          <a:prstGeom prst="rect">
            <a:avLst/>
          </a:prstGeom>
          <a:solidFill>
            <a:srgbClr val="1A3A2A"/>
          </a:solidFill>
          <a:ln w="12700">
            <a:solidFill>
              <a:srgbClr val="1A3A2A"/>
            </a:solidFill>
            <a:prstDash val="solid"/>
          </a:ln>
        </p:spPr>
      </p:sp>
      <p:sp>
        <p:nvSpPr>
          <p:cNvPr id="40" name="Shape 38"/>
          <p:cNvSpPr/>
          <p:nvPr/>
        </p:nvSpPr>
        <p:spPr>
          <a:xfrm>
            <a:off x="10991088" y="502920"/>
            <a:ext cx="457200" cy="9144"/>
          </a:xfrm>
          <a:prstGeom prst="rect">
            <a:avLst/>
          </a:prstGeom>
          <a:solidFill>
            <a:srgbClr val="1A3A2A"/>
          </a:solidFill>
          <a:ln w="12700">
            <a:solidFill>
              <a:srgbClr val="1A3A2A"/>
            </a:solidFill>
            <a:prstDash val="solid"/>
          </a:ln>
        </p:spPr>
      </p:sp>
      <p:sp>
        <p:nvSpPr>
          <p:cNvPr id="41" name="Shape 39"/>
          <p:cNvSpPr/>
          <p:nvPr/>
        </p:nvSpPr>
        <p:spPr>
          <a:xfrm>
            <a:off x="11585448" y="502920"/>
            <a:ext cx="457200" cy="9144"/>
          </a:xfrm>
          <a:prstGeom prst="rect">
            <a:avLst/>
          </a:prstGeom>
          <a:solidFill>
            <a:srgbClr val="1A3A2A"/>
          </a:solidFill>
          <a:ln w="12700">
            <a:solidFill>
              <a:srgbClr val="1A3A2A"/>
            </a:solidFill>
            <a:prstDash val="solid"/>
          </a:ln>
        </p:spPr>
      </p:sp>
      <p:sp>
        <p:nvSpPr>
          <p:cNvPr id="42" name="Shape 40"/>
          <p:cNvSpPr/>
          <p:nvPr/>
        </p:nvSpPr>
        <p:spPr>
          <a:xfrm>
            <a:off x="0" y="1005840"/>
            <a:ext cx="457200" cy="9144"/>
          </a:xfrm>
          <a:prstGeom prst="rect">
            <a:avLst/>
          </a:prstGeom>
          <a:solidFill>
            <a:srgbClr val="1A3A2A"/>
          </a:solidFill>
          <a:ln w="12700">
            <a:solidFill>
              <a:srgbClr val="1A3A2A"/>
            </a:solidFill>
            <a:prstDash val="solid"/>
          </a:ln>
        </p:spPr>
      </p:sp>
      <p:sp>
        <p:nvSpPr>
          <p:cNvPr id="43" name="Shape 41"/>
          <p:cNvSpPr/>
          <p:nvPr/>
        </p:nvSpPr>
        <p:spPr>
          <a:xfrm>
            <a:off x="594360" y="1005840"/>
            <a:ext cx="457200" cy="9144"/>
          </a:xfrm>
          <a:prstGeom prst="rect">
            <a:avLst/>
          </a:prstGeom>
          <a:solidFill>
            <a:srgbClr val="1A3A2A"/>
          </a:solidFill>
          <a:ln w="12700">
            <a:solidFill>
              <a:srgbClr val="1A3A2A"/>
            </a:solidFill>
            <a:prstDash val="solid"/>
          </a:ln>
        </p:spPr>
      </p:sp>
      <p:sp>
        <p:nvSpPr>
          <p:cNvPr id="44" name="Shape 42"/>
          <p:cNvSpPr/>
          <p:nvPr/>
        </p:nvSpPr>
        <p:spPr>
          <a:xfrm>
            <a:off x="1188720" y="1005840"/>
            <a:ext cx="457200" cy="9144"/>
          </a:xfrm>
          <a:prstGeom prst="rect">
            <a:avLst/>
          </a:prstGeom>
          <a:solidFill>
            <a:srgbClr val="1A3A2A"/>
          </a:solidFill>
          <a:ln w="12700">
            <a:solidFill>
              <a:srgbClr val="1A3A2A"/>
            </a:solidFill>
            <a:prstDash val="solid"/>
          </a:ln>
        </p:spPr>
      </p:sp>
      <p:sp>
        <p:nvSpPr>
          <p:cNvPr id="45" name="Shape 43"/>
          <p:cNvSpPr/>
          <p:nvPr/>
        </p:nvSpPr>
        <p:spPr>
          <a:xfrm>
            <a:off x="1783080" y="1005840"/>
            <a:ext cx="457200" cy="9144"/>
          </a:xfrm>
          <a:prstGeom prst="rect">
            <a:avLst/>
          </a:prstGeom>
          <a:solidFill>
            <a:srgbClr val="1A3A2A"/>
          </a:solidFill>
          <a:ln w="12700">
            <a:solidFill>
              <a:srgbClr val="1A3A2A"/>
            </a:solidFill>
            <a:prstDash val="solid"/>
          </a:ln>
        </p:spPr>
      </p:sp>
      <p:sp>
        <p:nvSpPr>
          <p:cNvPr id="46" name="Shape 44"/>
          <p:cNvSpPr/>
          <p:nvPr/>
        </p:nvSpPr>
        <p:spPr>
          <a:xfrm>
            <a:off x="2377440" y="1005840"/>
            <a:ext cx="457200" cy="9144"/>
          </a:xfrm>
          <a:prstGeom prst="rect">
            <a:avLst/>
          </a:prstGeom>
          <a:solidFill>
            <a:srgbClr val="1A3A2A"/>
          </a:solidFill>
          <a:ln w="12700">
            <a:solidFill>
              <a:srgbClr val="1A3A2A"/>
            </a:solidFill>
            <a:prstDash val="solid"/>
          </a:ln>
        </p:spPr>
      </p:sp>
      <p:sp>
        <p:nvSpPr>
          <p:cNvPr id="47" name="Shape 45"/>
          <p:cNvSpPr/>
          <p:nvPr/>
        </p:nvSpPr>
        <p:spPr>
          <a:xfrm>
            <a:off x="2971800" y="1005840"/>
            <a:ext cx="457200" cy="9144"/>
          </a:xfrm>
          <a:prstGeom prst="rect">
            <a:avLst/>
          </a:prstGeom>
          <a:solidFill>
            <a:srgbClr val="1A3A2A"/>
          </a:solidFill>
          <a:ln w="12700">
            <a:solidFill>
              <a:srgbClr val="1A3A2A"/>
            </a:solidFill>
            <a:prstDash val="solid"/>
          </a:ln>
        </p:spPr>
      </p:sp>
      <p:sp>
        <p:nvSpPr>
          <p:cNvPr id="48" name="Shape 46"/>
          <p:cNvSpPr/>
          <p:nvPr/>
        </p:nvSpPr>
        <p:spPr>
          <a:xfrm>
            <a:off x="3566160" y="1005840"/>
            <a:ext cx="457200" cy="9144"/>
          </a:xfrm>
          <a:prstGeom prst="rect">
            <a:avLst/>
          </a:prstGeom>
          <a:solidFill>
            <a:srgbClr val="1A3A2A"/>
          </a:solidFill>
          <a:ln w="12700">
            <a:solidFill>
              <a:srgbClr val="1A3A2A"/>
            </a:solidFill>
            <a:prstDash val="solid"/>
          </a:ln>
        </p:spPr>
      </p:sp>
      <p:sp>
        <p:nvSpPr>
          <p:cNvPr id="49" name="Shape 47"/>
          <p:cNvSpPr/>
          <p:nvPr/>
        </p:nvSpPr>
        <p:spPr>
          <a:xfrm>
            <a:off x="4160520" y="1005840"/>
            <a:ext cx="457200" cy="9144"/>
          </a:xfrm>
          <a:prstGeom prst="rect">
            <a:avLst/>
          </a:prstGeom>
          <a:solidFill>
            <a:srgbClr val="1A3A2A"/>
          </a:solidFill>
          <a:ln w="12700">
            <a:solidFill>
              <a:srgbClr val="1A3A2A"/>
            </a:solidFill>
            <a:prstDash val="solid"/>
          </a:ln>
        </p:spPr>
      </p:sp>
      <p:sp>
        <p:nvSpPr>
          <p:cNvPr id="50" name="Shape 48"/>
          <p:cNvSpPr/>
          <p:nvPr/>
        </p:nvSpPr>
        <p:spPr>
          <a:xfrm>
            <a:off x="4754880" y="1005840"/>
            <a:ext cx="457200" cy="9144"/>
          </a:xfrm>
          <a:prstGeom prst="rect">
            <a:avLst/>
          </a:prstGeom>
          <a:solidFill>
            <a:srgbClr val="1A3A2A"/>
          </a:solidFill>
          <a:ln w="12700">
            <a:solidFill>
              <a:srgbClr val="1A3A2A"/>
            </a:solidFill>
            <a:prstDash val="solid"/>
          </a:ln>
        </p:spPr>
      </p:sp>
      <p:sp>
        <p:nvSpPr>
          <p:cNvPr id="51" name="Shape 49"/>
          <p:cNvSpPr/>
          <p:nvPr/>
        </p:nvSpPr>
        <p:spPr>
          <a:xfrm>
            <a:off x="5349240" y="1005840"/>
            <a:ext cx="457200" cy="9144"/>
          </a:xfrm>
          <a:prstGeom prst="rect">
            <a:avLst/>
          </a:prstGeom>
          <a:solidFill>
            <a:srgbClr val="1A3A2A"/>
          </a:solidFill>
          <a:ln w="12700">
            <a:solidFill>
              <a:srgbClr val="1A3A2A"/>
            </a:solidFill>
            <a:prstDash val="solid"/>
          </a:ln>
        </p:spPr>
      </p:sp>
      <p:sp>
        <p:nvSpPr>
          <p:cNvPr id="52" name="Shape 50"/>
          <p:cNvSpPr/>
          <p:nvPr/>
        </p:nvSpPr>
        <p:spPr>
          <a:xfrm>
            <a:off x="5943600" y="1005840"/>
            <a:ext cx="457200" cy="9144"/>
          </a:xfrm>
          <a:prstGeom prst="rect">
            <a:avLst/>
          </a:prstGeom>
          <a:solidFill>
            <a:srgbClr val="1A3A2A"/>
          </a:solidFill>
          <a:ln w="12700">
            <a:solidFill>
              <a:srgbClr val="1A3A2A"/>
            </a:solidFill>
            <a:prstDash val="solid"/>
          </a:ln>
        </p:spPr>
      </p:sp>
      <p:sp>
        <p:nvSpPr>
          <p:cNvPr id="53" name="Shape 51"/>
          <p:cNvSpPr/>
          <p:nvPr/>
        </p:nvSpPr>
        <p:spPr>
          <a:xfrm>
            <a:off x="6537960" y="1005840"/>
            <a:ext cx="457200" cy="9144"/>
          </a:xfrm>
          <a:prstGeom prst="rect">
            <a:avLst/>
          </a:prstGeom>
          <a:solidFill>
            <a:srgbClr val="1A3A2A"/>
          </a:solidFill>
          <a:ln w="12700">
            <a:solidFill>
              <a:srgbClr val="1A3A2A"/>
            </a:solidFill>
            <a:prstDash val="solid"/>
          </a:ln>
        </p:spPr>
      </p:sp>
      <p:sp>
        <p:nvSpPr>
          <p:cNvPr id="54" name="Shape 52"/>
          <p:cNvSpPr/>
          <p:nvPr/>
        </p:nvSpPr>
        <p:spPr>
          <a:xfrm>
            <a:off x="7132320" y="1005840"/>
            <a:ext cx="457200" cy="9144"/>
          </a:xfrm>
          <a:prstGeom prst="rect">
            <a:avLst/>
          </a:prstGeom>
          <a:solidFill>
            <a:srgbClr val="1A3A2A"/>
          </a:solidFill>
          <a:ln w="12700">
            <a:solidFill>
              <a:srgbClr val="1A3A2A"/>
            </a:solidFill>
            <a:prstDash val="solid"/>
          </a:ln>
        </p:spPr>
      </p:sp>
      <p:sp>
        <p:nvSpPr>
          <p:cNvPr id="55" name="Shape 53"/>
          <p:cNvSpPr/>
          <p:nvPr/>
        </p:nvSpPr>
        <p:spPr>
          <a:xfrm>
            <a:off x="7726680" y="1005840"/>
            <a:ext cx="457200" cy="9144"/>
          </a:xfrm>
          <a:prstGeom prst="rect">
            <a:avLst/>
          </a:prstGeom>
          <a:solidFill>
            <a:srgbClr val="1A3A2A"/>
          </a:solidFill>
          <a:ln w="12700">
            <a:solidFill>
              <a:srgbClr val="1A3A2A"/>
            </a:solidFill>
            <a:prstDash val="solid"/>
          </a:ln>
        </p:spPr>
      </p:sp>
      <p:sp>
        <p:nvSpPr>
          <p:cNvPr id="56" name="Shape 54"/>
          <p:cNvSpPr/>
          <p:nvPr/>
        </p:nvSpPr>
        <p:spPr>
          <a:xfrm>
            <a:off x="8321040" y="1005840"/>
            <a:ext cx="457200" cy="9144"/>
          </a:xfrm>
          <a:prstGeom prst="rect">
            <a:avLst/>
          </a:prstGeom>
          <a:solidFill>
            <a:srgbClr val="1A3A2A"/>
          </a:solidFill>
          <a:ln w="12700">
            <a:solidFill>
              <a:srgbClr val="1A3A2A"/>
            </a:solidFill>
            <a:prstDash val="solid"/>
          </a:ln>
        </p:spPr>
      </p:sp>
      <p:sp>
        <p:nvSpPr>
          <p:cNvPr id="57" name="Shape 55"/>
          <p:cNvSpPr/>
          <p:nvPr/>
        </p:nvSpPr>
        <p:spPr>
          <a:xfrm>
            <a:off x="8915400" y="1005840"/>
            <a:ext cx="457200" cy="9144"/>
          </a:xfrm>
          <a:prstGeom prst="rect">
            <a:avLst/>
          </a:prstGeom>
          <a:solidFill>
            <a:srgbClr val="1A3A2A"/>
          </a:solidFill>
          <a:ln w="12700">
            <a:solidFill>
              <a:srgbClr val="1A3A2A"/>
            </a:solidFill>
            <a:prstDash val="solid"/>
          </a:ln>
        </p:spPr>
      </p:sp>
      <p:sp>
        <p:nvSpPr>
          <p:cNvPr id="58" name="Shape 56"/>
          <p:cNvSpPr/>
          <p:nvPr/>
        </p:nvSpPr>
        <p:spPr>
          <a:xfrm>
            <a:off x="9509760" y="1005840"/>
            <a:ext cx="457200" cy="9144"/>
          </a:xfrm>
          <a:prstGeom prst="rect">
            <a:avLst/>
          </a:prstGeom>
          <a:solidFill>
            <a:srgbClr val="1A3A2A"/>
          </a:solidFill>
          <a:ln w="12700">
            <a:solidFill>
              <a:srgbClr val="1A3A2A"/>
            </a:solidFill>
            <a:prstDash val="solid"/>
          </a:ln>
        </p:spPr>
      </p:sp>
      <p:sp>
        <p:nvSpPr>
          <p:cNvPr id="59" name="Shape 57"/>
          <p:cNvSpPr/>
          <p:nvPr/>
        </p:nvSpPr>
        <p:spPr>
          <a:xfrm>
            <a:off x="10104120" y="1005840"/>
            <a:ext cx="457200" cy="9144"/>
          </a:xfrm>
          <a:prstGeom prst="rect">
            <a:avLst/>
          </a:prstGeom>
          <a:solidFill>
            <a:srgbClr val="1A3A2A"/>
          </a:solidFill>
          <a:ln w="12700">
            <a:solidFill>
              <a:srgbClr val="1A3A2A"/>
            </a:solidFill>
            <a:prstDash val="solid"/>
          </a:ln>
        </p:spPr>
      </p:sp>
      <p:sp>
        <p:nvSpPr>
          <p:cNvPr id="60" name="Shape 58"/>
          <p:cNvSpPr/>
          <p:nvPr/>
        </p:nvSpPr>
        <p:spPr>
          <a:xfrm>
            <a:off x="10698480" y="1005840"/>
            <a:ext cx="457200" cy="9144"/>
          </a:xfrm>
          <a:prstGeom prst="rect">
            <a:avLst/>
          </a:prstGeom>
          <a:solidFill>
            <a:srgbClr val="1A3A2A"/>
          </a:solidFill>
          <a:ln w="12700">
            <a:solidFill>
              <a:srgbClr val="1A3A2A"/>
            </a:solidFill>
            <a:prstDash val="solid"/>
          </a:ln>
        </p:spPr>
      </p:sp>
      <p:sp>
        <p:nvSpPr>
          <p:cNvPr id="61" name="Shape 59"/>
          <p:cNvSpPr/>
          <p:nvPr/>
        </p:nvSpPr>
        <p:spPr>
          <a:xfrm>
            <a:off x="11292840" y="1005840"/>
            <a:ext cx="457200" cy="9144"/>
          </a:xfrm>
          <a:prstGeom prst="rect">
            <a:avLst/>
          </a:prstGeom>
          <a:solidFill>
            <a:srgbClr val="1A3A2A"/>
          </a:solidFill>
          <a:ln w="12700">
            <a:solidFill>
              <a:srgbClr val="1A3A2A"/>
            </a:solidFill>
            <a:prstDash val="solid"/>
          </a:ln>
        </p:spPr>
      </p:sp>
      <p:sp>
        <p:nvSpPr>
          <p:cNvPr id="62" name="Shape 60"/>
          <p:cNvSpPr/>
          <p:nvPr/>
        </p:nvSpPr>
        <p:spPr>
          <a:xfrm>
            <a:off x="292608" y="1508760"/>
            <a:ext cx="457200" cy="9144"/>
          </a:xfrm>
          <a:prstGeom prst="rect">
            <a:avLst/>
          </a:prstGeom>
          <a:solidFill>
            <a:srgbClr val="1A3A2A"/>
          </a:solidFill>
          <a:ln w="12700">
            <a:solidFill>
              <a:srgbClr val="1A3A2A"/>
            </a:solidFill>
            <a:prstDash val="solid"/>
          </a:ln>
        </p:spPr>
      </p:sp>
      <p:sp>
        <p:nvSpPr>
          <p:cNvPr id="63" name="Shape 61"/>
          <p:cNvSpPr/>
          <p:nvPr/>
        </p:nvSpPr>
        <p:spPr>
          <a:xfrm>
            <a:off x="886968" y="1508760"/>
            <a:ext cx="457200" cy="9144"/>
          </a:xfrm>
          <a:prstGeom prst="rect">
            <a:avLst/>
          </a:prstGeom>
          <a:solidFill>
            <a:srgbClr val="1A3A2A"/>
          </a:solidFill>
          <a:ln w="12700">
            <a:solidFill>
              <a:srgbClr val="1A3A2A"/>
            </a:solidFill>
            <a:prstDash val="solid"/>
          </a:ln>
        </p:spPr>
      </p:sp>
      <p:sp>
        <p:nvSpPr>
          <p:cNvPr id="64" name="Shape 62"/>
          <p:cNvSpPr/>
          <p:nvPr/>
        </p:nvSpPr>
        <p:spPr>
          <a:xfrm>
            <a:off x="1481328" y="1508760"/>
            <a:ext cx="457200" cy="9144"/>
          </a:xfrm>
          <a:prstGeom prst="rect">
            <a:avLst/>
          </a:prstGeom>
          <a:solidFill>
            <a:srgbClr val="1A3A2A"/>
          </a:solidFill>
          <a:ln w="12700">
            <a:solidFill>
              <a:srgbClr val="1A3A2A"/>
            </a:solidFill>
            <a:prstDash val="solid"/>
          </a:ln>
        </p:spPr>
      </p:sp>
      <p:sp>
        <p:nvSpPr>
          <p:cNvPr id="65" name="Shape 63"/>
          <p:cNvSpPr/>
          <p:nvPr/>
        </p:nvSpPr>
        <p:spPr>
          <a:xfrm>
            <a:off x="2075688" y="1508760"/>
            <a:ext cx="457200" cy="9144"/>
          </a:xfrm>
          <a:prstGeom prst="rect">
            <a:avLst/>
          </a:prstGeom>
          <a:solidFill>
            <a:srgbClr val="1A3A2A"/>
          </a:solidFill>
          <a:ln w="12700">
            <a:solidFill>
              <a:srgbClr val="1A3A2A"/>
            </a:solidFill>
            <a:prstDash val="solid"/>
          </a:ln>
        </p:spPr>
      </p:sp>
      <p:sp>
        <p:nvSpPr>
          <p:cNvPr id="66" name="Shape 64"/>
          <p:cNvSpPr/>
          <p:nvPr/>
        </p:nvSpPr>
        <p:spPr>
          <a:xfrm>
            <a:off x="2670048" y="1508760"/>
            <a:ext cx="457200" cy="9144"/>
          </a:xfrm>
          <a:prstGeom prst="rect">
            <a:avLst/>
          </a:prstGeom>
          <a:solidFill>
            <a:srgbClr val="1A3A2A"/>
          </a:solidFill>
          <a:ln w="12700">
            <a:solidFill>
              <a:srgbClr val="1A3A2A"/>
            </a:solidFill>
            <a:prstDash val="solid"/>
          </a:ln>
        </p:spPr>
      </p:sp>
      <p:sp>
        <p:nvSpPr>
          <p:cNvPr id="67" name="Shape 65"/>
          <p:cNvSpPr/>
          <p:nvPr/>
        </p:nvSpPr>
        <p:spPr>
          <a:xfrm>
            <a:off x="3264408" y="1508760"/>
            <a:ext cx="457200" cy="9144"/>
          </a:xfrm>
          <a:prstGeom prst="rect">
            <a:avLst/>
          </a:prstGeom>
          <a:solidFill>
            <a:srgbClr val="1A3A2A"/>
          </a:solidFill>
          <a:ln w="12700">
            <a:solidFill>
              <a:srgbClr val="1A3A2A"/>
            </a:solidFill>
            <a:prstDash val="solid"/>
          </a:ln>
        </p:spPr>
      </p:sp>
      <p:sp>
        <p:nvSpPr>
          <p:cNvPr id="68" name="Shape 66"/>
          <p:cNvSpPr/>
          <p:nvPr/>
        </p:nvSpPr>
        <p:spPr>
          <a:xfrm>
            <a:off x="3858768" y="1508760"/>
            <a:ext cx="457200" cy="9144"/>
          </a:xfrm>
          <a:prstGeom prst="rect">
            <a:avLst/>
          </a:prstGeom>
          <a:solidFill>
            <a:srgbClr val="1A3A2A"/>
          </a:solidFill>
          <a:ln w="12700">
            <a:solidFill>
              <a:srgbClr val="1A3A2A"/>
            </a:solidFill>
            <a:prstDash val="solid"/>
          </a:ln>
        </p:spPr>
      </p:sp>
      <p:sp>
        <p:nvSpPr>
          <p:cNvPr id="69" name="Shape 67"/>
          <p:cNvSpPr/>
          <p:nvPr/>
        </p:nvSpPr>
        <p:spPr>
          <a:xfrm>
            <a:off x="4453128" y="1508760"/>
            <a:ext cx="457200" cy="9144"/>
          </a:xfrm>
          <a:prstGeom prst="rect">
            <a:avLst/>
          </a:prstGeom>
          <a:solidFill>
            <a:srgbClr val="1A3A2A"/>
          </a:solidFill>
          <a:ln w="12700">
            <a:solidFill>
              <a:srgbClr val="1A3A2A"/>
            </a:solidFill>
            <a:prstDash val="solid"/>
          </a:ln>
        </p:spPr>
      </p:sp>
      <p:sp>
        <p:nvSpPr>
          <p:cNvPr id="70" name="Shape 68"/>
          <p:cNvSpPr/>
          <p:nvPr/>
        </p:nvSpPr>
        <p:spPr>
          <a:xfrm>
            <a:off x="5047488" y="1508760"/>
            <a:ext cx="457200" cy="9144"/>
          </a:xfrm>
          <a:prstGeom prst="rect">
            <a:avLst/>
          </a:prstGeom>
          <a:solidFill>
            <a:srgbClr val="1A3A2A"/>
          </a:solidFill>
          <a:ln w="12700">
            <a:solidFill>
              <a:srgbClr val="1A3A2A"/>
            </a:solidFill>
            <a:prstDash val="solid"/>
          </a:ln>
        </p:spPr>
      </p:sp>
      <p:sp>
        <p:nvSpPr>
          <p:cNvPr id="71" name="Shape 69"/>
          <p:cNvSpPr/>
          <p:nvPr/>
        </p:nvSpPr>
        <p:spPr>
          <a:xfrm>
            <a:off x="5641848" y="1508760"/>
            <a:ext cx="457200" cy="9144"/>
          </a:xfrm>
          <a:prstGeom prst="rect">
            <a:avLst/>
          </a:prstGeom>
          <a:solidFill>
            <a:srgbClr val="1A3A2A"/>
          </a:solidFill>
          <a:ln w="12700">
            <a:solidFill>
              <a:srgbClr val="1A3A2A"/>
            </a:solidFill>
            <a:prstDash val="solid"/>
          </a:ln>
        </p:spPr>
      </p:sp>
      <p:sp>
        <p:nvSpPr>
          <p:cNvPr id="72" name="Shape 70"/>
          <p:cNvSpPr/>
          <p:nvPr/>
        </p:nvSpPr>
        <p:spPr>
          <a:xfrm>
            <a:off x="6236208" y="1508760"/>
            <a:ext cx="457200" cy="9144"/>
          </a:xfrm>
          <a:prstGeom prst="rect">
            <a:avLst/>
          </a:prstGeom>
          <a:solidFill>
            <a:srgbClr val="1A3A2A"/>
          </a:solidFill>
          <a:ln w="12700">
            <a:solidFill>
              <a:srgbClr val="1A3A2A"/>
            </a:solidFill>
            <a:prstDash val="solid"/>
          </a:ln>
        </p:spPr>
      </p:sp>
      <p:sp>
        <p:nvSpPr>
          <p:cNvPr id="73" name="Shape 71"/>
          <p:cNvSpPr/>
          <p:nvPr/>
        </p:nvSpPr>
        <p:spPr>
          <a:xfrm>
            <a:off x="6830568" y="1508760"/>
            <a:ext cx="457200" cy="9144"/>
          </a:xfrm>
          <a:prstGeom prst="rect">
            <a:avLst/>
          </a:prstGeom>
          <a:solidFill>
            <a:srgbClr val="1A3A2A"/>
          </a:solidFill>
          <a:ln w="12700">
            <a:solidFill>
              <a:srgbClr val="1A3A2A"/>
            </a:solidFill>
            <a:prstDash val="solid"/>
          </a:ln>
        </p:spPr>
      </p:sp>
      <p:sp>
        <p:nvSpPr>
          <p:cNvPr id="74" name="Shape 72"/>
          <p:cNvSpPr/>
          <p:nvPr/>
        </p:nvSpPr>
        <p:spPr>
          <a:xfrm>
            <a:off x="7424928" y="1508760"/>
            <a:ext cx="457200" cy="9144"/>
          </a:xfrm>
          <a:prstGeom prst="rect">
            <a:avLst/>
          </a:prstGeom>
          <a:solidFill>
            <a:srgbClr val="1A3A2A"/>
          </a:solidFill>
          <a:ln w="12700">
            <a:solidFill>
              <a:srgbClr val="1A3A2A"/>
            </a:solidFill>
            <a:prstDash val="solid"/>
          </a:ln>
        </p:spPr>
      </p:sp>
      <p:sp>
        <p:nvSpPr>
          <p:cNvPr id="75" name="Shape 73"/>
          <p:cNvSpPr/>
          <p:nvPr/>
        </p:nvSpPr>
        <p:spPr>
          <a:xfrm>
            <a:off x="8019288" y="1508760"/>
            <a:ext cx="457200" cy="9144"/>
          </a:xfrm>
          <a:prstGeom prst="rect">
            <a:avLst/>
          </a:prstGeom>
          <a:solidFill>
            <a:srgbClr val="1A3A2A"/>
          </a:solidFill>
          <a:ln w="12700">
            <a:solidFill>
              <a:srgbClr val="1A3A2A"/>
            </a:solidFill>
            <a:prstDash val="solid"/>
          </a:ln>
        </p:spPr>
      </p:sp>
      <p:sp>
        <p:nvSpPr>
          <p:cNvPr id="76" name="Shape 74"/>
          <p:cNvSpPr/>
          <p:nvPr/>
        </p:nvSpPr>
        <p:spPr>
          <a:xfrm>
            <a:off x="8613648" y="1508760"/>
            <a:ext cx="457200" cy="9144"/>
          </a:xfrm>
          <a:prstGeom prst="rect">
            <a:avLst/>
          </a:prstGeom>
          <a:solidFill>
            <a:srgbClr val="1A3A2A"/>
          </a:solidFill>
          <a:ln w="12700">
            <a:solidFill>
              <a:srgbClr val="1A3A2A"/>
            </a:solidFill>
            <a:prstDash val="solid"/>
          </a:ln>
        </p:spPr>
      </p:sp>
      <p:sp>
        <p:nvSpPr>
          <p:cNvPr id="77" name="Shape 75"/>
          <p:cNvSpPr/>
          <p:nvPr/>
        </p:nvSpPr>
        <p:spPr>
          <a:xfrm>
            <a:off x="9208008" y="1508760"/>
            <a:ext cx="457200" cy="9144"/>
          </a:xfrm>
          <a:prstGeom prst="rect">
            <a:avLst/>
          </a:prstGeom>
          <a:solidFill>
            <a:srgbClr val="1A3A2A"/>
          </a:solidFill>
          <a:ln w="12700">
            <a:solidFill>
              <a:srgbClr val="1A3A2A"/>
            </a:solidFill>
            <a:prstDash val="solid"/>
          </a:ln>
        </p:spPr>
      </p:sp>
      <p:sp>
        <p:nvSpPr>
          <p:cNvPr id="78" name="Shape 76"/>
          <p:cNvSpPr/>
          <p:nvPr/>
        </p:nvSpPr>
        <p:spPr>
          <a:xfrm>
            <a:off x="9802368" y="1508760"/>
            <a:ext cx="457200" cy="9144"/>
          </a:xfrm>
          <a:prstGeom prst="rect">
            <a:avLst/>
          </a:prstGeom>
          <a:solidFill>
            <a:srgbClr val="1A3A2A"/>
          </a:solidFill>
          <a:ln w="12700">
            <a:solidFill>
              <a:srgbClr val="1A3A2A"/>
            </a:solidFill>
            <a:prstDash val="solid"/>
          </a:ln>
        </p:spPr>
      </p:sp>
      <p:sp>
        <p:nvSpPr>
          <p:cNvPr id="79" name="Shape 77"/>
          <p:cNvSpPr/>
          <p:nvPr/>
        </p:nvSpPr>
        <p:spPr>
          <a:xfrm>
            <a:off x="10396728" y="1508760"/>
            <a:ext cx="457200" cy="9144"/>
          </a:xfrm>
          <a:prstGeom prst="rect">
            <a:avLst/>
          </a:prstGeom>
          <a:solidFill>
            <a:srgbClr val="1A3A2A"/>
          </a:solidFill>
          <a:ln w="12700">
            <a:solidFill>
              <a:srgbClr val="1A3A2A"/>
            </a:solidFill>
            <a:prstDash val="solid"/>
          </a:ln>
        </p:spPr>
      </p:sp>
      <p:sp>
        <p:nvSpPr>
          <p:cNvPr id="80" name="Shape 78"/>
          <p:cNvSpPr/>
          <p:nvPr/>
        </p:nvSpPr>
        <p:spPr>
          <a:xfrm>
            <a:off x="10991088" y="1508760"/>
            <a:ext cx="457200" cy="9144"/>
          </a:xfrm>
          <a:prstGeom prst="rect">
            <a:avLst/>
          </a:prstGeom>
          <a:solidFill>
            <a:srgbClr val="1A3A2A"/>
          </a:solidFill>
          <a:ln w="12700">
            <a:solidFill>
              <a:srgbClr val="1A3A2A"/>
            </a:solidFill>
            <a:prstDash val="solid"/>
          </a:ln>
        </p:spPr>
      </p:sp>
      <p:sp>
        <p:nvSpPr>
          <p:cNvPr id="81" name="Shape 79"/>
          <p:cNvSpPr/>
          <p:nvPr/>
        </p:nvSpPr>
        <p:spPr>
          <a:xfrm>
            <a:off x="11585448" y="1508760"/>
            <a:ext cx="457200" cy="9144"/>
          </a:xfrm>
          <a:prstGeom prst="rect">
            <a:avLst/>
          </a:prstGeom>
          <a:solidFill>
            <a:srgbClr val="1A3A2A"/>
          </a:solidFill>
          <a:ln w="12700">
            <a:solidFill>
              <a:srgbClr val="1A3A2A"/>
            </a:solidFill>
            <a:prstDash val="solid"/>
          </a:ln>
        </p:spPr>
      </p:sp>
      <p:sp>
        <p:nvSpPr>
          <p:cNvPr id="82" name="Shape 80"/>
          <p:cNvSpPr/>
          <p:nvPr/>
        </p:nvSpPr>
        <p:spPr>
          <a:xfrm>
            <a:off x="0" y="2011680"/>
            <a:ext cx="457200" cy="9144"/>
          </a:xfrm>
          <a:prstGeom prst="rect">
            <a:avLst/>
          </a:prstGeom>
          <a:solidFill>
            <a:srgbClr val="1A3A2A"/>
          </a:solidFill>
          <a:ln w="12700">
            <a:solidFill>
              <a:srgbClr val="1A3A2A"/>
            </a:solidFill>
            <a:prstDash val="solid"/>
          </a:ln>
        </p:spPr>
      </p:sp>
      <p:sp>
        <p:nvSpPr>
          <p:cNvPr id="83" name="Shape 81"/>
          <p:cNvSpPr/>
          <p:nvPr/>
        </p:nvSpPr>
        <p:spPr>
          <a:xfrm>
            <a:off x="594360" y="2011680"/>
            <a:ext cx="457200" cy="9144"/>
          </a:xfrm>
          <a:prstGeom prst="rect">
            <a:avLst/>
          </a:prstGeom>
          <a:solidFill>
            <a:srgbClr val="1A3A2A"/>
          </a:solidFill>
          <a:ln w="12700">
            <a:solidFill>
              <a:srgbClr val="1A3A2A"/>
            </a:solidFill>
            <a:prstDash val="solid"/>
          </a:ln>
        </p:spPr>
      </p:sp>
      <p:sp>
        <p:nvSpPr>
          <p:cNvPr id="84" name="Shape 82"/>
          <p:cNvSpPr/>
          <p:nvPr/>
        </p:nvSpPr>
        <p:spPr>
          <a:xfrm>
            <a:off x="1188720" y="2011680"/>
            <a:ext cx="457200" cy="9144"/>
          </a:xfrm>
          <a:prstGeom prst="rect">
            <a:avLst/>
          </a:prstGeom>
          <a:solidFill>
            <a:srgbClr val="1A3A2A"/>
          </a:solidFill>
          <a:ln w="12700">
            <a:solidFill>
              <a:srgbClr val="1A3A2A"/>
            </a:solidFill>
            <a:prstDash val="solid"/>
          </a:ln>
        </p:spPr>
      </p:sp>
      <p:sp>
        <p:nvSpPr>
          <p:cNvPr id="85" name="Shape 83"/>
          <p:cNvSpPr/>
          <p:nvPr/>
        </p:nvSpPr>
        <p:spPr>
          <a:xfrm>
            <a:off x="1783080" y="2011680"/>
            <a:ext cx="457200" cy="9144"/>
          </a:xfrm>
          <a:prstGeom prst="rect">
            <a:avLst/>
          </a:prstGeom>
          <a:solidFill>
            <a:srgbClr val="1A3A2A"/>
          </a:solidFill>
          <a:ln w="12700">
            <a:solidFill>
              <a:srgbClr val="1A3A2A"/>
            </a:solidFill>
            <a:prstDash val="solid"/>
          </a:ln>
        </p:spPr>
      </p:sp>
      <p:sp>
        <p:nvSpPr>
          <p:cNvPr id="86" name="Shape 84"/>
          <p:cNvSpPr/>
          <p:nvPr/>
        </p:nvSpPr>
        <p:spPr>
          <a:xfrm>
            <a:off x="2377440" y="2011680"/>
            <a:ext cx="457200" cy="9144"/>
          </a:xfrm>
          <a:prstGeom prst="rect">
            <a:avLst/>
          </a:prstGeom>
          <a:solidFill>
            <a:srgbClr val="1A3A2A"/>
          </a:solidFill>
          <a:ln w="12700">
            <a:solidFill>
              <a:srgbClr val="1A3A2A"/>
            </a:solidFill>
            <a:prstDash val="solid"/>
          </a:ln>
        </p:spPr>
      </p:sp>
      <p:sp>
        <p:nvSpPr>
          <p:cNvPr id="87" name="Shape 85"/>
          <p:cNvSpPr/>
          <p:nvPr/>
        </p:nvSpPr>
        <p:spPr>
          <a:xfrm>
            <a:off x="2971800" y="2011680"/>
            <a:ext cx="457200" cy="9144"/>
          </a:xfrm>
          <a:prstGeom prst="rect">
            <a:avLst/>
          </a:prstGeom>
          <a:solidFill>
            <a:srgbClr val="1A3A2A"/>
          </a:solidFill>
          <a:ln w="12700">
            <a:solidFill>
              <a:srgbClr val="1A3A2A"/>
            </a:solidFill>
            <a:prstDash val="solid"/>
          </a:ln>
        </p:spPr>
      </p:sp>
      <p:sp>
        <p:nvSpPr>
          <p:cNvPr id="88" name="Shape 86"/>
          <p:cNvSpPr/>
          <p:nvPr/>
        </p:nvSpPr>
        <p:spPr>
          <a:xfrm>
            <a:off x="3566160" y="2011680"/>
            <a:ext cx="457200" cy="9144"/>
          </a:xfrm>
          <a:prstGeom prst="rect">
            <a:avLst/>
          </a:prstGeom>
          <a:solidFill>
            <a:srgbClr val="1A3A2A"/>
          </a:solidFill>
          <a:ln w="12700">
            <a:solidFill>
              <a:srgbClr val="1A3A2A"/>
            </a:solidFill>
            <a:prstDash val="solid"/>
          </a:ln>
        </p:spPr>
      </p:sp>
      <p:sp>
        <p:nvSpPr>
          <p:cNvPr id="89" name="Shape 87"/>
          <p:cNvSpPr/>
          <p:nvPr/>
        </p:nvSpPr>
        <p:spPr>
          <a:xfrm>
            <a:off x="4160520" y="2011680"/>
            <a:ext cx="457200" cy="9144"/>
          </a:xfrm>
          <a:prstGeom prst="rect">
            <a:avLst/>
          </a:prstGeom>
          <a:solidFill>
            <a:srgbClr val="1A3A2A"/>
          </a:solidFill>
          <a:ln w="12700">
            <a:solidFill>
              <a:srgbClr val="1A3A2A"/>
            </a:solidFill>
            <a:prstDash val="solid"/>
          </a:ln>
        </p:spPr>
      </p:sp>
      <p:sp>
        <p:nvSpPr>
          <p:cNvPr id="90" name="Shape 88"/>
          <p:cNvSpPr/>
          <p:nvPr/>
        </p:nvSpPr>
        <p:spPr>
          <a:xfrm>
            <a:off x="4754880" y="2011680"/>
            <a:ext cx="457200" cy="9144"/>
          </a:xfrm>
          <a:prstGeom prst="rect">
            <a:avLst/>
          </a:prstGeom>
          <a:solidFill>
            <a:srgbClr val="1A3A2A"/>
          </a:solidFill>
          <a:ln w="12700">
            <a:solidFill>
              <a:srgbClr val="1A3A2A"/>
            </a:solidFill>
            <a:prstDash val="solid"/>
          </a:ln>
        </p:spPr>
      </p:sp>
      <p:sp>
        <p:nvSpPr>
          <p:cNvPr id="91" name="Shape 89"/>
          <p:cNvSpPr/>
          <p:nvPr/>
        </p:nvSpPr>
        <p:spPr>
          <a:xfrm>
            <a:off x="5349240" y="2011680"/>
            <a:ext cx="457200" cy="9144"/>
          </a:xfrm>
          <a:prstGeom prst="rect">
            <a:avLst/>
          </a:prstGeom>
          <a:solidFill>
            <a:srgbClr val="1A3A2A"/>
          </a:solidFill>
          <a:ln w="12700">
            <a:solidFill>
              <a:srgbClr val="1A3A2A"/>
            </a:solidFill>
            <a:prstDash val="solid"/>
          </a:ln>
        </p:spPr>
      </p:sp>
      <p:sp>
        <p:nvSpPr>
          <p:cNvPr id="92" name="Shape 90"/>
          <p:cNvSpPr/>
          <p:nvPr/>
        </p:nvSpPr>
        <p:spPr>
          <a:xfrm>
            <a:off x="5943600" y="2011680"/>
            <a:ext cx="457200" cy="9144"/>
          </a:xfrm>
          <a:prstGeom prst="rect">
            <a:avLst/>
          </a:prstGeom>
          <a:solidFill>
            <a:srgbClr val="1A3A2A"/>
          </a:solidFill>
          <a:ln w="12700">
            <a:solidFill>
              <a:srgbClr val="1A3A2A"/>
            </a:solidFill>
            <a:prstDash val="solid"/>
          </a:ln>
        </p:spPr>
      </p:sp>
      <p:sp>
        <p:nvSpPr>
          <p:cNvPr id="93" name="Shape 91"/>
          <p:cNvSpPr/>
          <p:nvPr/>
        </p:nvSpPr>
        <p:spPr>
          <a:xfrm>
            <a:off x="6537960" y="2011680"/>
            <a:ext cx="457200" cy="9144"/>
          </a:xfrm>
          <a:prstGeom prst="rect">
            <a:avLst/>
          </a:prstGeom>
          <a:solidFill>
            <a:srgbClr val="1A3A2A"/>
          </a:solidFill>
          <a:ln w="12700">
            <a:solidFill>
              <a:srgbClr val="1A3A2A"/>
            </a:solidFill>
            <a:prstDash val="solid"/>
          </a:ln>
        </p:spPr>
      </p:sp>
      <p:sp>
        <p:nvSpPr>
          <p:cNvPr id="94" name="Shape 92"/>
          <p:cNvSpPr/>
          <p:nvPr/>
        </p:nvSpPr>
        <p:spPr>
          <a:xfrm>
            <a:off x="7132320" y="2011680"/>
            <a:ext cx="457200" cy="9144"/>
          </a:xfrm>
          <a:prstGeom prst="rect">
            <a:avLst/>
          </a:prstGeom>
          <a:solidFill>
            <a:srgbClr val="1A3A2A"/>
          </a:solidFill>
          <a:ln w="12700">
            <a:solidFill>
              <a:srgbClr val="1A3A2A"/>
            </a:solidFill>
            <a:prstDash val="solid"/>
          </a:ln>
        </p:spPr>
      </p:sp>
      <p:sp>
        <p:nvSpPr>
          <p:cNvPr id="95" name="Shape 93"/>
          <p:cNvSpPr/>
          <p:nvPr/>
        </p:nvSpPr>
        <p:spPr>
          <a:xfrm>
            <a:off x="7726680" y="2011680"/>
            <a:ext cx="457200" cy="9144"/>
          </a:xfrm>
          <a:prstGeom prst="rect">
            <a:avLst/>
          </a:prstGeom>
          <a:solidFill>
            <a:srgbClr val="1A3A2A"/>
          </a:solidFill>
          <a:ln w="12700">
            <a:solidFill>
              <a:srgbClr val="1A3A2A"/>
            </a:solidFill>
            <a:prstDash val="solid"/>
          </a:ln>
        </p:spPr>
      </p:sp>
      <p:sp>
        <p:nvSpPr>
          <p:cNvPr id="96" name="Shape 94"/>
          <p:cNvSpPr/>
          <p:nvPr/>
        </p:nvSpPr>
        <p:spPr>
          <a:xfrm>
            <a:off x="8321040" y="2011680"/>
            <a:ext cx="457200" cy="9144"/>
          </a:xfrm>
          <a:prstGeom prst="rect">
            <a:avLst/>
          </a:prstGeom>
          <a:solidFill>
            <a:srgbClr val="1A3A2A"/>
          </a:solidFill>
          <a:ln w="12700">
            <a:solidFill>
              <a:srgbClr val="1A3A2A"/>
            </a:solidFill>
            <a:prstDash val="solid"/>
          </a:ln>
        </p:spPr>
      </p:sp>
      <p:sp>
        <p:nvSpPr>
          <p:cNvPr id="97" name="Shape 95"/>
          <p:cNvSpPr/>
          <p:nvPr/>
        </p:nvSpPr>
        <p:spPr>
          <a:xfrm>
            <a:off x="8915400" y="2011680"/>
            <a:ext cx="457200" cy="9144"/>
          </a:xfrm>
          <a:prstGeom prst="rect">
            <a:avLst/>
          </a:prstGeom>
          <a:solidFill>
            <a:srgbClr val="1A3A2A"/>
          </a:solidFill>
          <a:ln w="12700">
            <a:solidFill>
              <a:srgbClr val="1A3A2A"/>
            </a:solidFill>
            <a:prstDash val="solid"/>
          </a:ln>
        </p:spPr>
      </p:sp>
      <p:sp>
        <p:nvSpPr>
          <p:cNvPr id="98" name="Shape 96"/>
          <p:cNvSpPr/>
          <p:nvPr/>
        </p:nvSpPr>
        <p:spPr>
          <a:xfrm>
            <a:off x="9509760" y="2011680"/>
            <a:ext cx="457200" cy="9144"/>
          </a:xfrm>
          <a:prstGeom prst="rect">
            <a:avLst/>
          </a:prstGeom>
          <a:solidFill>
            <a:srgbClr val="1A3A2A"/>
          </a:solidFill>
          <a:ln w="12700">
            <a:solidFill>
              <a:srgbClr val="1A3A2A"/>
            </a:solidFill>
            <a:prstDash val="solid"/>
          </a:ln>
        </p:spPr>
      </p:sp>
      <p:sp>
        <p:nvSpPr>
          <p:cNvPr id="99" name="Shape 97"/>
          <p:cNvSpPr/>
          <p:nvPr/>
        </p:nvSpPr>
        <p:spPr>
          <a:xfrm>
            <a:off x="10104120" y="2011680"/>
            <a:ext cx="457200" cy="9144"/>
          </a:xfrm>
          <a:prstGeom prst="rect">
            <a:avLst/>
          </a:prstGeom>
          <a:solidFill>
            <a:srgbClr val="1A3A2A"/>
          </a:solidFill>
          <a:ln w="12700">
            <a:solidFill>
              <a:srgbClr val="1A3A2A"/>
            </a:solidFill>
            <a:prstDash val="solid"/>
          </a:ln>
        </p:spPr>
      </p:sp>
      <p:sp>
        <p:nvSpPr>
          <p:cNvPr id="100" name="Shape 98"/>
          <p:cNvSpPr/>
          <p:nvPr/>
        </p:nvSpPr>
        <p:spPr>
          <a:xfrm>
            <a:off x="10698480" y="2011680"/>
            <a:ext cx="457200" cy="9144"/>
          </a:xfrm>
          <a:prstGeom prst="rect">
            <a:avLst/>
          </a:prstGeom>
          <a:solidFill>
            <a:srgbClr val="1A3A2A"/>
          </a:solidFill>
          <a:ln w="12700">
            <a:solidFill>
              <a:srgbClr val="1A3A2A"/>
            </a:solidFill>
            <a:prstDash val="solid"/>
          </a:ln>
        </p:spPr>
      </p:sp>
      <p:sp>
        <p:nvSpPr>
          <p:cNvPr id="101" name="Shape 99"/>
          <p:cNvSpPr/>
          <p:nvPr/>
        </p:nvSpPr>
        <p:spPr>
          <a:xfrm>
            <a:off x="11292840" y="2011680"/>
            <a:ext cx="457200" cy="9144"/>
          </a:xfrm>
          <a:prstGeom prst="rect">
            <a:avLst/>
          </a:prstGeom>
          <a:solidFill>
            <a:srgbClr val="1A3A2A"/>
          </a:solidFill>
          <a:ln w="12700">
            <a:solidFill>
              <a:srgbClr val="1A3A2A"/>
            </a:solidFill>
            <a:prstDash val="solid"/>
          </a:ln>
        </p:spPr>
      </p:sp>
      <p:sp>
        <p:nvSpPr>
          <p:cNvPr id="102" name="Shape 100"/>
          <p:cNvSpPr/>
          <p:nvPr/>
        </p:nvSpPr>
        <p:spPr>
          <a:xfrm>
            <a:off x="292608" y="2514600"/>
            <a:ext cx="457200" cy="9144"/>
          </a:xfrm>
          <a:prstGeom prst="rect">
            <a:avLst/>
          </a:prstGeom>
          <a:solidFill>
            <a:srgbClr val="1A3A2A"/>
          </a:solidFill>
          <a:ln w="12700">
            <a:solidFill>
              <a:srgbClr val="1A3A2A"/>
            </a:solidFill>
            <a:prstDash val="solid"/>
          </a:ln>
        </p:spPr>
      </p:sp>
      <p:sp>
        <p:nvSpPr>
          <p:cNvPr id="103" name="Shape 101"/>
          <p:cNvSpPr/>
          <p:nvPr/>
        </p:nvSpPr>
        <p:spPr>
          <a:xfrm>
            <a:off x="886968" y="2514600"/>
            <a:ext cx="457200" cy="9144"/>
          </a:xfrm>
          <a:prstGeom prst="rect">
            <a:avLst/>
          </a:prstGeom>
          <a:solidFill>
            <a:srgbClr val="1A3A2A"/>
          </a:solidFill>
          <a:ln w="12700">
            <a:solidFill>
              <a:srgbClr val="1A3A2A"/>
            </a:solidFill>
            <a:prstDash val="solid"/>
          </a:ln>
        </p:spPr>
      </p:sp>
      <p:sp>
        <p:nvSpPr>
          <p:cNvPr id="104" name="Shape 102"/>
          <p:cNvSpPr/>
          <p:nvPr/>
        </p:nvSpPr>
        <p:spPr>
          <a:xfrm>
            <a:off x="1481328" y="2514600"/>
            <a:ext cx="457200" cy="9144"/>
          </a:xfrm>
          <a:prstGeom prst="rect">
            <a:avLst/>
          </a:prstGeom>
          <a:solidFill>
            <a:srgbClr val="1A3A2A"/>
          </a:solidFill>
          <a:ln w="12700">
            <a:solidFill>
              <a:srgbClr val="1A3A2A"/>
            </a:solidFill>
            <a:prstDash val="solid"/>
          </a:ln>
        </p:spPr>
      </p:sp>
      <p:sp>
        <p:nvSpPr>
          <p:cNvPr id="105" name="Shape 103"/>
          <p:cNvSpPr/>
          <p:nvPr/>
        </p:nvSpPr>
        <p:spPr>
          <a:xfrm>
            <a:off x="2075688" y="2514600"/>
            <a:ext cx="457200" cy="9144"/>
          </a:xfrm>
          <a:prstGeom prst="rect">
            <a:avLst/>
          </a:prstGeom>
          <a:solidFill>
            <a:srgbClr val="1A3A2A"/>
          </a:solidFill>
          <a:ln w="12700">
            <a:solidFill>
              <a:srgbClr val="1A3A2A"/>
            </a:solidFill>
            <a:prstDash val="solid"/>
          </a:ln>
        </p:spPr>
      </p:sp>
      <p:sp>
        <p:nvSpPr>
          <p:cNvPr id="106" name="Shape 104"/>
          <p:cNvSpPr/>
          <p:nvPr/>
        </p:nvSpPr>
        <p:spPr>
          <a:xfrm>
            <a:off x="2670048" y="2514600"/>
            <a:ext cx="457200" cy="9144"/>
          </a:xfrm>
          <a:prstGeom prst="rect">
            <a:avLst/>
          </a:prstGeom>
          <a:solidFill>
            <a:srgbClr val="1A3A2A"/>
          </a:solidFill>
          <a:ln w="12700">
            <a:solidFill>
              <a:srgbClr val="1A3A2A"/>
            </a:solidFill>
            <a:prstDash val="solid"/>
          </a:ln>
        </p:spPr>
      </p:sp>
      <p:sp>
        <p:nvSpPr>
          <p:cNvPr id="107" name="Shape 105"/>
          <p:cNvSpPr/>
          <p:nvPr/>
        </p:nvSpPr>
        <p:spPr>
          <a:xfrm>
            <a:off x="3264408" y="2514600"/>
            <a:ext cx="457200" cy="9144"/>
          </a:xfrm>
          <a:prstGeom prst="rect">
            <a:avLst/>
          </a:prstGeom>
          <a:solidFill>
            <a:srgbClr val="1A3A2A"/>
          </a:solidFill>
          <a:ln w="12700">
            <a:solidFill>
              <a:srgbClr val="1A3A2A"/>
            </a:solidFill>
            <a:prstDash val="solid"/>
          </a:ln>
        </p:spPr>
      </p:sp>
      <p:sp>
        <p:nvSpPr>
          <p:cNvPr id="108" name="Shape 106"/>
          <p:cNvSpPr/>
          <p:nvPr/>
        </p:nvSpPr>
        <p:spPr>
          <a:xfrm>
            <a:off x="3858768" y="2514600"/>
            <a:ext cx="457200" cy="9144"/>
          </a:xfrm>
          <a:prstGeom prst="rect">
            <a:avLst/>
          </a:prstGeom>
          <a:solidFill>
            <a:srgbClr val="1A3A2A"/>
          </a:solidFill>
          <a:ln w="12700">
            <a:solidFill>
              <a:srgbClr val="1A3A2A"/>
            </a:solidFill>
            <a:prstDash val="solid"/>
          </a:ln>
        </p:spPr>
      </p:sp>
      <p:sp>
        <p:nvSpPr>
          <p:cNvPr id="109" name="Shape 107"/>
          <p:cNvSpPr/>
          <p:nvPr/>
        </p:nvSpPr>
        <p:spPr>
          <a:xfrm>
            <a:off x="4453128" y="2514600"/>
            <a:ext cx="457200" cy="9144"/>
          </a:xfrm>
          <a:prstGeom prst="rect">
            <a:avLst/>
          </a:prstGeom>
          <a:solidFill>
            <a:srgbClr val="1A3A2A"/>
          </a:solidFill>
          <a:ln w="12700">
            <a:solidFill>
              <a:srgbClr val="1A3A2A"/>
            </a:solidFill>
            <a:prstDash val="solid"/>
          </a:ln>
        </p:spPr>
      </p:sp>
      <p:sp>
        <p:nvSpPr>
          <p:cNvPr id="110" name="Shape 108"/>
          <p:cNvSpPr/>
          <p:nvPr/>
        </p:nvSpPr>
        <p:spPr>
          <a:xfrm>
            <a:off x="5047488" y="2514600"/>
            <a:ext cx="457200" cy="9144"/>
          </a:xfrm>
          <a:prstGeom prst="rect">
            <a:avLst/>
          </a:prstGeom>
          <a:solidFill>
            <a:srgbClr val="1A3A2A"/>
          </a:solidFill>
          <a:ln w="12700">
            <a:solidFill>
              <a:srgbClr val="1A3A2A"/>
            </a:solidFill>
            <a:prstDash val="solid"/>
          </a:ln>
        </p:spPr>
      </p:sp>
      <p:sp>
        <p:nvSpPr>
          <p:cNvPr id="111" name="Shape 109"/>
          <p:cNvSpPr/>
          <p:nvPr/>
        </p:nvSpPr>
        <p:spPr>
          <a:xfrm>
            <a:off x="5641848" y="2514600"/>
            <a:ext cx="457200" cy="9144"/>
          </a:xfrm>
          <a:prstGeom prst="rect">
            <a:avLst/>
          </a:prstGeom>
          <a:solidFill>
            <a:srgbClr val="1A3A2A"/>
          </a:solidFill>
          <a:ln w="12700">
            <a:solidFill>
              <a:srgbClr val="1A3A2A"/>
            </a:solidFill>
            <a:prstDash val="solid"/>
          </a:ln>
        </p:spPr>
      </p:sp>
      <p:sp>
        <p:nvSpPr>
          <p:cNvPr id="112" name="Shape 110"/>
          <p:cNvSpPr/>
          <p:nvPr/>
        </p:nvSpPr>
        <p:spPr>
          <a:xfrm>
            <a:off x="6236208" y="2514600"/>
            <a:ext cx="457200" cy="9144"/>
          </a:xfrm>
          <a:prstGeom prst="rect">
            <a:avLst/>
          </a:prstGeom>
          <a:solidFill>
            <a:srgbClr val="1A3A2A"/>
          </a:solidFill>
          <a:ln w="12700">
            <a:solidFill>
              <a:srgbClr val="1A3A2A"/>
            </a:solidFill>
            <a:prstDash val="solid"/>
          </a:ln>
        </p:spPr>
      </p:sp>
      <p:sp>
        <p:nvSpPr>
          <p:cNvPr id="113" name="Shape 111"/>
          <p:cNvSpPr/>
          <p:nvPr/>
        </p:nvSpPr>
        <p:spPr>
          <a:xfrm>
            <a:off x="6830568" y="2514600"/>
            <a:ext cx="457200" cy="9144"/>
          </a:xfrm>
          <a:prstGeom prst="rect">
            <a:avLst/>
          </a:prstGeom>
          <a:solidFill>
            <a:srgbClr val="1A3A2A"/>
          </a:solidFill>
          <a:ln w="12700">
            <a:solidFill>
              <a:srgbClr val="1A3A2A"/>
            </a:solidFill>
            <a:prstDash val="solid"/>
          </a:ln>
        </p:spPr>
      </p:sp>
      <p:sp>
        <p:nvSpPr>
          <p:cNvPr id="114" name="Shape 112"/>
          <p:cNvSpPr/>
          <p:nvPr/>
        </p:nvSpPr>
        <p:spPr>
          <a:xfrm>
            <a:off x="7424928" y="2514600"/>
            <a:ext cx="457200" cy="9144"/>
          </a:xfrm>
          <a:prstGeom prst="rect">
            <a:avLst/>
          </a:prstGeom>
          <a:solidFill>
            <a:srgbClr val="1A3A2A"/>
          </a:solidFill>
          <a:ln w="12700">
            <a:solidFill>
              <a:srgbClr val="1A3A2A"/>
            </a:solidFill>
            <a:prstDash val="solid"/>
          </a:ln>
        </p:spPr>
      </p:sp>
      <p:sp>
        <p:nvSpPr>
          <p:cNvPr id="115" name="Shape 113"/>
          <p:cNvSpPr/>
          <p:nvPr/>
        </p:nvSpPr>
        <p:spPr>
          <a:xfrm>
            <a:off x="8019288" y="2514600"/>
            <a:ext cx="457200" cy="9144"/>
          </a:xfrm>
          <a:prstGeom prst="rect">
            <a:avLst/>
          </a:prstGeom>
          <a:solidFill>
            <a:srgbClr val="1A3A2A"/>
          </a:solidFill>
          <a:ln w="12700">
            <a:solidFill>
              <a:srgbClr val="1A3A2A"/>
            </a:solidFill>
            <a:prstDash val="solid"/>
          </a:ln>
        </p:spPr>
      </p:sp>
      <p:sp>
        <p:nvSpPr>
          <p:cNvPr id="116" name="Shape 114"/>
          <p:cNvSpPr/>
          <p:nvPr/>
        </p:nvSpPr>
        <p:spPr>
          <a:xfrm>
            <a:off x="8613648" y="2514600"/>
            <a:ext cx="457200" cy="9144"/>
          </a:xfrm>
          <a:prstGeom prst="rect">
            <a:avLst/>
          </a:prstGeom>
          <a:solidFill>
            <a:srgbClr val="1A3A2A"/>
          </a:solidFill>
          <a:ln w="12700">
            <a:solidFill>
              <a:srgbClr val="1A3A2A"/>
            </a:solidFill>
            <a:prstDash val="solid"/>
          </a:ln>
        </p:spPr>
      </p:sp>
      <p:sp>
        <p:nvSpPr>
          <p:cNvPr id="117" name="Shape 115"/>
          <p:cNvSpPr/>
          <p:nvPr/>
        </p:nvSpPr>
        <p:spPr>
          <a:xfrm>
            <a:off x="9208008" y="2514600"/>
            <a:ext cx="457200" cy="9144"/>
          </a:xfrm>
          <a:prstGeom prst="rect">
            <a:avLst/>
          </a:prstGeom>
          <a:solidFill>
            <a:srgbClr val="1A3A2A"/>
          </a:solidFill>
          <a:ln w="12700">
            <a:solidFill>
              <a:srgbClr val="1A3A2A"/>
            </a:solidFill>
            <a:prstDash val="solid"/>
          </a:ln>
        </p:spPr>
      </p:sp>
      <p:sp>
        <p:nvSpPr>
          <p:cNvPr id="118" name="Shape 116"/>
          <p:cNvSpPr/>
          <p:nvPr/>
        </p:nvSpPr>
        <p:spPr>
          <a:xfrm>
            <a:off x="9802368" y="2514600"/>
            <a:ext cx="457200" cy="9144"/>
          </a:xfrm>
          <a:prstGeom prst="rect">
            <a:avLst/>
          </a:prstGeom>
          <a:solidFill>
            <a:srgbClr val="1A3A2A"/>
          </a:solidFill>
          <a:ln w="12700">
            <a:solidFill>
              <a:srgbClr val="1A3A2A"/>
            </a:solidFill>
            <a:prstDash val="solid"/>
          </a:ln>
        </p:spPr>
      </p:sp>
      <p:sp>
        <p:nvSpPr>
          <p:cNvPr id="119" name="Shape 117"/>
          <p:cNvSpPr/>
          <p:nvPr/>
        </p:nvSpPr>
        <p:spPr>
          <a:xfrm>
            <a:off x="10396728" y="2514600"/>
            <a:ext cx="457200" cy="9144"/>
          </a:xfrm>
          <a:prstGeom prst="rect">
            <a:avLst/>
          </a:prstGeom>
          <a:solidFill>
            <a:srgbClr val="1A3A2A"/>
          </a:solidFill>
          <a:ln w="12700">
            <a:solidFill>
              <a:srgbClr val="1A3A2A"/>
            </a:solidFill>
            <a:prstDash val="solid"/>
          </a:ln>
        </p:spPr>
      </p:sp>
      <p:sp>
        <p:nvSpPr>
          <p:cNvPr id="120" name="Shape 118"/>
          <p:cNvSpPr/>
          <p:nvPr/>
        </p:nvSpPr>
        <p:spPr>
          <a:xfrm>
            <a:off x="10991088" y="2514600"/>
            <a:ext cx="457200" cy="9144"/>
          </a:xfrm>
          <a:prstGeom prst="rect">
            <a:avLst/>
          </a:prstGeom>
          <a:solidFill>
            <a:srgbClr val="1A3A2A"/>
          </a:solidFill>
          <a:ln w="12700">
            <a:solidFill>
              <a:srgbClr val="1A3A2A"/>
            </a:solidFill>
            <a:prstDash val="solid"/>
          </a:ln>
        </p:spPr>
      </p:sp>
      <p:sp>
        <p:nvSpPr>
          <p:cNvPr id="121" name="Shape 119"/>
          <p:cNvSpPr/>
          <p:nvPr/>
        </p:nvSpPr>
        <p:spPr>
          <a:xfrm>
            <a:off x="11585448" y="2514600"/>
            <a:ext cx="457200" cy="9144"/>
          </a:xfrm>
          <a:prstGeom prst="rect">
            <a:avLst/>
          </a:prstGeom>
          <a:solidFill>
            <a:srgbClr val="1A3A2A"/>
          </a:solidFill>
          <a:ln w="12700">
            <a:solidFill>
              <a:srgbClr val="1A3A2A"/>
            </a:solidFill>
            <a:prstDash val="solid"/>
          </a:ln>
        </p:spPr>
      </p:sp>
      <p:sp>
        <p:nvSpPr>
          <p:cNvPr id="122" name="Shape 120"/>
          <p:cNvSpPr/>
          <p:nvPr/>
        </p:nvSpPr>
        <p:spPr>
          <a:xfrm>
            <a:off x="0" y="3017520"/>
            <a:ext cx="457200" cy="9144"/>
          </a:xfrm>
          <a:prstGeom prst="rect">
            <a:avLst/>
          </a:prstGeom>
          <a:solidFill>
            <a:srgbClr val="1A3A2A"/>
          </a:solidFill>
          <a:ln w="12700">
            <a:solidFill>
              <a:srgbClr val="1A3A2A"/>
            </a:solidFill>
            <a:prstDash val="solid"/>
          </a:ln>
        </p:spPr>
      </p:sp>
      <p:sp>
        <p:nvSpPr>
          <p:cNvPr id="123" name="Shape 121"/>
          <p:cNvSpPr/>
          <p:nvPr/>
        </p:nvSpPr>
        <p:spPr>
          <a:xfrm>
            <a:off x="594360" y="3017520"/>
            <a:ext cx="457200" cy="9144"/>
          </a:xfrm>
          <a:prstGeom prst="rect">
            <a:avLst/>
          </a:prstGeom>
          <a:solidFill>
            <a:srgbClr val="1A3A2A"/>
          </a:solidFill>
          <a:ln w="12700">
            <a:solidFill>
              <a:srgbClr val="1A3A2A"/>
            </a:solidFill>
            <a:prstDash val="solid"/>
          </a:ln>
        </p:spPr>
      </p:sp>
      <p:sp>
        <p:nvSpPr>
          <p:cNvPr id="124" name="Shape 122"/>
          <p:cNvSpPr/>
          <p:nvPr/>
        </p:nvSpPr>
        <p:spPr>
          <a:xfrm>
            <a:off x="1188720" y="3017520"/>
            <a:ext cx="457200" cy="9144"/>
          </a:xfrm>
          <a:prstGeom prst="rect">
            <a:avLst/>
          </a:prstGeom>
          <a:solidFill>
            <a:srgbClr val="1A3A2A"/>
          </a:solidFill>
          <a:ln w="12700">
            <a:solidFill>
              <a:srgbClr val="1A3A2A"/>
            </a:solidFill>
            <a:prstDash val="solid"/>
          </a:ln>
        </p:spPr>
      </p:sp>
      <p:sp>
        <p:nvSpPr>
          <p:cNvPr id="125" name="Shape 123"/>
          <p:cNvSpPr/>
          <p:nvPr/>
        </p:nvSpPr>
        <p:spPr>
          <a:xfrm>
            <a:off x="1783080" y="3017520"/>
            <a:ext cx="457200" cy="9144"/>
          </a:xfrm>
          <a:prstGeom prst="rect">
            <a:avLst/>
          </a:prstGeom>
          <a:solidFill>
            <a:srgbClr val="1A3A2A"/>
          </a:solidFill>
          <a:ln w="12700">
            <a:solidFill>
              <a:srgbClr val="1A3A2A"/>
            </a:solidFill>
            <a:prstDash val="solid"/>
          </a:ln>
        </p:spPr>
      </p:sp>
      <p:sp>
        <p:nvSpPr>
          <p:cNvPr id="126" name="Shape 124"/>
          <p:cNvSpPr/>
          <p:nvPr/>
        </p:nvSpPr>
        <p:spPr>
          <a:xfrm>
            <a:off x="2377440" y="3017520"/>
            <a:ext cx="457200" cy="9144"/>
          </a:xfrm>
          <a:prstGeom prst="rect">
            <a:avLst/>
          </a:prstGeom>
          <a:solidFill>
            <a:srgbClr val="1A3A2A"/>
          </a:solidFill>
          <a:ln w="12700">
            <a:solidFill>
              <a:srgbClr val="1A3A2A"/>
            </a:solidFill>
            <a:prstDash val="solid"/>
          </a:ln>
        </p:spPr>
      </p:sp>
      <p:sp>
        <p:nvSpPr>
          <p:cNvPr id="127" name="Shape 125"/>
          <p:cNvSpPr/>
          <p:nvPr/>
        </p:nvSpPr>
        <p:spPr>
          <a:xfrm>
            <a:off x="2971800" y="3017520"/>
            <a:ext cx="457200" cy="9144"/>
          </a:xfrm>
          <a:prstGeom prst="rect">
            <a:avLst/>
          </a:prstGeom>
          <a:solidFill>
            <a:srgbClr val="1A3A2A"/>
          </a:solidFill>
          <a:ln w="12700">
            <a:solidFill>
              <a:srgbClr val="1A3A2A"/>
            </a:solidFill>
            <a:prstDash val="solid"/>
          </a:ln>
        </p:spPr>
      </p:sp>
      <p:sp>
        <p:nvSpPr>
          <p:cNvPr id="128" name="Shape 126"/>
          <p:cNvSpPr/>
          <p:nvPr/>
        </p:nvSpPr>
        <p:spPr>
          <a:xfrm>
            <a:off x="3566160" y="3017520"/>
            <a:ext cx="457200" cy="9144"/>
          </a:xfrm>
          <a:prstGeom prst="rect">
            <a:avLst/>
          </a:prstGeom>
          <a:solidFill>
            <a:srgbClr val="1A3A2A"/>
          </a:solidFill>
          <a:ln w="12700">
            <a:solidFill>
              <a:srgbClr val="1A3A2A"/>
            </a:solidFill>
            <a:prstDash val="solid"/>
          </a:ln>
        </p:spPr>
      </p:sp>
      <p:sp>
        <p:nvSpPr>
          <p:cNvPr id="129" name="Shape 127"/>
          <p:cNvSpPr/>
          <p:nvPr/>
        </p:nvSpPr>
        <p:spPr>
          <a:xfrm>
            <a:off x="4160520" y="3017520"/>
            <a:ext cx="457200" cy="9144"/>
          </a:xfrm>
          <a:prstGeom prst="rect">
            <a:avLst/>
          </a:prstGeom>
          <a:solidFill>
            <a:srgbClr val="1A3A2A"/>
          </a:solidFill>
          <a:ln w="12700">
            <a:solidFill>
              <a:srgbClr val="1A3A2A"/>
            </a:solidFill>
            <a:prstDash val="solid"/>
          </a:ln>
        </p:spPr>
      </p:sp>
      <p:sp>
        <p:nvSpPr>
          <p:cNvPr id="130" name="Shape 128"/>
          <p:cNvSpPr/>
          <p:nvPr/>
        </p:nvSpPr>
        <p:spPr>
          <a:xfrm>
            <a:off x="4754880" y="3017520"/>
            <a:ext cx="457200" cy="9144"/>
          </a:xfrm>
          <a:prstGeom prst="rect">
            <a:avLst/>
          </a:prstGeom>
          <a:solidFill>
            <a:srgbClr val="1A3A2A"/>
          </a:solidFill>
          <a:ln w="12700">
            <a:solidFill>
              <a:srgbClr val="1A3A2A"/>
            </a:solidFill>
            <a:prstDash val="solid"/>
          </a:ln>
        </p:spPr>
      </p:sp>
      <p:sp>
        <p:nvSpPr>
          <p:cNvPr id="131" name="Shape 129"/>
          <p:cNvSpPr/>
          <p:nvPr/>
        </p:nvSpPr>
        <p:spPr>
          <a:xfrm>
            <a:off x="5349240" y="3017520"/>
            <a:ext cx="457200" cy="9144"/>
          </a:xfrm>
          <a:prstGeom prst="rect">
            <a:avLst/>
          </a:prstGeom>
          <a:solidFill>
            <a:srgbClr val="1A3A2A"/>
          </a:solidFill>
          <a:ln w="12700">
            <a:solidFill>
              <a:srgbClr val="1A3A2A"/>
            </a:solidFill>
            <a:prstDash val="solid"/>
          </a:ln>
        </p:spPr>
      </p:sp>
      <p:sp>
        <p:nvSpPr>
          <p:cNvPr id="132" name="Shape 130"/>
          <p:cNvSpPr/>
          <p:nvPr/>
        </p:nvSpPr>
        <p:spPr>
          <a:xfrm>
            <a:off x="5943600" y="3017520"/>
            <a:ext cx="457200" cy="9144"/>
          </a:xfrm>
          <a:prstGeom prst="rect">
            <a:avLst/>
          </a:prstGeom>
          <a:solidFill>
            <a:srgbClr val="1A3A2A"/>
          </a:solidFill>
          <a:ln w="12700">
            <a:solidFill>
              <a:srgbClr val="1A3A2A"/>
            </a:solidFill>
            <a:prstDash val="solid"/>
          </a:ln>
        </p:spPr>
      </p:sp>
      <p:sp>
        <p:nvSpPr>
          <p:cNvPr id="133" name="Shape 131"/>
          <p:cNvSpPr/>
          <p:nvPr/>
        </p:nvSpPr>
        <p:spPr>
          <a:xfrm>
            <a:off x="6537960" y="3017520"/>
            <a:ext cx="457200" cy="9144"/>
          </a:xfrm>
          <a:prstGeom prst="rect">
            <a:avLst/>
          </a:prstGeom>
          <a:solidFill>
            <a:srgbClr val="1A3A2A"/>
          </a:solidFill>
          <a:ln w="12700">
            <a:solidFill>
              <a:srgbClr val="1A3A2A"/>
            </a:solidFill>
            <a:prstDash val="solid"/>
          </a:ln>
        </p:spPr>
      </p:sp>
      <p:sp>
        <p:nvSpPr>
          <p:cNvPr id="134" name="Shape 132"/>
          <p:cNvSpPr/>
          <p:nvPr/>
        </p:nvSpPr>
        <p:spPr>
          <a:xfrm>
            <a:off x="7132320" y="3017520"/>
            <a:ext cx="457200" cy="9144"/>
          </a:xfrm>
          <a:prstGeom prst="rect">
            <a:avLst/>
          </a:prstGeom>
          <a:solidFill>
            <a:srgbClr val="1A3A2A"/>
          </a:solidFill>
          <a:ln w="12700">
            <a:solidFill>
              <a:srgbClr val="1A3A2A"/>
            </a:solidFill>
            <a:prstDash val="solid"/>
          </a:ln>
        </p:spPr>
      </p:sp>
      <p:sp>
        <p:nvSpPr>
          <p:cNvPr id="135" name="Shape 133"/>
          <p:cNvSpPr/>
          <p:nvPr/>
        </p:nvSpPr>
        <p:spPr>
          <a:xfrm>
            <a:off x="7726680" y="3017520"/>
            <a:ext cx="457200" cy="9144"/>
          </a:xfrm>
          <a:prstGeom prst="rect">
            <a:avLst/>
          </a:prstGeom>
          <a:solidFill>
            <a:srgbClr val="1A3A2A"/>
          </a:solidFill>
          <a:ln w="12700">
            <a:solidFill>
              <a:srgbClr val="1A3A2A"/>
            </a:solidFill>
            <a:prstDash val="solid"/>
          </a:ln>
        </p:spPr>
      </p:sp>
      <p:sp>
        <p:nvSpPr>
          <p:cNvPr id="136" name="Shape 134"/>
          <p:cNvSpPr/>
          <p:nvPr/>
        </p:nvSpPr>
        <p:spPr>
          <a:xfrm>
            <a:off x="8321040" y="3017520"/>
            <a:ext cx="457200" cy="9144"/>
          </a:xfrm>
          <a:prstGeom prst="rect">
            <a:avLst/>
          </a:prstGeom>
          <a:solidFill>
            <a:srgbClr val="1A3A2A"/>
          </a:solidFill>
          <a:ln w="12700">
            <a:solidFill>
              <a:srgbClr val="1A3A2A"/>
            </a:solidFill>
            <a:prstDash val="solid"/>
          </a:ln>
        </p:spPr>
      </p:sp>
      <p:sp>
        <p:nvSpPr>
          <p:cNvPr id="137" name="Shape 135"/>
          <p:cNvSpPr/>
          <p:nvPr/>
        </p:nvSpPr>
        <p:spPr>
          <a:xfrm>
            <a:off x="8915400" y="3017520"/>
            <a:ext cx="457200" cy="9144"/>
          </a:xfrm>
          <a:prstGeom prst="rect">
            <a:avLst/>
          </a:prstGeom>
          <a:solidFill>
            <a:srgbClr val="1A3A2A"/>
          </a:solidFill>
          <a:ln w="12700">
            <a:solidFill>
              <a:srgbClr val="1A3A2A"/>
            </a:solidFill>
            <a:prstDash val="solid"/>
          </a:ln>
        </p:spPr>
      </p:sp>
      <p:sp>
        <p:nvSpPr>
          <p:cNvPr id="138" name="Shape 136"/>
          <p:cNvSpPr/>
          <p:nvPr/>
        </p:nvSpPr>
        <p:spPr>
          <a:xfrm>
            <a:off x="9509760" y="3017520"/>
            <a:ext cx="457200" cy="9144"/>
          </a:xfrm>
          <a:prstGeom prst="rect">
            <a:avLst/>
          </a:prstGeom>
          <a:solidFill>
            <a:srgbClr val="1A3A2A"/>
          </a:solidFill>
          <a:ln w="12700">
            <a:solidFill>
              <a:srgbClr val="1A3A2A"/>
            </a:solidFill>
            <a:prstDash val="solid"/>
          </a:ln>
        </p:spPr>
      </p:sp>
      <p:sp>
        <p:nvSpPr>
          <p:cNvPr id="139" name="Shape 137"/>
          <p:cNvSpPr/>
          <p:nvPr/>
        </p:nvSpPr>
        <p:spPr>
          <a:xfrm>
            <a:off x="10104120" y="3017520"/>
            <a:ext cx="457200" cy="9144"/>
          </a:xfrm>
          <a:prstGeom prst="rect">
            <a:avLst/>
          </a:prstGeom>
          <a:solidFill>
            <a:srgbClr val="1A3A2A"/>
          </a:solidFill>
          <a:ln w="12700">
            <a:solidFill>
              <a:srgbClr val="1A3A2A"/>
            </a:solidFill>
            <a:prstDash val="solid"/>
          </a:ln>
        </p:spPr>
      </p:sp>
      <p:sp>
        <p:nvSpPr>
          <p:cNvPr id="140" name="Shape 138"/>
          <p:cNvSpPr/>
          <p:nvPr/>
        </p:nvSpPr>
        <p:spPr>
          <a:xfrm>
            <a:off x="10698480" y="3017520"/>
            <a:ext cx="457200" cy="9144"/>
          </a:xfrm>
          <a:prstGeom prst="rect">
            <a:avLst/>
          </a:prstGeom>
          <a:solidFill>
            <a:srgbClr val="1A3A2A"/>
          </a:solidFill>
          <a:ln w="12700">
            <a:solidFill>
              <a:srgbClr val="1A3A2A"/>
            </a:solidFill>
            <a:prstDash val="solid"/>
          </a:ln>
        </p:spPr>
      </p:sp>
      <p:sp>
        <p:nvSpPr>
          <p:cNvPr id="141" name="Shape 139"/>
          <p:cNvSpPr/>
          <p:nvPr/>
        </p:nvSpPr>
        <p:spPr>
          <a:xfrm>
            <a:off x="11292840" y="3017520"/>
            <a:ext cx="457200" cy="9144"/>
          </a:xfrm>
          <a:prstGeom prst="rect">
            <a:avLst/>
          </a:prstGeom>
          <a:solidFill>
            <a:srgbClr val="1A3A2A"/>
          </a:solidFill>
          <a:ln w="12700">
            <a:solidFill>
              <a:srgbClr val="1A3A2A"/>
            </a:solidFill>
            <a:prstDash val="solid"/>
          </a:ln>
        </p:spPr>
      </p:sp>
      <p:sp>
        <p:nvSpPr>
          <p:cNvPr id="142" name="Shape 140"/>
          <p:cNvSpPr/>
          <p:nvPr/>
        </p:nvSpPr>
        <p:spPr>
          <a:xfrm>
            <a:off x="292608" y="3520440"/>
            <a:ext cx="457200" cy="9144"/>
          </a:xfrm>
          <a:prstGeom prst="rect">
            <a:avLst/>
          </a:prstGeom>
          <a:solidFill>
            <a:srgbClr val="1A3A2A"/>
          </a:solidFill>
          <a:ln w="12700">
            <a:solidFill>
              <a:srgbClr val="1A3A2A"/>
            </a:solidFill>
            <a:prstDash val="solid"/>
          </a:ln>
        </p:spPr>
      </p:sp>
      <p:sp>
        <p:nvSpPr>
          <p:cNvPr id="143" name="Shape 141"/>
          <p:cNvSpPr/>
          <p:nvPr/>
        </p:nvSpPr>
        <p:spPr>
          <a:xfrm>
            <a:off x="886968" y="3520440"/>
            <a:ext cx="457200" cy="9144"/>
          </a:xfrm>
          <a:prstGeom prst="rect">
            <a:avLst/>
          </a:prstGeom>
          <a:solidFill>
            <a:srgbClr val="1A3A2A"/>
          </a:solidFill>
          <a:ln w="12700">
            <a:solidFill>
              <a:srgbClr val="1A3A2A"/>
            </a:solidFill>
            <a:prstDash val="solid"/>
          </a:ln>
        </p:spPr>
      </p:sp>
      <p:sp>
        <p:nvSpPr>
          <p:cNvPr id="144" name="Shape 142"/>
          <p:cNvSpPr/>
          <p:nvPr/>
        </p:nvSpPr>
        <p:spPr>
          <a:xfrm>
            <a:off x="1481328" y="3520440"/>
            <a:ext cx="457200" cy="9144"/>
          </a:xfrm>
          <a:prstGeom prst="rect">
            <a:avLst/>
          </a:prstGeom>
          <a:solidFill>
            <a:srgbClr val="1A3A2A"/>
          </a:solidFill>
          <a:ln w="12700">
            <a:solidFill>
              <a:srgbClr val="1A3A2A"/>
            </a:solidFill>
            <a:prstDash val="solid"/>
          </a:ln>
        </p:spPr>
      </p:sp>
      <p:sp>
        <p:nvSpPr>
          <p:cNvPr id="145" name="Shape 143"/>
          <p:cNvSpPr/>
          <p:nvPr/>
        </p:nvSpPr>
        <p:spPr>
          <a:xfrm>
            <a:off x="2075688" y="3520440"/>
            <a:ext cx="457200" cy="9144"/>
          </a:xfrm>
          <a:prstGeom prst="rect">
            <a:avLst/>
          </a:prstGeom>
          <a:solidFill>
            <a:srgbClr val="1A3A2A"/>
          </a:solidFill>
          <a:ln w="12700">
            <a:solidFill>
              <a:srgbClr val="1A3A2A"/>
            </a:solidFill>
            <a:prstDash val="solid"/>
          </a:ln>
        </p:spPr>
      </p:sp>
      <p:sp>
        <p:nvSpPr>
          <p:cNvPr id="146" name="Shape 144"/>
          <p:cNvSpPr/>
          <p:nvPr/>
        </p:nvSpPr>
        <p:spPr>
          <a:xfrm>
            <a:off x="2670048" y="3520440"/>
            <a:ext cx="457200" cy="9144"/>
          </a:xfrm>
          <a:prstGeom prst="rect">
            <a:avLst/>
          </a:prstGeom>
          <a:solidFill>
            <a:srgbClr val="1A3A2A"/>
          </a:solidFill>
          <a:ln w="12700">
            <a:solidFill>
              <a:srgbClr val="1A3A2A"/>
            </a:solidFill>
            <a:prstDash val="solid"/>
          </a:ln>
        </p:spPr>
      </p:sp>
      <p:sp>
        <p:nvSpPr>
          <p:cNvPr id="147" name="Shape 145"/>
          <p:cNvSpPr/>
          <p:nvPr/>
        </p:nvSpPr>
        <p:spPr>
          <a:xfrm>
            <a:off x="3264408" y="3520440"/>
            <a:ext cx="457200" cy="9144"/>
          </a:xfrm>
          <a:prstGeom prst="rect">
            <a:avLst/>
          </a:prstGeom>
          <a:solidFill>
            <a:srgbClr val="1A3A2A"/>
          </a:solidFill>
          <a:ln w="12700">
            <a:solidFill>
              <a:srgbClr val="1A3A2A"/>
            </a:solidFill>
            <a:prstDash val="solid"/>
          </a:ln>
        </p:spPr>
      </p:sp>
      <p:sp>
        <p:nvSpPr>
          <p:cNvPr id="148" name="Shape 146"/>
          <p:cNvSpPr/>
          <p:nvPr/>
        </p:nvSpPr>
        <p:spPr>
          <a:xfrm>
            <a:off x="3858768" y="3520440"/>
            <a:ext cx="457200" cy="9144"/>
          </a:xfrm>
          <a:prstGeom prst="rect">
            <a:avLst/>
          </a:prstGeom>
          <a:solidFill>
            <a:srgbClr val="1A3A2A"/>
          </a:solidFill>
          <a:ln w="12700">
            <a:solidFill>
              <a:srgbClr val="1A3A2A"/>
            </a:solidFill>
            <a:prstDash val="solid"/>
          </a:ln>
        </p:spPr>
      </p:sp>
      <p:sp>
        <p:nvSpPr>
          <p:cNvPr id="149" name="Shape 147"/>
          <p:cNvSpPr/>
          <p:nvPr/>
        </p:nvSpPr>
        <p:spPr>
          <a:xfrm>
            <a:off x="4453128" y="3520440"/>
            <a:ext cx="457200" cy="9144"/>
          </a:xfrm>
          <a:prstGeom prst="rect">
            <a:avLst/>
          </a:prstGeom>
          <a:solidFill>
            <a:srgbClr val="1A3A2A"/>
          </a:solidFill>
          <a:ln w="12700">
            <a:solidFill>
              <a:srgbClr val="1A3A2A"/>
            </a:solidFill>
            <a:prstDash val="solid"/>
          </a:ln>
        </p:spPr>
      </p:sp>
      <p:sp>
        <p:nvSpPr>
          <p:cNvPr id="150" name="Shape 148"/>
          <p:cNvSpPr/>
          <p:nvPr/>
        </p:nvSpPr>
        <p:spPr>
          <a:xfrm>
            <a:off x="5047488" y="3520440"/>
            <a:ext cx="457200" cy="9144"/>
          </a:xfrm>
          <a:prstGeom prst="rect">
            <a:avLst/>
          </a:prstGeom>
          <a:solidFill>
            <a:srgbClr val="1A3A2A"/>
          </a:solidFill>
          <a:ln w="12700">
            <a:solidFill>
              <a:srgbClr val="1A3A2A"/>
            </a:solidFill>
            <a:prstDash val="solid"/>
          </a:ln>
        </p:spPr>
      </p:sp>
      <p:sp>
        <p:nvSpPr>
          <p:cNvPr id="151" name="Shape 149"/>
          <p:cNvSpPr/>
          <p:nvPr/>
        </p:nvSpPr>
        <p:spPr>
          <a:xfrm>
            <a:off x="5641848" y="3520440"/>
            <a:ext cx="457200" cy="9144"/>
          </a:xfrm>
          <a:prstGeom prst="rect">
            <a:avLst/>
          </a:prstGeom>
          <a:solidFill>
            <a:srgbClr val="1A3A2A"/>
          </a:solidFill>
          <a:ln w="12700">
            <a:solidFill>
              <a:srgbClr val="1A3A2A"/>
            </a:solidFill>
            <a:prstDash val="solid"/>
          </a:ln>
        </p:spPr>
      </p:sp>
      <p:sp>
        <p:nvSpPr>
          <p:cNvPr id="152" name="Shape 150"/>
          <p:cNvSpPr/>
          <p:nvPr/>
        </p:nvSpPr>
        <p:spPr>
          <a:xfrm>
            <a:off x="6236208" y="3520440"/>
            <a:ext cx="457200" cy="9144"/>
          </a:xfrm>
          <a:prstGeom prst="rect">
            <a:avLst/>
          </a:prstGeom>
          <a:solidFill>
            <a:srgbClr val="1A3A2A"/>
          </a:solidFill>
          <a:ln w="12700">
            <a:solidFill>
              <a:srgbClr val="1A3A2A"/>
            </a:solidFill>
            <a:prstDash val="solid"/>
          </a:ln>
        </p:spPr>
      </p:sp>
      <p:sp>
        <p:nvSpPr>
          <p:cNvPr id="153" name="Shape 151"/>
          <p:cNvSpPr/>
          <p:nvPr/>
        </p:nvSpPr>
        <p:spPr>
          <a:xfrm>
            <a:off x="6830568" y="3520440"/>
            <a:ext cx="457200" cy="9144"/>
          </a:xfrm>
          <a:prstGeom prst="rect">
            <a:avLst/>
          </a:prstGeom>
          <a:solidFill>
            <a:srgbClr val="1A3A2A"/>
          </a:solidFill>
          <a:ln w="12700">
            <a:solidFill>
              <a:srgbClr val="1A3A2A"/>
            </a:solidFill>
            <a:prstDash val="solid"/>
          </a:ln>
        </p:spPr>
      </p:sp>
      <p:sp>
        <p:nvSpPr>
          <p:cNvPr id="154" name="Shape 152"/>
          <p:cNvSpPr/>
          <p:nvPr/>
        </p:nvSpPr>
        <p:spPr>
          <a:xfrm>
            <a:off x="7424928" y="3520440"/>
            <a:ext cx="457200" cy="9144"/>
          </a:xfrm>
          <a:prstGeom prst="rect">
            <a:avLst/>
          </a:prstGeom>
          <a:solidFill>
            <a:srgbClr val="1A3A2A"/>
          </a:solidFill>
          <a:ln w="12700">
            <a:solidFill>
              <a:srgbClr val="1A3A2A"/>
            </a:solidFill>
            <a:prstDash val="solid"/>
          </a:ln>
        </p:spPr>
      </p:sp>
      <p:sp>
        <p:nvSpPr>
          <p:cNvPr id="155" name="Shape 153"/>
          <p:cNvSpPr/>
          <p:nvPr/>
        </p:nvSpPr>
        <p:spPr>
          <a:xfrm>
            <a:off x="8019288" y="3520440"/>
            <a:ext cx="457200" cy="9144"/>
          </a:xfrm>
          <a:prstGeom prst="rect">
            <a:avLst/>
          </a:prstGeom>
          <a:solidFill>
            <a:srgbClr val="1A3A2A"/>
          </a:solidFill>
          <a:ln w="12700">
            <a:solidFill>
              <a:srgbClr val="1A3A2A"/>
            </a:solidFill>
            <a:prstDash val="solid"/>
          </a:ln>
        </p:spPr>
      </p:sp>
      <p:sp>
        <p:nvSpPr>
          <p:cNvPr id="156" name="Shape 154"/>
          <p:cNvSpPr/>
          <p:nvPr/>
        </p:nvSpPr>
        <p:spPr>
          <a:xfrm>
            <a:off x="8613648" y="3520440"/>
            <a:ext cx="457200" cy="9144"/>
          </a:xfrm>
          <a:prstGeom prst="rect">
            <a:avLst/>
          </a:prstGeom>
          <a:solidFill>
            <a:srgbClr val="1A3A2A"/>
          </a:solidFill>
          <a:ln w="12700">
            <a:solidFill>
              <a:srgbClr val="1A3A2A"/>
            </a:solidFill>
            <a:prstDash val="solid"/>
          </a:ln>
        </p:spPr>
      </p:sp>
      <p:sp>
        <p:nvSpPr>
          <p:cNvPr id="157" name="Shape 155"/>
          <p:cNvSpPr/>
          <p:nvPr/>
        </p:nvSpPr>
        <p:spPr>
          <a:xfrm>
            <a:off x="9208008" y="3520440"/>
            <a:ext cx="457200" cy="9144"/>
          </a:xfrm>
          <a:prstGeom prst="rect">
            <a:avLst/>
          </a:prstGeom>
          <a:solidFill>
            <a:srgbClr val="1A3A2A"/>
          </a:solidFill>
          <a:ln w="12700">
            <a:solidFill>
              <a:srgbClr val="1A3A2A"/>
            </a:solidFill>
            <a:prstDash val="solid"/>
          </a:ln>
        </p:spPr>
      </p:sp>
      <p:sp>
        <p:nvSpPr>
          <p:cNvPr id="158" name="Shape 156"/>
          <p:cNvSpPr/>
          <p:nvPr/>
        </p:nvSpPr>
        <p:spPr>
          <a:xfrm>
            <a:off x="9802368" y="3520440"/>
            <a:ext cx="457200" cy="9144"/>
          </a:xfrm>
          <a:prstGeom prst="rect">
            <a:avLst/>
          </a:prstGeom>
          <a:solidFill>
            <a:srgbClr val="1A3A2A"/>
          </a:solidFill>
          <a:ln w="12700">
            <a:solidFill>
              <a:srgbClr val="1A3A2A"/>
            </a:solidFill>
            <a:prstDash val="solid"/>
          </a:ln>
        </p:spPr>
      </p:sp>
      <p:sp>
        <p:nvSpPr>
          <p:cNvPr id="159" name="Shape 157"/>
          <p:cNvSpPr/>
          <p:nvPr/>
        </p:nvSpPr>
        <p:spPr>
          <a:xfrm>
            <a:off x="10396728" y="3520440"/>
            <a:ext cx="457200" cy="9144"/>
          </a:xfrm>
          <a:prstGeom prst="rect">
            <a:avLst/>
          </a:prstGeom>
          <a:solidFill>
            <a:srgbClr val="1A3A2A"/>
          </a:solidFill>
          <a:ln w="12700">
            <a:solidFill>
              <a:srgbClr val="1A3A2A"/>
            </a:solidFill>
            <a:prstDash val="solid"/>
          </a:ln>
        </p:spPr>
      </p:sp>
      <p:sp>
        <p:nvSpPr>
          <p:cNvPr id="160" name="Shape 158"/>
          <p:cNvSpPr/>
          <p:nvPr/>
        </p:nvSpPr>
        <p:spPr>
          <a:xfrm>
            <a:off x="10991088" y="3520440"/>
            <a:ext cx="457200" cy="9144"/>
          </a:xfrm>
          <a:prstGeom prst="rect">
            <a:avLst/>
          </a:prstGeom>
          <a:solidFill>
            <a:srgbClr val="1A3A2A"/>
          </a:solidFill>
          <a:ln w="12700">
            <a:solidFill>
              <a:srgbClr val="1A3A2A"/>
            </a:solidFill>
            <a:prstDash val="solid"/>
          </a:ln>
        </p:spPr>
      </p:sp>
      <p:sp>
        <p:nvSpPr>
          <p:cNvPr id="161" name="Shape 159"/>
          <p:cNvSpPr/>
          <p:nvPr/>
        </p:nvSpPr>
        <p:spPr>
          <a:xfrm>
            <a:off x="11585448" y="3520440"/>
            <a:ext cx="457200" cy="9144"/>
          </a:xfrm>
          <a:prstGeom prst="rect">
            <a:avLst/>
          </a:prstGeom>
          <a:solidFill>
            <a:srgbClr val="1A3A2A"/>
          </a:solidFill>
          <a:ln w="12700">
            <a:solidFill>
              <a:srgbClr val="1A3A2A"/>
            </a:solidFill>
            <a:prstDash val="solid"/>
          </a:ln>
        </p:spPr>
      </p:sp>
      <p:sp>
        <p:nvSpPr>
          <p:cNvPr id="162" name="Shape 160"/>
          <p:cNvSpPr/>
          <p:nvPr/>
        </p:nvSpPr>
        <p:spPr>
          <a:xfrm>
            <a:off x="0" y="0"/>
            <a:ext cx="12188952" cy="18288"/>
          </a:xfrm>
          <a:prstGeom prst="rect">
            <a:avLst/>
          </a:prstGeom>
          <a:solidFill>
            <a:srgbClr val="FF6B35"/>
          </a:solidFill>
          <a:ln/>
        </p:spPr>
      </p:sp>
      <p:sp>
        <p:nvSpPr>
          <p:cNvPr id="163" name="Shape 161"/>
          <p:cNvSpPr/>
          <p:nvPr/>
        </p:nvSpPr>
        <p:spPr>
          <a:xfrm>
            <a:off x="0" y="6839712"/>
            <a:ext cx="12188952" cy="18288"/>
          </a:xfrm>
          <a:prstGeom prst="rect">
            <a:avLst/>
          </a:prstGeom>
          <a:solidFill>
            <a:srgbClr val="FF6B35"/>
          </a:solidFill>
          <a:ln/>
        </p:spPr>
      </p:sp>
      <p:sp>
        <p:nvSpPr>
          <p:cNvPr id="164" name="Shape 162"/>
          <p:cNvSpPr/>
          <p:nvPr/>
        </p:nvSpPr>
        <p:spPr>
          <a:xfrm>
            <a:off x="0" y="0"/>
            <a:ext cx="73152" cy="6858000"/>
          </a:xfrm>
          <a:prstGeom prst="rect">
            <a:avLst/>
          </a:prstGeom>
          <a:solidFill>
            <a:srgbClr val="FF6B35"/>
          </a:solidFill>
          <a:ln/>
          <a:effectLst>
            <a:outerShdw sx="100000" sy="100000" kx="0" ky="0" algn="bl" rotWithShape="0" blurRad="254000" dist="50800" dir="16200000">
              <a:srgbClr val="FF6B35">
                <a:alpha val="50000"/>
              </a:srgbClr>
            </a:outerShdw>
          </a:effectLst>
        </p:spPr>
      </p:sp>
      <p:sp>
        <p:nvSpPr>
          <p:cNvPr id="165" name="Text 163"/>
          <p:cNvSpPr/>
          <p:nvPr/>
        </p:nvSpPr>
        <p:spPr>
          <a:xfrm>
            <a:off x="274320" y="91440"/>
            <a:ext cx="8229600" cy="594360"/>
          </a:xfrm>
          <a:prstGeom prst="rect">
            <a:avLst/>
          </a:prstGeom>
          <a:noFill/>
          <a:ln/>
          <a:effectLst>
            <a:outerShdw sx="100000" sy="100000" kx="0" ky="0" algn="bl" rotWithShape="0" blurRad="254000" dist="50800" dir="16200000">
              <a:srgbClr val="FF6B35">
                <a:alpha val="50000"/>
              </a:srgbClr>
            </a:outerShdw>
          </a:effectLst>
        </p:spPr>
        <p:txBody>
          <a:bodyPr wrap="square" rtlCol="0" anchor="ctr"/>
          <a:lstStyle/>
          <a:p>
            <a:pPr indent="0" marL="0">
              <a:buNone/>
            </a:pPr>
            <a:r>
              <a:rPr lang="en-US" sz="3200" b="1" dirty="0">
                <a:solidFill>
                  <a:srgbClr val="FF6B35"/>
                </a:solidFill>
                <a:latin typeface="Trebuchet MS" pitchFamily="34" charset="0"/>
                <a:ea typeface="Trebuchet MS" pitchFamily="34" charset="-122"/>
                <a:cs typeface="Trebuchet MS" pitchFamily="34" charset="-120"/>
              </a:rPr>
              <a:t>// MARKET OPPORTUNITY</a:t>
            </a:r>
            <a:endParaRPr lang="en-US" sz="3200" dirty="0"/>
          </a:p>
        </p:txBody>
      </p:sp>
      <p:sp>
        <p:nvSpPr>
          <p:cNvPr id="166" name="Shape 164"/>
          <p:cNvSpPr/>
          <p:nvPr/>
        </p:nvSpPr>
        <p:spPr>
          <a:xfrm>
            <a:off x="274320" y="749808"/>
            <a:ext cx="11430000" cy="27432"/>
          </a:xfrm>
          <a:prstGeom prst="rect">
            <a:avLst/>
          </a:prstGeom>
          <a:solidFill>
            <a:srgbClr val="FF6B35"/>
          </a:solidFill>
          <a:ln/>
          <a:effectLst>
            <a:outerShdw sx="100000" sy="100000" kx="0" ky="0" algn="bl" rotWithShape="0" blurRad="254000" dist="50800" dir="16200000">
              <a:srgbClr val="FF6B35">
                <a:alpha val="50000"/>
              </a:srgbClr>
            </a:outerShdw>
          </a:effectLst>
        </p:spPr>
      </p:sp>
      <p:graphicFrame>
        <p:nvGraphicFramePr>
          <p:cNvPr id="167" name="Chart 0" descr=""/>
          <p:cNvGraphicFramePr/>
          <p:nvPr/>
        </p:nvGraphicFramePr>
        <p:xfrm>
          <a:off x="274320" y="868680"/>
          <a:ext cx="566928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68" name="Chart 1" descr=""/>
          <p:cNvGraphicFramePr/>
          <p:nvPr/>
        </p:nvGraphicFramePr>
        <p:xfrm>
          <a:off x="6217920" y="868680"/>
          <a:ext cx="5669280" cy="3291840"/>
        </p:xfrm>
        <a:graphic xmlns:a="http://schemas.openxmlformats.org/drawingml/2006/main">
          <a:graphicData uri="http://schemas.openxmlformats.org/drawingml/2006/chart">
            <c:chart xmlns:c="http://schemas.openxmlformats.org/drawingml/2006/chart" r:id="rId2"/>
          </a:graphicData>
        </a:graphic>
      </p:graphicFrame>
      <p:sp>
        <p:nvSpPr>
          <p:cNvPr id="169" name="Shape 165"/>
          <p:cNvSpPr/>
          <p:nvPr/>
        </p:nvSpPr>
        <p:spPr>
          <a:xfrm>
            <a:off x="274320" y="4343400"/>
            <a:ext cx="2743200" cy="1600200"/>
          </a:xfrm>
          <a:prstGeom prst="rect">
            <a:avLst/>
          </a:prstGeom>
          <a:solidFill>
            <a:srgbClr val="100018"/>
          </a:solidFill>
          <a:ln w="19050">
            <a:solidFill>
              <a:srgbClr val="B44FFF"/>
            </a:solidFill>
            <a:prstDash val="solid"/>
          </a:ln>
          <a:effectLst>
            <a:outerShdw sx="100000" sy="100000" kx="0" ky="0" algn="bl" rotWithShape="0" blurRad="254000" dist="50800" dir="16200000">
              <a:srgbClr val="B44FFF">
                <a:alpha val="50000"/>
              </a:srgbClr>
            </a:outerShdw>
          </a:effectLst>
        </p:spPr>
      </p:sp>
      <p:sp>
        <p:nvSpPr>
          <p:cNvPr id="170" name="Shape 166"/>
          <p:cNvSpPr/>
          <p:nvPr/>
        </p:nvSpPr>
        <p:spPr>
          <a:xfrm>
            <a:off x="274320" y="4343400"/>
            <a:ext cx="2743200" cy="73152"/>
          </a:xfrm>
          <a:prstGeom prst="rect">
            <a:avLst/>
          </a:prstGeom>
          <a:solidFill>
            <a:srgbClr val="B44FFF"/>
          </a:solidFill>
          <a:ln/>
        </p:spPr>
      </p:sp>
      <p:sp>
        <p:nvSpPr>
          <p:cNvPr id="171" name="Text 167"/>
          <p:cNvSpPr/>
          <p:nvPr/>
        </p:nvSpPr>
        <p:spPr>
          <a:xfrm>
            <a:off x="274320" y="4462272"/>
            <a:ext cx="2743200" cy="384048"/>
          </a:xfrm>
          <a:prstGeom prst="rect">
            <a:avLst/>
          </a:prstGeom>
          <a:noFill/>
          <a:ln/>
          <a:effectLst>
            <a:outerShdw sx="100000" sy="100000" kx="0" ky="0" algn="bl" rotWithShape="0" blurRad="254000" dist="50800" dir="16200000">
              <a:srgbClr val="B44FFF">
                <a:alpha val="50000"/>
              </a:srgbClr>
            </a:outerShdw>
          </a:effectLst>
        </p:spPr>
        <p:txBody>
          <a:bodyPr wrap="square" rtlCol="0" anchor="ctr"/>
          <a:lstStyle/>
          <a:p>
            <a:pPr algn="ctr" indent="0" marL="0">
              <a:buNone/>
            </a:pPr>
            <a:r>
              <a:rPr lang="en-US" sz="1800" b="1" dirty="0">
                <a:solidFill>
                  <a:srgbClr val="B44FFF"/>
                </a:solidFill>
                <a:latin typeface="Trebuchet MS" pitchFamily="34" charset="0"/>
                <a:ea typeface="Trebuchet MS" pitchFamily="34" charset="-122"/>
                <a:cs typeface="Trebuchet MS" pitchFamily="34" charset="-120"/>
              </a:rPr>
              <a:t>TAM</a:t>
            </a:r>
            <a:endParaRPr lang="en-US" sz="1800" dirty="0"/>
          </a:p>
        </p:txBody>
      </p:sp>
      <p:sp>
        <p:nvSpPr>
          <p:cNvPr id="172" name="Text 168"/>
          <p:cNvSpPr/>
          <p:nvPr/>
        </p:nvSpPr>
        <p:spPr>
          <a:xfrm>
            <a:off x="274320" y="4846320"/>
            <a:ext cx="2743200" cy="41148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₹12,000 Cr</a:t>
            </a:r>
            <a:endParaRPr lang="en-US" sz="1500" dirty="0"/>
          </a:p>
        </p:txBody>
      </p:sp>
      <p:sp>
        <p:nvSpPr>
          <p:cNvPr id="173" name="Text 169"/>
          <p:cNvSpPr/>
          <p:nvPr/>
        </p:nvSpPr>
        <p:spPr>
          <a:xfrm>
            <a:off x="365760" y="5257800"/>
            <a:ext cx="2560320" cy="566928"/>
          </a:xfrm>
          <a:prstGeom prst="rect">
            <a:avLst/>
          </a:prstGeom>
          <a:noFill/>
          <a:ln/>
        </p:spPr>
        <p:txBody>
          <a:bodyPr wrap="square" rtlCol="0" anchor="ctr"/>
          <a:lstStyle/>
          <a:p>
            <a:pPr algn="ctr" indent="0" marL="0">
              <a:buNone/>
            </a:pPr>
            <a:r>
              <a:rPr lang="en-US" sz="850" dirty="0">
                <a:solidFill>
                  <a:srgbClr val="4A8A6A"/>
                </a:solidFill>
                <a:latin typeface="Calibri" pitchFamily="34" charset="0"/>
                <a:ea typeface="Calibri" pitchFamily="34" charset="-122"/>
                <a:cs typeface="Calibri" pitchFamily="34" charset="-120"/>
              </a:rPr>
              <a:t>Indian AgriTech Total Market</a:t>
            </a:r>
            <a:endParaRPr lang="en-US" sz="850" dirty="0"/>
          </a:p>
        </p:txBody>
      </p:sp>
      <p:sp>
        <p:nvSpPr>
          <p:cNvPr id="174" name="Shape 170"/>
          <p:cNvSpPr/>
          <p:nvPr/>
        </p:nvSpPr>
        <p:spPr>
          <a:xfrm>
            <a:off x="3200400" y="4343400"/>
            <a:ext cx="2743200" cy="1600200"/>
          </a:xfrm>
          <a:prstGeom prst="rect">
            <a:avLst/>
          </a:prstGeom>
          <a:solidFill>
            <a:srgbClr val="080F1A"/>
          </a:solidFill>
          <a:ln w="19050">
            <a:solidFill>
              <a:srgbClr val="00D4FF"/>
            </a:solidFill>
            <a:prstDash val="solid"/>
          </a:ln>
          <a:effectLst>
            <a:outerShdw sx="100000" sy="100000" kx="0" ky="0" algn="bl" rotWithShape="0" blurRad="254000" dist="50800" dir="16200000">
              <a:srgbClr val="00D4FF">
                <a:alpha val="50000"/>
              </a:srgbClr>
            </a:outerShdw>
          </a:effectLst>
        </p:spPr>
      </p:sp>
      <p:sp>
        <p:nvSpPr>
          <p:cNvPr id="175" name="Shape 171"/>
          <p:cNvSpPr/>
          <p:nvPr/>
        </p:nvSpPr>
        <p:spPr>
          <a:xfrm>
            <a:off x="3200400" y="4343400"/>
            <a:ext cx="2743200" cy="73152"/>
          </a:xfrm>
          <a:prstGeom prst="rect">
            <a:avLst/>
          </a:prstGeom>
          <a:solidFill>
            <a:srgbClr val="00D4FF"/>
          </a:solidFill>
          <a:ln/>
        </p:spPr>
      </p:sp>
      <p:sp>
        <p:nvSpPr>
          <p:cNvPr id="176" name="Text 172"/>
          <p:cNvSpPr/>
          <p:nvPr/>
        </p:nvSpPr>
        <p:spPr>
          <a:xfrm>
            <a:off x="3200400" y="4462272"/>
            <a:ext cx="2743200" cy="384048"/>
          </a:xfrm>
          <a:prstGeom prst="rect">
            <a:avLst/>
          </a:prstGeom>
          <a:noFill/>
          <a:ln/>
          <a:effectLst>
            <a:outerShdw sx="100000" sy="100000" kx="0" ky="0" algn="bl" rotWithShape="0" blurRad="254000" dist="50800" dir="16200000">
              <a:srgbClr val="00D4FF">
                <a:alpha val="50000"/>
              </a:srgbClr>
            </a:outerShdw>
          </a:effectLst>
        </p:spPr>
        <p:txBody>
          <a:bodyPr wrap="square" rtlCol="0" anchor="ctr"/>
          <a:lstStyle/>
          <a:p>
            <a:pPr algn="ctr" indent="0" marL="0">
              <a:buNone/>
            </a:pPr>
            <a:r>
              <a:rPr lang="en-US" sz="1800" b="1" dirty="0">
                <a:solidFill>
                  <a:srgbClr val="00D4FF"/>
                </a:solidFill>
                <a:latin typeface="Trebuchet MS" pitchFamily="34" charset="0"/>
                <a:ea typeface="Trebuchet MS" pitchFamily="34" charset="-122"/>
                <a:cs typeface="Trebuchet MS" pitchFamily="34" charset="-120"/>
              </a:rPr>
              <a:t>SAM</a:t>
            </a:r>
            <a:endParaRPr lang="en-US" sz="1800" dirty="0"/>
          </a:p>
        </p:txBody>
      </p:sp>
      <p:sp>
        <p:nvSpPr>
          <p:cNvPr id="177" name="Text 173"/>
          <p:cNvSpPr/>
          <p:nvPr/>
        </p:nvSpPr>
        <p:spPr>
          <a:xfrm>
            <a:off x="3200400" y="4846320"/>
            <a:ext cx="2743200" cy="41148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₹1,800 Cr</a:t>
            </a:r>
            <a:endParaRPr lang="en-US" sz="1500" dirty="0"/>
          </a:p>
        </p:txBody>
      </p:sp>
      <p:sp>
        <p:nvSpPr>
          <p:cNvPr id="178" name="Text 174"/>
          <p:cNvSpPr/>
          <p:nvPr/>
        </p:nvSpPr>
        <p:spPr>
          <a:xfrm>
            <a:off x="3291840" y="5257800"/>
            <a:ext cx="2560320" cy="566928"/>
          </a:xfrm>
          <a:prstGeom prst="rect">
            <a:avLst/>
          </a:prstGeom>
          <a:noFill/>
          <a:ln/>
        </p:spPr>
        <p:txBody>
          <a:bodyPr wrap="square" rtlCol="0" anchor="ctr"/>
          <a:lstStyle/>
          <a:p>
            <a:pPr algn="ctr" indent="0" marL="0">
              <a:buNone/>
            </a:pPr>
            <a:r>
              <a:rPr lang="en-US" sz="850" dirty="0">
                <a:solidFill>
                  <a:srgbClr val="4A8A6A"/>
                </a:solidFill>
                <a:latin typeface="Calibri" pitchFamily="34" charset="0"/>
                <a:ea typeface="Calibri" pitchFamily="34" charset="-122"/>
                <a:cs typeface="Calibri" pitchFamily="34" charset="-120"/>
              </a:rPr>
              <a:t>TN Digital Farmer Segment</a:t>
            </a:r>
            <a:endParaRPr lang="en-US" sz="850" dirty="0"/>
          </a:p>
        </p:txBody>
      </p:sp>
      <p:sp>
        <p:nvSpPr>
          <p:cNvPr id="179" name="Shape 175"/>
          <p:cNvSpPr/>
          <p:nvPr/>
        </p:nvSpPr>
        <p:spPr>
          <a:xfrm>
            <a:off x="6126480" y="4343400"/>
            <a:ext cx="2743200" cy="1600200"/>
          </a:xfrm>
          <a:prstGeom prst="rect">
            <a:avLst/>
          </a:prstGeom>
          <a:solidFill>
            <a:srgbClr val="081A0F"/>
          </a:solidFill>
          <a:ln w="19050">
            <a:solidFill>
              <a:srgbClr val="00FF88"/>
            </a:solidFill>
            <a:prstDash val="solid"/>
          </a:ln>
          <a:effectLst>
            <a:outerShdw sx="100000" sy="100000" kx="0" ky="0" algn="bl" rotWithShape="0" blurRad="254000" dist="50800" dir="16200000">
              <a:srgbClr val="00FF88">
                <a:alpha val="50000"/>
              </a:srgbClr>
            </a:outerShdw>
          </a:effectLst>
        </p:spPr>
      </p:sp>
      <p:sp>
        <p:nvSpPr>
          <p:cNvPr id="180" name="Shape 176"/>
          <p:cNvSpPr/>
          <p:nvPr/>
        </p:nvSpPr>
        <p:spPr>
          <a:xfrm>
            <a:off x="6126480" y="4343400"/>
            <a:ext cx="2743200" cy="73152"/>
          </a:xfrm>
          <a:prstGeom prst="rect">
            <a:avLst/>
          </a:prstGeom>
          <a:solidFill>
            <a:srgbClr val="00FF88"/>
          </a:solidFill>
          <a:ln/>
        </p:spPr>
      </p:sp>
      <p:sp>
        <p:nvSpPr>
          <p:cNvPr id="181" name="Text 177"/>
          <p:cNvSpPr/>
          <p:nvPr/>
        </p:nvSpPr>
        <p:spPr>
          <a:xfrm>
            <a:off x="6126480" y="4462272"/>
            <a:ext cx="2743200" cy="384048"/>
          </a:xfrm>
          <a:prstGeom prst="rect">
            <a:avLst/>
          </a:prstGeom>
          <a:noFill/>
          <a:ln/>
          <a:effectLst>
            <a:outerShdw sx="100000" sy="100000" kx="0" ky="0" algn="bl" rotWithShape="0" blurRad="254000" dist="50800" dir="16200000">
              <a:srgbClr val="00FF88">
                <a:alpha val="50000"/>
              </a:srgbClr>
            </a:outerShdw>
          </a:effectLst>
        </p:spPr>
        <p:txBody>
          <a:bodyPr wrap="square" rtlCol="0" anchor="ctr"/>
          <a:lstStyle/>
          <a:p>
            <a:pPr algn="ctr" indent="0" marL="0">
              <a:buNone/>
            </a:pPr>
            <a:r>
              <a:rPr lang="en-US" sz="1800" b="1" dirty="0">
                <a:solidFill>
                  <a:srgbClr val="00FF88"/>
                </a:solidFill>
                <a:latin typeface="Trebuchet MS" pitchFamily="34" charset="0"/>
                <a:ea typeface="Trebuchet MS" pitchFamily="34" charset="-122"/>
                <a:cs typeface="Trebuchet MS" pitchFamily="34" charset="-120"/>
              </a:rPr>
              <a:t>SOM</a:t>
            </a:r>
            <a:endParaRPr lang="en-US" sz="1800" dirty="0"/>
          </a:p>
        </p:txBody>
      </p:sp>
      <p:sp>
        <p:nvSpPr>
          <p:cNvPr id="182" name="Text 178"/>
          <p:cNvSpPr/>
          <p:nvPr/>
        </p:nvSpPr>
        <p:spPr>
          <a:xfrm>
            <a:off x="6126480" y="4846320"/>
            <a:ext cx="2743200" cy="41148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₹8 Cr Y3</a:t>
            </a:r>
            <a:endParaRPr lang="en-US" sz="1500" dirty="0"/>
          </a:p>
        </p:txBody>
      </p:sp>
      <p:sp>
        <p:nvSpPr>
          <p:cNvPr id="183" name="Text 179"/>
          <p:cNvSpPr/>
          <p:nvPr/>
        </p:nvSpPr>
        <p:spPr>
          <a:xfrm>
            <a:off x="6217920" y="5257800"/>
            <a:ext cx="2560320" cy="566928"/>
          </a:xfrm>
          <a:prstGeom prst="rect">
            <a:avLst/>
          </a:prstGeom>
          <a:noFill/>
          <a:ln/>
        </p:spPr>
        <p:txBody>
          <a:bodyPr wrap="square" rtlCol="0" anchor="ctr"/>
          <a:lstStyle/>
          <a:p>
            <a:pPr algn="ctr" indent="0" marL="0">
              <a:buNone/>
            </a:pPr>
            <a:r>
              <a:rPr lang="en-US" sz="850" dirty="0">
                <a:solidFill>
                  <a:srgbClr val="4A8A6A"/>
                </a:solidFill>
                <a:latin typeface="Calibri" pitchFamily="34" charset="0"/>
                <a:ea typeface="Calibri" pitchFamily="34" charset="-122"/>
                <a:cs typeface="Calibri" pitchFamily="34" charset="-120"/>
              </a:rPr>
              <a:t>Our Reachable by 2028</a:t>
            </a:r>
            <a:endParaRPr lang="en-US" sz="850" dirty="0"/>
          </a:p>
        </p:txBody>
      </p:sp>
      <p:sp>
        <p:nvSpPr>
          <p:cNvPr id="184" name="Shape 180"/>
          <p:cNvSpPr/>
          <p:nvPr/>
        </p:nvSpPr>
        <p:spPr>
          <a:xfrm>
            <a:off x="9052560" y="4343400"/>
            <a:ext cx="2743200" cy="1600200"/>
          </a:xfrm>
          <a:prstGeom prst="rect">
            <a:avLst/>
          </a:prstGeom>
          <a:solidFill>
            <a:srgbClr val="1A1200"/>
          </a:solidFill>
          <a:ln w="19050">
            <a:solidFill>
              <a:srgbClr val="FFD700"/>
            </a:solidFill>
            <a:prstDash val="solid"/>
          </a:ln>
          <a:effectLst>
            <a:outerShdw sx="100000" sy="100000" kx="0" ky="0" algn="bl" rotWithShape="0" blurRad="254000" dist="50800" dir="16200000">
              <a:srgbClr val="FFD700">
                <a:alpha val="50000"/>
              </a:srgbClr>
            </a:outerShdw>
          </a:effectLst>
        </p:spPr>
      </p:sp>
      <p:sp>
        <p:nvSpPr>
          <p:cNvPr id="185" name="Shape 181"/>
          <p:cNvSpPr/>
          <p:nvPr/>
        </p:nvSpPr>
        <p:spPr>
          <a:xfrm>
            <a:off x="9052560" y="4343400"/>
            <a:ext cx="2743200" cy="73152"/>
          </a:xfrm>
          <a:prstGeom prst="rect">
            <a:avLst/>
          </a:prstGeom>
          <a:solidFill>
            <a:srgbClr val="FFD700"/>
          </a:solidFill>
          <a:ln/>
        </p:spPr>
      </p:sp>
      <p:sp>
        <p:nvSpPr>
          <p:cNvPr id="186" name="Text 182"/>
          <p:cNvSpPr/>
          <p:nvPr/>
        </p:nvSpPr>
        <p:spPr>
          <a:xfrm>
            <a:off x="9052560" y="4462272"/>
            <a:ext cx="2743200" cy="384048"/>
          </a:xfrm>
          <a:prstGeom prst="rect">
            <a:avLst/>
          </a:prstGeom>
          <a:noFill/>
          <a:ln/>
          <a:effectLst>
            <a:outerShdw sx="100000" sy="100000" kx="0" ky="0" algn="bl" rotWithShape="0" blurRad="254000" dist="50800" dir="16200000">
              <a:srgbClr val="FFD700">
                <a:alpha val="50000"/>
              </a:srgbClr>
            </a:outerShdw>
          </a:effectLst>
        </p:spPr>
        <p:txBody>
          <a:bodyPr wrap="square" rtlCol="0" anchor="ctr"/>
          <a:lstStyle/>
          <a:p>
            <a:pPr algn="ctr" indent="0" marL="0">
              <a:buNone/>
            </a:pPr>
            <a:r>
              <a:rPr lang="en-US" sz="1800" b="1" dirty="0">
                <a:solidFill>
                  <a:srgbClr val="FFD700"/>
                </a:solidFill>
                <a:latin typeface="Trebuchet MS" pitchFamily="34" charset="0"/>
                <a:ea typeface="Trebuchet MS" pitchFamily="34" charset="-122"/>
                <a:cs typeface="Trebuchet MS" pitchFamily="34" charset="-120"/>
              </a:rPr>
              <a:t>GROWTH</a:t>
            </a:r>
            <a:endParaRPr lang="en-US" sz="1800" dirty="0"/>
          </a:p>
        </p:txBody>
      </p:sp>
      <p:sp>
        <p:nvSpPr>
          <p:cNvPr id="187" name="Text 183"/>
          <p:cNvSpPr/>
          <p:nvPr/>
        </p:nvSpPr>
        <p:spPr>
          <a:xfrm>
            <a:off x="9052560" y="4846320"/>
            <a:ext cx="2743200" cy="41148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10x Y1→Y3</a:t>
            </a:r>
            <a:endParaRPr lang="en-US" sz="1500" dirty="0"/>
          </a:p>
        </p:txBody>
      </p:sp>
      <p:sp>
        <p:nvSpPr>
          <p:cNvPr id="188" name="Text 184"/>
          <p:cNvSpPr/>
          <p:nvPr/>
        </p:nvSpPr>
        <p:spPr>
          <a:xfrm>
            <a:off x="9144000" y="5257800"/>
            <a:ext cx="2560320" cy="566928"/>
          </a:xfrm>
          <a:prstGeom prst="rect">
            <a:avLst/>
          </a:prstGeom>
          <a:noFill/>
          <a:ln/>
        </p:spPr>
        <p:txBody>
          <a:bodyPr wrap="square" rtlCol="0" anchor="ctr"/>
          <a:lstStyle/>
          <a:p>
            <a:pPr algn="ctr" indent="0" marL="0">
              <a:buNone/>
            </a:pPr>
            <a:r>
              <a:rPr lang="en-US" sz="850" dirty="0">
                <a:solidFill>
                  <a:srgbClr val="4A8A6A"/>
                </a:solidFill>
                <a:latin typeface="Calibri" pitchFamily="34" charset="0"/>
                <a:ea typeface="Calibri" pitchFamily="34" charset="-122"/>
                <a:cs typeface="Calibri" pitchFamily="34" charset="-120"/>
              </a:rPr>
              <a:t>Revenue Trajectory</a:t>
            </a:r>
            <a:endParaRPr lang="en-US" sz="850" dirty="0"/>
          </a:p>
        </p:txBody>
      </p:sp>
      <p:sp>
        <p:nvSpPr>
          <p:cNvPr id="189" name="Shape 185"/>
          <p:cNvSpPr/>
          <p:nvPr/>
        </p:nvSpPr>
        <p:spPr>
          <a:xfrm>
            <a:off x="0" y="5989320"/>
            <a:ext cx="12188952" cy="27432"/>
          </a:xfrm>
          <a:prstGeom prst="rect">
            <a:avLst/>
          </a:prstGeom>
          <a:solidFill>
            <a:srgbClr val="FF6B35"/>
          </a:solidFill>
          <a:ln/>
          <a:effectLst>
            <a:outerShdw sx="100000" sy="100000" kx="0" ky="0" algn="bl" rotWithShape="0" blurRad="254000" dist="50800" dir="16200000">
              <a:srgbClr val="FF6B35">
                <a:alpha val="50000"/>
              </a:srgbClr>
            </a:outerShdw>
          </a:effectLst>
        </p:spPr>
      </p:sp>
      <p:sp>
        <p:nvSpPr>
          <p:cNvPr id="190" name="Text 186"/>
          <p:cNvSpPr/>
          <p:nvPr/>
        </p:nvSpPr>
        <p:spPr>
          <a:xfrm>
            <a:off x="0" y="6035040"/>
            <a:ext cx="12188952" cy="804672"/>
          </a:xfrm>
          <a:prstGeom prst="rect">
            <a:avLst/>
          </a:prstGeom>
          <a:noFill/>
          <a:ln/>
        </p:spPr>
        <p:txBody>
          <a:bodyPr wrap="square" rtlCol="0" anchor="ctr"/>
          <a:lstStyle/>
          <a:p>
            <a:pPr algn="ctr" indent="0" marL="0">
              <a:buNone/>
            </a:pPr>
            <a:r>
              <a:rPr lang="en-US" sz="1100" b="1" dirty="0">
                <a:solidFill>
                  <a:srgbClr val="FF6B35"/>
                </a:solidFill>
                <a:latin typeface="Calibri" pitchFamily="34" charset="0"/>
                <a:ea typeface="Calibri" pitchFamily="34" charset="-122"/>
                <a:cs typeface="Calibri" pitchFamily="34" charset="-120"/>
              </a:rPr>
              <a:t>INDIA AGRITECH MARKET: $24B by 2030  |  TN ALONE: 8.2M farmers  |  DIGITAL PENETRATION: &lt;10% — MASSIVE GREENFIELD OPPORTUNITY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D0A"/>
        </a:solidFill>
      </p:bgPr>
    </p:bg>
    <p:spTree>
      <p:nvGrpSpPr>
        <p:cNvPr id="1" name=""/>
        <p:cNvGrpSpPr/>
        <p:nvPr/>
      </p:nvGrpSpPr>
      <p:grpSpPr>
        <a:xfrm>
          <a:off x="0" y="0"/>
          <a:ext cx="0" cy="0"/>
          <a:chOff x="0" y="0"/>
          <a:chExt cx="0" cy="0"/>
        </a:xfrm>
      </p:grpSpPr>
      <p:sp>
        <p:nvSpPr>
          <p:cNvPr id="2" name="Shape 0"/>
          <p:cNvSpPr/>
          <p:nvPr/>
        </p:nvSpPr>
        <p:spPr>
          <a:xfrm>
            <a:off x="0" y="0"/>
            <a:ext cx="457200" cy="9144"/>
          </a:xfrm>
          <a:prstGeom prst="rect">
            <a:avLst/>
          </a:prstGeom>
          <a:solidFill>
            <a:srgbClr val="1A3A2A"/>
          </a:solidFill>
          <a:ln w="12700">
            <a:solidFill>
              <a:srgbClr val="1A3A2A"/>
            </a:solidFill>
            <a:prstDash val="solid"/>
          </a:ln>
        </p:spPr>
      </p:sp>
      <p:sp>
        <p:nvSpPr>
          <p:cNvPr id="3" name="Shape 1"/>
          <p:cNvSpPr/>
          <p:nvPr/>
        </p:nvSpPr>
        <p:spPr>
          <a:xfrm>
            <a:off x="594360" y="0"/>
            <a:ext cx="457200" cy="9144"/>
          </a:xfrm>
          <a:prstGeom prst="rect">
            <a:avLst/>
          </a:prstGeom>
          <a:solidFill>
            <a:srgbClr val="1A3A2A"/>
          </a:solidFill>
          <a:ln w="12700">
            <a:solidFill>
              <a:srgbClr val="1A3A2A"/>
            </a:solidFill>
            <a:prstDash val="solid"/>
          </a:ln>
        </p:spPr>
      </p:sp>
      <p:sp>
        <p:nvSpPr>
          <p:cNvPr id="4" name="Shape 2"/>
          <p:cNvSpPr/>
          <p:nvPr/>
        </p:nvSpPr>
        <p:spPr>
          <a:xfrm>
            <a:off x="1188720" y="0"/>
            <a:ext cx="457200" cy="9144"/>
          </a:xfrm>
          <a:prstGeom prst="rect">
            <a:avLst/>
          </a:prstGeom>
          <a:solidFill>
            <a:srgbClr val="1A3A2A"/>
          </a:solidFill>
          <a:ln w="12700">
            <a:solidFill>
              <a:srgbClr val="1A3A2A"/>
            </a:solidFill>
            <a:prstDash val="solid"/>
          </a:ln>
        </p:spPr>
      </p:sp>
      <p:sp>
        <p:nvSpPr>
          <p:cNvPr id="5" name="Shape 3"/>
          <p:cNvSpPr/>
          <p:nvPr/>
        </p:nvSpPr>
        <p:spPr>
          <a:xfrm>
            <a:off x="1783080" y="0"/>
            <a:ext cx="457200" cy="9144"/>
          </a:xfrm>
          <a:prstGeom prst="rect">
            <a:avLst/>
          </a:prstGeom>
          <a:solidFill>
            <a:srgbClr val="1A3A2A"/>
          </a:solidFill>
          <a:ln w="12700">
            <a:solidFill>
              <a:srgbClr val="1A3A2A"/>
            </a:solidFill>
            <a:prstDash val="solid"/>
          </a:ln>
        </p:spPr>
      </p:sp>
      <p:sp>
        <p:nvSpPr>
          <p:cNvPr id="6" name="Shape 4"/>
          <p:cNvSpPr/>
          <p:nvPr/>
        </p:nvSpPr>
        <p:spPr>
          <a:xfrm>
            <a:off x="2377440" y="0"/>
            <a:ext cx="457200" cy="9144"/>
          </a:xfrm>
          <a:prstGeom prst="rect">
            <a:avLst/>
          </a:prstGeom>
          <a:solidFill>
            <a:srgbClr val="1A3A2A"/>
          </a:solidFill>
          <a:ln w="12700">
            <a:solidFill>
              <a:srgbClr val="1A3A2A"/>
            </a:solidFill>
            <a:prstDash val="solid"/>
          </a:ln>
        </p:spPr>
      </p:sp>
      <p:sp>
        <p:nvSpPr>
          <p:cNvPr id="7" name="Shape 5"/>
          <p:cNvSpPr/>
          <p:nvPr/>
        </p:nvSpPr>
        <p:spPr>
          <a:xfrm>
            <a:off x="2971800" y="0"/>
            <a:ext cx="457200" cy="9144"/>
          </a:xfrm>
          <a:prstGeom prst="rect">
            <a:avLst/>
          </a:prstGeom>
          <a:solidFill>
            <a:srgbClr val="1A3A2A"/>
          </a:solidFill>
          <a:ln w="12700">
            <a:solidFill>
              <a:srgbClr val="1A3A2A"/>
            </a:solidFill>
            <a:prstDash val="solid"/>
          </a:ln>
        </p:spPr>
      </p:sp>
      <p:sp>
        <p:nvSpPr>
          <p:cNvPr id="8" name="Shape 6"/>
          <p:cNvSpPr/>
          <p:nvPr/>
        </p:nvSpPr>
        <p:spPr>
          <a:xfrm>
            <a:off x="3566160" y="0"/>
            <a:ext cx="457200" cy="9144"/>
          </a:xfrm>
          <a:prstGeom prst="rect">
            <a:avLst/>
          </a:prstGeom>
          <a:solidFill>
            <a:srgbClr val="1A3A2A"/>
          </a:solidFill>
          <a:ln w="12700">
            <a:solidFill>
              <a:srgbClr val="1A3A2A"/>
            </a:solidFill>
            <a:prstDash val="solid"/>
          </a:ln>
        </p:spPr>
      </p:sp>
      <p:sp>
        <p:nvSpPr>
          <p:cNvPr id="9" name="Shape 7"/>
          <p:cNvSpPr/>
          <p:nvPr/>
        </p:nvSpPr>
        <p:spPr>
          <a:xfrm>
            <a:off x="4160520" y="0"/>
            <a:ext cx="457200" cy="9144"/>
          </a:xfrm>
          <a:prstGeom prst="rect">
            <a:avLst/>
          </a:prstGeom>
          <a:solidFill>
            <a:srgbClr val="1A3A2A"/>
          </a:solidFill>
          <a:ln w="12700">
            <a:solidFill>
              <a:srgbClr val="1A3A2A"/>
            </a:solidFill>
            <a:prstDash val="solid"/>
          </a:ln>
        </p:spPr>
      </p:sp>
      <p:sp>
        <p:nvSpPr>
          <p:cNvPr id="10" name="Shape 8"/>
          <p:cNvSpPr/>
          <p:nvPr/>
        </p:nvSpPr>
        <p:spPr>
          <a:xfrm>
            <a:off x="4754880" y="0"/>
            <a:ext cx="457200" cy="9144"/>
          </a:xfrm>
          <a:prstGeom prst="rect">
            <a:avLst/>
          </a:prstGeom>
          <a:solidFill>
            <a:srgbClr val="1A3A2A"/>
          </a:solidFill>
          <a:ln w="12700">
            <a:solidFill>
              <a:srgbClr val="1A3A2A"/>
            </a:solidFill>
            <a:prstDash val="solid"/>
          </a:ln>
        </p:spPr>
      </p:sp>
      <p:sp>
        <p:nvSpPr>
          <p:cNvPr id="11" name="Shape 9"/>
          <p:cNvSpPr/>
          <p:nvPr/>
        </p:nvSpPr>
        <p:spPr>
          <a:xfrm>
            <a:off x="5349240" y="0"/>
            <a:ext cx="457200" cy="9144"/>
          </a:xfrm>
          <a:prstGeom prst="rect">
            <a:avLst/>
          </a:prstGeom>
          <a:solidFill>
            <a:srgbClr val="1A3A2A"/>
          </a:solidFill>
          <a:ln w="12700">
            <a:solidFill>
              <a:srgbClr val="1A3A2A"/>
            </a:solidFill>
            <a:prstDash val="solid"/>
          </a:ln>
        </p:spPr>
      </p:sp>
      <p:sp>
        <p:nvSpPr>
          <p:cNvPr id="12" name="Shape 10"/>
          <p:cNvSpPr/>
          <p:nvPr/>
        </p:nvSpPr>
        <p:spPr>
          <a:xfrm>
            <a:off x="5943600" y="0"/>
            <a:ext cx="457200" cy="9144"/>
          </a:xfrm>
          <a:prstGeom prst="rect">
            <a:avLst/>
          </a:prstGeom>
          <a:solidFill>
            <a:srgbClr val="1A3A2A"/>
          </a:solidFill>
          <a:ln w="12700">
            <a:solidFill>
              <a:srgbClr val="1A3A2A"/>
            </a:solidFill>
            <a:prstDash val="solid"/>
          </a:ln>
        </p:spPr>
      </p:sp>
      <p:sp>
        <p:nvSpPr>
          <p:cNvPr id="13" name="Shape 11"/>
          <p:cNvSpPr/>
          <p:nvPr/>
        </p:nvSpPr>
        <p:spPr>
          <a:xfrm>
            <a:off x="6537960" y="0"/>
            <a:ext cx="457200" cy="9144"/>
          </a:xfrm>
          <a:prstGeom prst="rect">
            <a:avLst/>
          </a:prstGeom>
          <a:solidFill>
            <a:srgbClr val="1A3A2A"/>
          </a:solidFill>
          <a:ln w="12700">
            <a:solidFill>
              <a:srgbClr val="1A3A2A"/>
            </a:solidFill>
            <a:prstDash val="solid"/>
          </a:ln>
        </p:spPr>
      </p:sp>
      <p:sp>
        <p:nvSpPr>
          <p:cNvPr id="14" name="Shape 12"/>
          <p:cNvSpPr/>
          <p:nvPr/>
        </p:nvSpPr>
        <p:spPr>
          <a:xfrm>
            <a:off x="7132320" y="0"/>
            <a:ext cx="457200" cy="9144"/>
          </a:xfrm>
          <a:prstGeom prst="rect">
            <a:avLst/>
          </a:prstGeom>
          <a:solidFill>
            <a:srgbClr val="1A3A2A"/>
          </a:solidFill>
          <a:ln w="12700">
            <a:solidFill>
              <a:srgbClr val="1A3A2A"/>
            </a:solidFill>
            <a:prstDash val="solid"/>
          </a:ln>
        </p:spPr>
      </p:sp>
      <p:sp>
        <p:nvSpPr>
          <p:cNvPr id="15" name="Shape 13"/>
          <p:cNvSpPr/>
          <p:nvPr/>
        </p:nvSpPr>
        <p:spPr>
          <a:xfrm>
            <a:off x="7726680" y="0"/>
            <a:ext cx="457200" cy="9144"/>
          </a:xfrm>
          <a:prstGeom prst="rect">
            <a:avLst/>
          </a:prstGeom>
          <a:solidFill>
            <a:srgbClr val="1A3A2A"/>
          </a:solidFill>
          <a:ln w="12700">
            <a:solidFill>
              <a:srgbClr val="1A3A2A"/>
            </a:solidFill>
            <a:prstDash val="solid"/>
          </a:ln>
        </p:spPr>
      </p:sp>
      <p:sp>
        <p:nvSpPr>
          <p:cNvPr id="16" name="Shape 14"/>
          <p:cNvSpPr/>
          <p:nvPr/>
        </p:nvSpPr>
        <p:spPr>
          <a:xfrm>
            <a:off x="8321040" y="0"/>
            <a:ext cx="457200" cy="9144"/>
          </a:xfrm>
          <a:prstGeom prst="rect">
            <a:avLst/>
          </a:prstGeom>
          <a:solidFill>
            <a:srgbClr val="1A3A2A"/>
          </a:solidFill>
          <a:ln w="12700">
            <a:solidFill>
              <a:srgbClr val="1A3A2A"/>
            </a:solidFill>
            <a:prstDash val="solid"/>
          </a:ln>
        </p:spPr>
      </p:sp>
      <p:sp>
        <p:nvSpPr>
          <p:cNvPr id="17" name="Shape 15"/>
          <p:cNvSpPr/>
          <p:nvPr/>
        </p:nvSpPr>
        <p:spPr>
          <a:xfrm>
            <a:off x="8915400" y="0"/>
            <a:ext cx="457200" cy="9144"/>
          </a:xfrm>
          <a:prstGeom prst="rect">
            <a:avLst/>
          </a:prstGeom>
          <a:solidFill>
            <a:srgbClr val="1A3A2A"/>
          </a:solidFill>
          <a:ln w="12700">
            <a:solidFill>
              <a:srgbClr val="1A3A2A"/>
            </a:solidFill>
            <a:prstDash val="solid"/>
          </a:ln>
        </p:spPr>
      </p:sp>
      <p:sp>
        <p:nvSpPr>
          <p:cNvPr id="18" name="Shape 16"/>
          <p:cNvSpPr/>
          <p:nvPr/>
        </p:nvSpPr>
        <p:spPr>
          <a:xfrm>
            <a:off x="9509760" y="0"/>
            <a:ext cx="457200" cy="9144"/>
          </a:xfrm>
          <a:prstGeom prst="rect">
            <a:avLst/>
          </a:prstGeom>
          <a:solidFill>
            <a:srgbClr val="1A3A2A"/>
          </a:solidFill>
          <a:ln w="12700">
            <a:solidFill>
              <a:srgbClr val="1A3A2A"/>
            </a:solidFill>
            <a:prstDash val="solid"/>
          </a:ln>
        </p:spPr>
      </p:sp>
      <p:sp>
        <p:nvSpPr>
          <p:cNvPr id="19" name="Shape 17"/>
          <p:cNvSpPr/>
          <p:nvPr/>
        </p:nvSpPr>
        <p:spPr>
          <a:xfrm>
            <a:off x="10104120" y="0"/>
            <a:ext cx="457200" cy="9144"/>
          </a:xfrm>
          <a:prstGeom prst="rect">
            <a:avLst/>
          </a:prstGeom>
          <a:solidFill>
            <a:srgbClr val="1A3A2A"/>
          </a:solidFill>
          <a:ln w="12700">
            <a:solidFill>
              <a:srgbClr val="1A3A2A"/>
            </a:solidFill>
            <a:prstDash val="solid"/>
          </a:ln>
        </p:spPr>
      </p:sp>
      <p:sp>
        <p:nvSpPr>
          <p:cNvPr id="20" name="Shape 18"/>
          <p:cNvSpPr/>
          <p:nvPr/>
        </p:nvSpPr>
        <p:spPr>
          <a:xfrm>
            <a:off x="10698480" y="0"/>
            <a:ext cx="457200" cy="9144"/>
          </a:xfrm>
          <a:prstGeom prst="rect">
            <a:avLst/>
          </a:prstGeom>
          <a:solidFill>
            <a:srgbClr val="1A3A2A"/>
          </a:solidFill>
          <a:ln w="12700">
            <a:solidFill>
              <a:srgbClr val="1A3A2A"/>
            </a:solidFill>
            <a:prstDash val="solid"/>
          </a:ln>
        </p:spPr>
      </p:sp>
      <p:sp>
        <p:nvSpPr>
          <p:cNvPr id="21" name="Shape 19"/>
          <p:cNvSpPr/>
          <p:nvPr/>
        </p:nvSpPr>
        <p:spPr>
          <a:xfrm>
            <a:off x="11292840" y="0"/>
            <a:ext cx="457200" cy="9144"/>
          </a:xfrm>
          <a:prstGeom prst="rect">
            <a:avLst/>
          </a:prstGeom>
          <a:solidFill>
            <a:srgbClr val="1A3A2A"/>
          </a:solidFill>
          <a:ln w="12700">
            <a:solidFill>
              <a:srgbClr val="1A3A2A"/>
            </a:solidFill>
            <a:prstDash val="solid"/>
          </a:ln>
        </p:spPr>
      </p:sp>
      <p:sp>
        <p:nvSpPr>
          <p:cNvPr id="22" name="Shape 20"/>
          <p:cNvSpPr/>
          <p:nvPr/>
        </p:nvSpPr>
        <p:spPr>
          <a:xfrm>
            <a:off x="292608" y="502920"/>
            <a:ext cx="457200" cy="9144"/>
          </a:xfrm>
          <a:prstGeom prst="rect">
            <a:avLst/>
          </a:prstGeom>
          <a:solidFill>
            <a:srgbClr val="1A3A2A"/>
          </a:solidFill>
          <a:ln w="12700">
            <a:solidFill>
              <a:srgbClr val="1A3A2A"/>
            </a:solidFill>
            <a:prstDash val="solid"/>
          </a:ln>
        </p:spPr>
      </p:sp>
      <p:sp>
        <p:nvSpPr>
          <p:cNvPr id="23" name="Shape 21"/>
          <p:cNvSpPr/>
          <p:nvPr/>
        </p:nvSpPr>
        <p:spPr>
          <a:xfrm>
            <a:off x="886968" y="502920"/>
            <a:ext cx="457200" cy="9144"/>
          </a:xfrm>
          <a:prstGeom prst="rect">
            <a:avLst/>
          </a:prstGeom>
          <a:solidFill>
            <a:srgbClr val="1A3A2A"/>
          </a:solidFill>
          <a:ln w="12700">
            <a:solidFill>
              <a:srgbClr val="1A3A2A"/>
            </a:solidFill>
            <a:prstDash val="solid"/>
          </a:ln>
        </p:spPr>
      </p:sp>
      <p:sp>
        <p:nvSpPr>
          <p:cNvPr id="24" name="Shape 22"/>
          <p:cNvSpPr/>
          <p:nvPr/>
        </p:nvSpPr>
        <p:spPr>
          <a:xfrm>
            <a:off x="1481328" y="502920"/>
            <a:ext cx="457200" cy="9144"/>
          </a:xfrm>
          <a:prstGeom prst="rect">
            <a:avLst/>
          </a:prstGeom>
          <a:solidFill>
            <a:srgbClr val="1A3A2A"/>
          </a:solidFill>
          <a:ln w="12700">
            <a:solidFill>
              <a:srgbClr val="1A3A2A"/>
            </a:solidFill>
            <a:prstDash val="solid"/>
          </a:ln>
        </p:spPr>
      </p:sp>
      <p:sp>
        <p:nvSpPr>
          <p:cNvPr id="25" name="Shape 23"/>
          <p:cNvSpPr/>
          <p:nvPr/>
        </p:nvSpPr>
        <p:spPr>
          <a:xfrm>
            <a:off x="2075688" y="502920"/>
            <a:ext cx="457200" cy="9144"/>
          </a:xfrm>
          <a:prstGeom prst="rect">
            <a:avLst/>
          </a:prstGeom>
          <a:solidFill>
            <a:srgbClr val="1A3A2A"/>
          </a:solidFill>
          <a:ln w="12700">
            <a:solidFill>
              <a:srgbClr val="1A3A2A"/>
            </a:solidFill>
            <a:prstDash val="solid"/>
          </a:ln>
        </p:spPr>
      </p:sp>
      <p:sp>
        <p:nvSpPr>
          <p:cNvPr id="26" name="Shape 24"/>
          <p:cNvSpPr/>
          <p:nvPr/>
        </p:nvSpPr>
        <p:spPr>
          <a:xfrm>
            <a:off x="2670048" y="502920"/>
            <a:ext cx="457200" cy="9144"/>
          </a:xfrm>
          <a:prstGeom prst="rect">
            <a:avLst/>
          </a:prstGeom>
          <a:solidFill>
            <a:srgbClr val="1A3A2A"/>
          </a:solidFill>
          <a:ln w="12700">
            <a:solidFill>
              <a:srgbClr val="1A3A2A"/>
            </a:solidFill>
            <a:prstDash val="solid"/>
          </a:ln>
        </p:spPr>
      </p:sp>
      <p:sp>
        <p:nvSpPr>
          <p:cNvPr id="27" name="Shape 25"/>
          <p:cNvSpPr/>
          <p:nvPr/>
        </p:nvSpPr>
        <p:spPr>
          <a:xfrm>
            <a:off x="3264408" y="502920"/>
            <a:ext cx="457200" cy="9144"/>
          </a:xfrm>
          <a:prstGeom prst="rect">
            <a:avLst/>
          </a:prstGeom>
          <a:solidFill>
            <a:srgbClr val="1A3A2A"/>
          </a:solidFill>
          <a:ln w="12700">
            <a:solidFill>
              <a:srgbClr val="1A3A2A"/>
            </a:solidFill>
            <a:prstDash val="solid"/>
          </a:ln>
        </p:spPr>
      </p:sp>
      <p:sp>
        <p:nvSpPr>
          <p:cNvPr id="28" name="Shape 26"/>
          <p:cNvSpPr/>
          <p:nvPr/>
        </p:nvSpPr>
        <p:spPr>
          <a:xfrm>
            <a:off x="3858768" y="502920"/>
            <a:ext cx="457200" cy="9144"/>
          </a:xfrm>
          <a:prstGeom prst="rect">
            <a:avLst/>
          </a:prstGeom>
          <a:solidFill>
            <a:srgbClr val="1A3A2A"/>
          </a:solidFill>
          <a:ln w="12700">
            <a:solidFill>
              <a:srgbClr val="1A3A2A"/>
            </a:solidFill>
            <a:prstDash val="solid"/>
          </a:ln>
        </p:spPr>
      </p:sp>
      <p:sp>
        <p:nvSpPr>
          <p:cNvPr id="29" name="Shape 27"/>
          <p:cNvSpPr/>
          <p:nvPr/>
        </p:nvSpPr>
        <p:spPr>
          <a:xfrm>
            <a:off x="4453128" y="502920"/>
            <a:ext cx="457200" cy="9144"/>
          </a:xfrm>
          <a:prstGeom prst="rect">
            <a:avLst/>
          </a:prstGeom>
          <a:solidFill>
            <a:srgbClr val="1A3A2A"/>
          </a:solidFill>
          <a:ln w="12700">
            <a:solidFill>
              <a:srgbClr val="1A3A2A"/>
            </a:solidFill>
            <a:prstDash val="solid"/>
          </a:ln>
        </p:spPr>
      </p:sp>
      <p:sp>
        <p:nvSpPr>
          <p:cNvPr id="30" name="Shape 28"/>
          <p:cNvSpPr/>
          <p:nvPr/>
        </p:nvSpPr>
        <p:spPr>
          <a:xfrm>
            <a:off x="5047488" y="502920"/>
            <a:ext cx="457200" cy="9144"/>
          </a:xfrm>
          <a:prstGeom prst="rect">
            <a:avLst/>
          </a:prstGeom>
          <a:solidFill>
            <a:srgbClr val="1A3A2A"/>
          </a:solidFill>
          <a:ln w="12700">
            <a:solidFill>
              <a:srgbClr val="1A3A2A"/>
            </a:solidFill>
            <a:prstDash val="solid"/>
          </a:ln>
        </p:spPr>
      </p:sp>
      <p:sp>
        <p:nvSpPr>
          <p:cNvPr id="31" name="Shape 29"/>
          <p:cNvSpPr/>
          <p:nvPr/>
        </p:nvSpPr>
        <p:spPr>
          <a:xfrm>
            <a:off x="5641848" y="502920"/>
            <a:ext cx="457200" cy="9144"/>
          </a:xfrm>
          <a:prstGeom prst="rect">
            <a:avLst/>
          </a:prstGeom>
          <a:solidFill>
            <a:srgbClr val="1A3A2A"/>
          </a:solidFill>
          <a:ln w="12700">
            <a:solidFill>
              <a:srgbClr val="1A3A2A"/>
            </a:solidFill>
            <a:prstDash val="solid"/>
          </a:ln>
        </p:spPr>
      </p:sp>
      <p:sp>
        <p:nvSpPr>
          <p:cNvPr id="32" name="Shape 30"/>
          <p:cNvSpPr/>
          <p:nvPr/>
        </p:nvSpPr>
        <p:spPr>
          <a:xfrm>
            <a:off x="6236208" y="502920"/>
            <a:ext cx="457200" cy="9144"/>
          </a:xfrm>
          <a:prstGeom prst="rect">
            <a:avLst/>
          </a:prstGeom>
          <a:solidFill>
            <a:srgbClr val="1A3A2A"/>
          </a:solidFill>
          <a:ln w="12700">
            <a:solidFill>
              <a:srgbClr val="1A3A2A"/>
            </a:solidFill>
            <a:prstDash val="solid"/>
          </a:ln>
        </p:spPr>
      </p:sp>
      <p:sp>
        <p:nvSpPr>
          <p:cNvPr id="33" name="Shape 31"/>
          <p:cNvSpPr/>
          <p:nvPr/>
        </p:nvSpPr>
        <p:spPr>
          <a:xfrm>
            <a:off x="6830568" y="502920"/>
            <a:ext cx="457200" cy="9144"/>
          </a:xfrm>
          <a:prstGeom prst="rect">
            <a:avLst/>
          </a:prstGeom>
          <a:solidFill>
            <a:srgbClr val="1A3A2A"/>
          </a:solidFill>
          <a:ln w="12700">
            <a:solidFill>
              <a:srgbClr val="1A3A2A"/>
            </a:solidFill>
            <a:prstDash val="solid"/>
          </a:ln>
        </p:spPr>
      </p:sp>
      <p:sp>
        <p:nvSpPr>
          <p:cNvPr id="34" name="Shape 32"/>
          <p:cNvSpPr/>
          <p:nvPr/>
        </p:nvSpPr>
        <p:spPr>
          <a:xfrm>
            <a:off x="7424928" y="502920"/>
            <a:ext cx="457200" cy="9144"/>
          </a:xfrm>
          <a:prstGeom prst="rect">
            <a:avLst/>
          </a:prstGeom>
          <a:solidFill>
            <a:srgbClr val="1A3A2A"/>
          </a:solidFill>
          <a:ln w="12700">
            <a:solidFill>
              <a:srgbClr val="1A3A2A"/>
            </a:solidFill>
            <a:prstDash val="solid"/>
          </a:ln>
        </p:spPr>
      </p:sp>
      <p:sp>
        <p:nvSpPr>
          <p:cNvPr id="35" name="Shape 33"/>
          <p:cNvSpPr/>
          <p:nvPr/>
        </p:nvSpPr>
        <p:spPr>
          <a:xfrm>
            <a:off x="8019288" y="502920"/>
            <a:ext cx="457200" cy="9144"/>
          </a:xfrm>
          <a:prstGeom prst="rect">
            <a:avLst/>
          </a:prstGeom>
          <a:solidFill>
            <a:srgbClr val="1A3A2A"/>
          </a:solidFill>
          <a:ln w="12700">
            <a:solidFill>
              <a:srgbClr val="1A3A2A"/>
            </a:solidFill>
            <a:prstDash val="solid"/>
          </a:ln>
        </p:spPr>
      </p:sp>
      <p:sp>
        <p:nvSpPr>
          <p:cNvPr id="36" name="Shape 34"/>
          <p:cNvSpPr/>
          <p:nvPr/>
        </p:nvSpPr>
        <p:spPr>
          <a:xfrm>
            <a:off x="8613648" y="502920"/>
            <a:ext cx="457200" cy="9144"/>
          </a:xfrm>
          <a:prstGeom prst="rect">
            <a:avLst/>
          </a:prstGeom>
          <a:solidFill>
            <a:srgbClr val="1A3A2A"/>
          </a:solidFill>
          <a:ln w="12700">
            <a:solidFill>
              <a:srgbClr val="1A3A2A"/>
            </a:solidFill>
            <a:prstDash val="solid"/>
          </a:ln>
        </p:spPr>
      </p:sp>
      <p:sp>
        <p:nvSpPr>
          <p:cNvPr id="37" name="Shape 35"/>
          <p:cNvSpPr/>
          <p:nvPr/>
        </p:nvSpPr>
        <p:spPr>
          <a:xfrm>
            <a:off x="9208008" y="502920"/>
            <a:ext cx="457200" cy="9144"/>
          </a:xfrm>
          <a:prstGeom prst="rect">
            <a:avLst/>
          </a:prstGeom>
          <a:solidFill>
            <a:srgbClr val="1A3A2A"/>
          </a:solidFill>
          <a:ln w="12700">
            <a:solidFill>
              <a:srgbClr val="1A3A2A"/>
            </a:solidFill>
            <a:prstDash val="solid"/>
          </a:ln>
        </p:spPr>
      </p:sp>
      <p:sp>
        <p:nvSpPr>
          <p:cNvPr id="38" name="Shape 36"/>
          <p:cNvSpPr/>
          <p:nvPr/>
        </p:nvSpPr>
        <p:spPr>
          <a:xfrm>
            <a:off x="9802368" y="502920"/>
            <a:ext cx="457200" cy="9144"/>
          </a:xfrm>
          <a:prstGeom prst="rect">
            <a:avLst/>
          </a:prstGeom>
          <a:solidFill>
            <a:srgbClr val="1A3A2A"/>
          </a:solidFill>
          <a:ln w="12700">
            <a:solidFill>
              <a:srgbClr val="1A3A2A"/>
            </a:solidFill>
            <a:prstDash val="solid"/>
          </a:ln>
        </p:spPr>
      </p:sp>
      <p:sp>
        <p:nvSpPr>
          <p:cNvPr id="39" name="Shape 37"/>
          <p:cNvSpPr/>
          <p:nvPr/>
        </p:nvSpPr>
        <p:spPr>
          <a:xfrm>
            <a:off x="10396728" y="502920"/>
            <a:ext cx="457200" cy="9144"/>
          </a:xfrm>
          <a:prstGeom prst="rect">
            <a:avLst/>
          </a:prstGeom>
          <a:solidFill>
            <a:srgbClr val="1A3A2A"/>
          </a:solidFill>
          <a:ln w="12700">
            <a:solidFill>
              <a:srgbClr val="1A3A2A"/>
            </a:solidFill>
            <a:prstDash val="solid"/>
          </a:ln>
        </p:spPr>
      </p:sp>
      <p:sp>
        <p:nvSpPr>
          <p:cNvPr id="40" name="Shape 38"/>
          <p:cNvSpPr/>
          <p:nvPr/>
        </p:nvSpPr>
        <p:spPr>
          <a:xfrm>
            <a:off x="10991088" y="502920"/>
            <a:ext cx="457200" cy="9144"/>
          </a:xfrm>
          <a:prstGeom prst="rect">
            <a:avLst/>
          </a:prstGeom>
          <a:solidFill>
            <a:srgbClr val="1A3A2A"/>
          </a:solidFill>
          <a:ln w="12700">
            <a:solidFill>
              <a:srgbClr val="1A3A2A"/>
            </a:solidFill>
            <a:prstDash val="solid"/>
          </a:ln>
        </p:spPr>
      </p:sp>
      <p:sp>
        <p:nvSpPr>
          <p:cNvPr id="41" name="Shape 39"/>
          <p:cNvSpPr/>
          <p:nvPr/>
        </p:nvSpPr>
        <p:spPr>
          <a:xfrm>
            <a:off x="11585448" y="502920"/>
            <a:ext cx="457200" cy="9144"/>
          </a:xfrm>
          <a:prstGeom prst="rect">
            <a:avLst/>
          </a:prstGeom>
          <a:solidFill>
            <a:srgbClr val="1A3A2A"/>
          </a:solidFill>
          <a:ln w="12700">
            <a:solidFill>
              <a:srgbClr val="1A3A2A"/>
            </a:solidFill>
            <a:prstDash val="solid"/>
          </a:ln>
        </p:spPr>
      </p:sp>
      <p:sp>
        <p:nvSpPr>
          <p:cNvPr id="42" name="Shape 40"/>
          <p:cNvSpPr/>
          <p:nvPr/>
        </p:nvSpPr>
        <p:spPr>
          <a:xfrm>
            <a:off x="0" y="1005840"/>
            <a:ext cx="457200" cy="9144"/>
          </a:xfrm>
          <a:prstGeom prst="rect">
            <a:avLst/>
          </a:prstGeom>
          <a:solidFill>
            <a:srgbClr val="1A3A2A"/>
          </a:solidFill>
          <a:ln w="12700">
            <a:solidFill>
              <a:srgbClr val="1A3A2A"/>
            </a:solidFill>
            <a:prstDash val="solid"/>
          </a:ln>
        </p:spPr>
      </p:sp>
      <p:sp>
        <p:nvSpPr>
          <p:cNvPr id="43" name="Shape 41"/>
          <p:cNvSpPr/>
          <p:nvPr/>
        </p:nvSpPr>
        <p:spPr>
          <a:xfrm>
            <a:off x="594360" y="1005840"/>
            <a:ext cx="457200" cy="9144"/>
          </a:xfrm>
          <a:prstGeom prst="rect">
            <a:avLst/>
          </a:prstGeom>
          <a:solidFill>
            <a:srgbClr val="1A3A2A"/>
          </a:solidFill>
          <a:ln w="12700">
            <a:solidFill>
              <a:srgbClr val="1A3A2A"/>
            </a:solidFill>
            <a:prstDash val="solid"/>
          </a:ln>
        </p:spPr>
      </p:sp>
      <p:sp>
        <p:nvSpPr>
          <p:cNvPr id="44" name="Shape 42"/>
          <p:cNvSpPr/>
          <p:nvPr/>
        </p:nvSpPr>
        <p:spPr>
          <a:xfrm>
            <a:off x="1188720" y="1005840"/>
            <a:ext cx="457200" cy="9144"/>
          </a:xfrm>
          <a:prstGeom prst="rect">
            <a:avLst/>
          </a:prstGeom>
          <a:solidFill>
            <a:srgbClr val="1A3A2A"/>
          </a:solidFill>
          <a:ln w="12700">
            <a:solidFill>
              <a:srgbClr val="1A3A2A"/>
            </a:solidFill>
            <a:prstDash val="solid"/>
          </a:ln>
        </p:spPr>
      </p:sp>
      <p:sp>
        <p:nvSpPr>
          <p:cNvPr id="45" name="Shape 43"/>
          <p:cNvSpPr/>
          <p:nvPr/>
        </p:nvSpPr>
        <p:spPr>
          <a:xfrm>
            <a:off x="1783080" y="1005840"/>
            <a:ext cx="457200" cy="9144"/>
          </a:xfrm>
          <a:prstGeom prst="rect">
            <a:avLst/>
          </a:prstGeom>
          <a:solidFill>
            <a:srgbClr val="1A3A2A"/>
          </a:solidFill>
          <a:ln w="12700">
            <a:solidFill>
              <a:srgbClr val="1A3A2A"/>
            </a:solidFill>
            <a:prstDash val="solid"/>
          </a:ln>
        </p:spPr>
      </p:sp>
      <p:sp>
        <p:nvSpPr>
          <p:cNvPr id="46" name="Shape 44"/>
          <p:cNvSpPr/>
          <p:nvPr/>
        </p:nvSpPr>
        <p:spPr>
          <a:xfrm>
            <a:off x="2377440" y="1005840"/>
            <a:ext cx="457200" cy="9144"/>
          </a:xfrm>
          <a:prstGeom prst="rect">
            <a:avLst/>
          </a:prstGeom>
          <a:solidFill>
            <a:srgbClr val="1A3A2A"/>
          </a:solidFill>
          <a:ln w="12700">
            <a:solidFill>
              <a:srgbClr val="1A3A2A"/>
            </a:solidFill>
            <a:prstDash val="solid"/>
          </a:ln>
        </p:spPr>
      </p:sp>
      <p:sp>
        <p:nvSpPr>
          <p:cNvPr id="47" name="Shape 45"/>
          <p:cNvSpPr/>
          <p:nvPr/>
        </p:nvSpPr>
        <p:spPr>
          <a:xfrm>
            <a:off x="2971800" y="1005840"/>
            <a:ext cx="457200" cy="9144"/>
          </a:xfrm>
          <a:prstGeom prst="rect">
            <a:avLst/>
          </a:prstGeom>
          <a:solidFill>
            <a:srgbClr val="1A3A2A"/>
          </a:solidFill>
          <a:ln w="12700">
            <a:solidFill>
              <a:srgbClr val="1A3A2A"/>
            </a:solidFill>
            <a:prstDash val="solid"/>
          </a:ln>
        </p:spPr>
      </p:sp>
      <p:sp>
        <p:nvSpPr>
          <p:cNvPr id="48" name="Shape 46"/>
          <p:cNvSpPr/>
          <p:nvPr/>
        </p:nvSpPr>
        <p:spPr>
          <a:xfrm>
            <a:off x="3566160" y="1005840"/>
            <a:ext cx="457200" cy="9144"/>
          </a:xfrm>
          <a:prstGeom prst="rect">
            <a:avLst/>
          </a:prstGeom>
          <a:solidFill>
            <a:srgbClr val="1A3A2A"/>
          </a:solidFill>
          <a:ln w="12700">
            <a:solidFill>
              <a:srgbClr val="1A3A2A"/>
            </a:solidFill>
            <a:prstDash val="solid"/>
          </a:ln>
        </p:spPr>
      </p:sp>
      <p:sp>
        <p:nvSpPr>
          <p:cNvPr id="49" name="Shape 47"/>
          <p:cNvSpPr/>
          <p:nvPr/>
        </p:nvSpPr>
        <p:spPr>
          <a:xfrm>
            <a:off x="4160520" y="1005840"/>
            <a:ext cx="457200" cy="9144"/>
          </a:xfrm>
          <a:prstGeom prst="rect">
            <a:avLst/>
          </a:prstGeom>
          <a:solidFill>
            <a:srgbClr val="1A3A2A"/>
          </a:solidFill>
          <a:ln w="12700">
            <a:solidFill>
              <a:srgbClr val="1A3A2A"/>
            </a:solidFill>
            <a:prstDash val="solid"/>
          </a:ln>
        </p:spPr>
      </p:sp>
      <p:sp>
        <p:nvSpPr>
          <p:cNvPr id="50" name="Shape 48"/>
          <p:cNvSpPr/>
          <p:nvPr/>
        </p:nvSpPr>
        <p:spPr>
          <a:xfrm>
            <a:off x="4754880" y="1005840"/>
            <a:ext cx="457200" cy="9144"/>
          </a:xfrm>
          <a:prstGeom prst="rect">
            <a:avLst/>
          </a:prstGeom>
          <a:solidFill>
            <a:srgbClr val="1A3A2A"/>
          </a:solidFill>
          <a:ln w="12700">
            <a:solidFill>
              <a:srgbClr val="1A3A2A"/>
            </a:solidFill>
            <a:prstDash val="solid"/>
          </a:ln>
        </p:spPr>
      </p:sp>
      <p:sp>
        <p:nvSpPr>
          <p:cNvPr id="51" name="Shape 49"/>
          <p:cNvSpPr/>
          <p:nvPr/>
        </p:nvSpPr>
        <p:spPr>
          <a:xfrm>
            <a:off x="5349240" y="1005840"/>
            <a:ext cx="457200" cy="9144"/>
          </a:xfrm>
          <a:prstGeom prst="rect">
            <a:avLst/>
          </a:prstGeom>
          <a:solidFill>
            <a:srgbClr val="1A3A2A"/>
          </a:solidFill>
          <a:ln w="12700">
            <a:solidFill>
              <a:srgbClr val="1A3A2A"/>
            </a:solidFill>
            <a:prstDash val="solid"/>
          </a:ln>
        </p:spPr>
      </p:sp>
      <p:sp>
        <p:nvSpPr>
          <p:cNvPr id="52" name="Shape 50"/>
          <p:cNvSpPr/>
          <p:nvPr/>
        </p:nvSpPr>
        <p:spPr>
          <a:xfrm>
            <a:off x="5943600" y="1005840"/>
            <a:ext cx="457200" cy="9144"/>
          </a:xfrm>
          <a:prstGeom prst="rect">
            <a:avLst/>
          </a:prstGeom>
          <a:solidFill>
            <a:srgbClr val="1A3A2A"/>
          </a:solidFill>
          <a:ln w="12700">
            <a:solidFill>
              <a:srgbClr val="1A3A2A"/>
            </a:solidFill>
            <a:prstDash val="solid"/>
          </a:ln>
        </p:spPr>
      </p:sp>
      <p:sp>
        <p:nvSpPr>
          <p:cNvPr id="53" name="Shape 51"/>
          <p:cNvSpPr/>
          <p:nvPr/>
        </p:nvSpPr>
        <p:spPr>
          <a:xfrm>
            <a:off x="6537960" y="1005840"/>
            <a:ext cx="457200" cy="9144"/>
          </a:xfrm>
          <a:prstGeom prst="rect">
            <a:avLst/>
          </a:prstGeom>
          <a:solidFill>
            <a:srgbClr val="1A3A2A"/>
          </a:solidFill>
          <a:ln w="12700">
            <a:solidFill>
              <a:srgbClr val="1A3A2A"/>
            </a:solidFill>
            <a:prstDash val="solid"/>
          </a:ln>
        </p:spPr>
      </p:sp>
      <p:sp>
        <p:nvSpPr>
          <p:cNvPr id="54" name="Shape 52"/>
          <p:cNvSpPr/>
          <p:nvPr/>
        </p:nvSpPr>
        <p:spPr>
          <a:xfrm>
            <a:off x="7132320" y="1005840"/>
            <a:ext cx="457200" cy="9144"/>
          </a:xfrm>
          <a:prstGeom prst="rect">
            <a:avLst/>
          </a:prstGeom>
          <a:solidFill>
            <a:srgbClr val="1A3A2A"/>
          </a:solidFill>
          <a:ln w="12700">
            <a:solidFill>
              <a:srgbClr val="1A3A2A"/>
            </a:solidFill>
            <a:prstDash val="solid"/>
          </a:ln>
        </p:spPr>
      </p:sp>
      <p:sp>
        <p:nvSpPr>
          <p:cNvPr id="55" name="Shape 53"/>
          <p:cNvSpPr/>
          <p:nvPr/>
        </p:nvSpPr>
        <p:spPr>
          <a:xfrm>
            <a:off x="7726680" y="1005840"/>
            <a:ext cx="457200" cy="9144"/>
          </a:xfrm>
          <a:prstGeom prst="rect">
            <a:avLst/>
          </a:prstGeom>
          <a:solidFill>
            <a:srgbClr val="1A3A2A"/>
          </a:solidFill>
          <a:ln w="12700">
            <a:solidFill>
              <a:srgbClr val="1A3A2A"/>
            </a:solidFill>
            <a:prstDash val="solid"/>
          </a:ln>
        </p:spPr>
      </p:sp>
      <p:sp>
        <p:nvSpPr>
          <p:cNvPr id="56" name="Shape 54"/>
          <p:cNvSpPr/>
          <p:nvPr/>
        </p:nvSpPr>
        <p:spPr>
          <a:xfrm>
            <a:off x="8321040" y="1005840"/>
            <a:ext cx="457200" cy="9144"/>
          </a:xfrm>
          <a:prstGeom prst="rect">
            <a:avLst/>
          </a:prstGeom>
          <a:solidFill>
            <a:srgbClr val="1A3A2A"/>
          </a:solidFill>
          <a:ln w="12700">
            <a:solidFill>
              <a:srgbClr val="1A3A2A"/>
            </a:solidFill>
            <a:prstDash val="solid"/>
          </a:ln>
        </p:spPr>
      </p:sp>
      <p:sp>
        <p:nvSpPr>
          <p:cNvPr id="57" name="Shape 55"/>
          <p:cNvSpPr/>
          <p:nvPr/>
        </p:nvSpPr>
        <p:spPr>
          <a:xfrm>
            <a:off x="8915400" y="1005840"/>
            <a:ext cx="457200" cy="9144"/>
          </a:xfrm>
          <a:prstGeom prst="rect">
            <a:avLst/>
          </a:prstGeom>
          <a:solidFill>
            <a:srgbClr val="1A3A2A"/>
          </a:solidFill>
          <a:ln w="12700">
            <a:solidFill>
              <a:srgbClr val="1A3A2A"/>
            </a:solidFill>
            <a:prstDash val="solid"/>
          </a:ln>
        </p:spPr>
      </p:sp>
      <p:sp>
        <p:nvSpPr>
          <p:cNvPr id="58" name="Shape 56"/>
          <p:cNvSpPr/>
          <p:nvPr/>
        </p:nvSpPr>
        <p:spPr>
          <a:xfrm>
            <a:off x="9509760" y="1005840"/>
            <a:ext cx="457200" cy="9144"/>
          </a:xfrm>
          <a:prstGeom prst="rect">
            <a:avLst/>
          </a:prstGeom>
          <a:solidFill>
            <a:srgbClr val="1A3A2A"/>
          </a:solidFill>
          <a:ln w="12700">
            <a:solidFill>
              <a:srgbClr val="1A3A2A"/>
            </a:solidFill>
            <a:prstDash val="solid"/>
          </a:ln>
        </p:spPr>
      </p:sp>
      <p:sp>
        <p:nvSpPr>
          <p:cNvPr id="59" name="Shape 57"/>
          <p:cNvSpPr/>
          <p:nvPr/>
        </p:nvSpPr>
        <p:spPr>
          <a:xfrm>
            <a:off x="10104120" y="1005840"/>
            <a:ext cx="457200" cy="9144"/>
          </a:xfrm>
          <a:prstGeom prst="rect">
            <a:avLst/>
          </a:prstGeom>
          <a:solidFill>
            <a:srgbClr val="1A3A2A"/>
          </a:solidFill>
          <a:ln w="12700">
            <a:solidFill>
              <a:srgbClr val="1A3A2A"/>
            </a:solidFill>
            <a:prstDash val="solid"/>
          </a:ln>
        </p:spPr>
      </p:sp>
      <p:sp>
        <p:nvSpPr>
          <p:cNvPr id="60" name="Shape 58"/>
          <p:cNvSpPr/>
          <p:nvPr/>
        </p:nvSpPr>
        <p:spPr>
          <a:xfrm>
            <a:off x="10698480" y="1005840"/>
            <a:ext cx="457200" cy="9144"/>
          </a:xfrm>
          <a:prstGeom prst="rect">
            <a:avLst/>
          </a:prstGeom>
          <a:solidFill>
            <a:srgbClr val="1A3A2A"/>
          </a:solidFill>
          <a:ln w="12700">
            <a:solidFill>
              <a:srgbClr val="1A3A2A"/>
            </a:solidFill>
            <a:prstDash val="solid"/>
          </a:ln>
        </p:spPr>
      </p:sp>
      <p:sp>
        <p:nvSpPr>
          <p:cNvPr id="61" name="Shape 59"/>
          <p:cNvSpPr/>
          <p:nvPr/>
        </p:nvSpPr>
        <p:spPr>
          <a:xfrm>
            <a:off x="11292840" y="1005840"/>
            <a:ext cx="457200" cy="9144"/>
          </a:xfrm>
          <a:prstGeom prst="rect">
            <a:avLst/>
          </a:prstGeom>
          <a:solidFill>
            <a:srgbClr val="1A3A2A"/>
          </a:solidFill>
          <a:ln w="12700">
            <a:solidFill>
              <a:srgbClr val="1A3A2A"/>
            </a:solidFill>
            <a:prstDash val="solid"/>
          </a:ln>
        </p:spPr>
      </p:sp>
      <p:sp>
        <p:nvSpPr>
          <p:cNvPr id="62" name="Shape 60"/>
          <p:cNvSpPr/>
          <p:nvPr/>
        </p:nvSpPr>
        <p:spPr>
          <a:xfrm>
            <a:off x="292608" y="1508760"/>
            <a:ext cx="457200" cy="9144"/>
          </a:xfrm>
          <a:prstGeom prst="rect">
            <a:avLst/>
          </a:prstGeom>
          <a:solidFill>
            <a:srgbClr val="1A3A2A"/>
          </a:solidFill>
          <a:ln w="12700">
            <a:solidFill>
              <a:srgbClr val="1A3A2A"/>
            </a:solidFill>
            <a:prstDash val="solid"/>
          </a:ln>
        </p:spPr>
      </p:sp>
      <p:sp>
        <p:nvSpPr>
          <p:cNvPr id="63" name="Shape 61"/>
          <p:cNvSpPr/>
          <p:nvPr/>
        </p:nvSpPr>
        <p:spPr>
          <a:xfrm>
            <a:off x="886968" y="1508760"/>
            <a:ext cx="457200" cy="9144"/>
          </a:xfrm>
          <a:prstGeom prst="rect">
            <a:avLst/>
          </a:prstGeom>
          <a:solidFill>
            <a:srgbClr val="1A3A2A"/>
          </a:solidFill>
          <a:ln w="12700">
            <a:solidFill>
              <a:srgbClr val="1A3A2A"/>
            </a:solidFill>
            <a:prstDash val="solid"/>
          </a:ln>
        </p:spPr>
      </p:sp>
      <p:sp>
        <p:nvSpPr>
          <p:cNvPr id="64" name="Shape 62"/>
          <p:cNvSpPr/>
          <p:nvPr/>
        </p:nvSpPr>
        <p:spPr>
          <a:xfrm>
            <a:off x="1481328" y="1508760"/>
            <a:ext cx="457200" cy="9144"/>
          </a:xfrm>
          <a:prstGeom prst="rect">
            <a:avLst/>
          </a:prstGeom>
          <a:solidFill>
            <a:srgbClr val="1A3A2A"/>
          </a:solidFill>
          <a:ln w="12700">
            <a:solidFill>
              <a:srgbClr val="1A3A2A"/>
            </a:solidFill>
            <a:prstDash val="solid"/>
          </a:ln>
        </p:spPr>
      </p:sp>
      <p:sp>
        <p:nvSpPr>
          <p:cNvPr id="65" name="Shape 63"/>
          <p:cNvSpPr/>
          <p:nvPr/>
        </p:nvSpPr>
        <p:spPr>
          <a:xfrm>
            <a:off x="2075688" y="1508760"/>
            <a:ext cx="457200" cy="9144"/>
          </a:xfrm>
          <a:prstGeom prst="rect">
            <a:avLst/>
          </a:prstGeom>
          <a:solidFill>
            <a:srgbClr val="1A3A2A"/>
          </a:solidFill>
          <a:ln w="12700">
            <a:solidFill>
              <a:srgbClr val="1A3A2A"/>
            </a:solidFill>
            <a:prstDash val="solid"/>
          </a:ln>
        </p:spPr>
      </p:sp>
      <p:sp>
        <p:nvSpPr>
          <p:cNvPr id="66" name="Shape 64"/>
          <p:cNvSpPr/>
          <p:nvPr/>
        </p:nvSpPr>
        <p:spPr>
          <a:xfrm>
            <a:off x="2670048" y="1508760"/>
            <a:ext cx="457200" cy="9144"/>
          </a:xfrm>
          <a:prstGeom prst="rect">
            <a:avLst/>
          </a:prstGeom>
          <a:solidFill>
            <a:srgbClr val="1A3A2A"/>
          </a:solidFill>
          <a:ln w="12700">
            <a:solidFill>
              <a:srgbClr val="1A3A2A"/>
            </a:solidFill>
            <a:prstDash val="solid"/>
          </a:ln>
        </p:spPr>
      </p:sp>
      <p:sp>
        <p:nvSpPr>
          <p:cNvPr id="67" name="Shape 65"/>
          <p:cNvSpPr/>
          <p:nvPr/>
        </p:nvSpPr>
        <p:spPr>
          <a:xfrm>
            <a:off x="3264408" y="1508760"/>
            <a:ext cx="457200" cy="9144"/>
          </a:xfrm>
          <a:prstGeom prst="rect">
            <a:avLst/>
          </a:prstGeom>
          <a:solidFill>
            <a:srgbClr val="1A3A2A"/>
          </a:solidFill>
          <a:ln w="12700">
            <a:solidFill>
              <a:srgbClr val="1A3A2A"/>
            </a:solidFill>
            <a:prstDash val="solid"/>
          </a:ln>
        </p:spPr>
      </p:sp>
      <p:sp>
        <p:nvSpPr>
          <p:cNvPr id="68" name="Shape 66"/>
          <p:cNvSpPr/>
          <p:nvPr/>
        </p:nvSpPr>
        <p:spPr>
          <a:xfrm>
            <a:off x="3858768" y="1508760"/>
            <a:ext cx="457200" cy="9144"/>
          </a:xfrm>
          <a:prstGeom prst="rect">
            <a:avLst/>
          </a:prstGeom>
          <a:solidFill>
            <a:srgbClr val="1A3A2A"/>
          </a:solidFill>
          <a:ln w="12700">
            <a:solidFill>
              <a:srgbClr val="1A3A2A"/>
            </a:solidFill>
            <a:prstDash val="solid"/>
          </a:ln>
        </p:spPr>
      </p:sp>
      <p:sp>
        <p:nvSpPr>
          <p:cNvPr id="69" name="Shape 67"/>
          <p:cNvSpPr/>
          <p:nvPr/>
        </p:nvSpPr>
        <p:spPr>
          <a:xfrm>
            <a:off x="4453128" y="1508760"/>
            <a:ext cx="457200" cy="9144"/>
          </a:xfrm>
          <a:prstGeom prst="rect">
            <a:avLst/>
          </a:prstGeom>
          <a:solidFill>
            <a:srgbClr val="1A3A2A"/>
          </a:solidFill>
          <a:ln w="12700">
            <a:solidFill>
              <a:srgbClr val="1A3A2A"/>
            </a:solidFill>
            <a:prstDash val="solid"/>
          </a:ln>
        </p:spPr>
      </p:sp>
      <p:sp>
        <p:nvSpPr>
          <p:cNvPr id="70" name="Shape 68"/>
          <p:cNvSpPr/>
          <p:nvPr/>
        </p:nvSpPr>
        <p:spPr>
          <a:xfrm>
            <a:off x="5047488" y="1508760"/>
            <a:ext cx="457200" cy="9144"/>
          </a:xfrm>
          <a:prstGeom prst="rect">
            <a:avLst/>
          </a:prstGeom>
          <a:solidFill>
            <a:srgbClr val="1A3A2A"/>
          </a:solidFill>
          <a:ln w="12700">
            <a:solidFill>
              <a:srgbClr val="1A3A2A"/>
            </a:solidFill>
            <a:prstDash val="solid"/>
          </a:ln>
        </p:spPr>
      </p:sp>
      <p:sp>
        <p:nvSpPr>
          <p:cNvPr id="71" name="Shape 69"/>
          <p:cNvSpPr/>
          <p:nvPr/>
        </p:nvSpPr>
        <p:spPr>
          <a:xfrm>
            <a:off x="5641848" y="1508760"/>
            <a:ext cx="457200" cy="9144"/>
          </a:xfrm>
          <a:prstGeom prst="rect">
            <a:avLst/>
          </a:prstGeom>
          <a:solidFill>
            <a:srgbClr val="1A3A2A"/>
          </a:solidFill>
          <a:ln w="12700">
            <a:solidFill>
              <a:srgbClr val="1A3A2A"/>
            </a:solidFill>
            <a:prstDash val="solid"/>
          </a:ln>
        </p:spPr>
      </p:sp>
      <p:sp>
        <p:nvSpPr>
          <p:cNvPr id="72" name="Shape 70"/>
          <p:cNvSpPr/>
          <p:nvPr/>
        </p:nvSpPr>
        <p:spPr>
          <a:xfrm>
            <a:off x="6236208" y="1508760"/>
            <a:ext cx="457200" cy="9144"/>
          </a:xfrm>
          <a:prstGeom prst="rect">
            <a:avLst/>
          </a:prstGeom>
          <a:solidFill>
            <a:srgbClr val="1A3A2A"/>
          </a:solidFill>
          <a:ln w="12700">
            <a:solidFill>
              <a:srgbClr val="1A3A2A"/>
            </a:solidFill>
            <a:prstDash val="solid"/>
          </a:ln>
        </p:spPr>
      </p:sp>
      <p:sp>
        <p:nvSpPr>
          <p:cNvPr id="73" name="Shape 71"/>
          <p:cNvSpPr/>
          <p:nvPr/>
        </p:nvSpPr>
        <p:spPr>
          <a:xfrm>
            <a:off x="6830568" y="1508760"/>
            <a:ext cx="457200" cy="9144"/>
          </a:xfrm>
          <a:prstGeom prst="rect">
            <a:avLst/>
          </a:prstGeom>
          <a:solidFill>
            <a:srgbClr val="1A3A2A"/>
          </a:solidFill>
          <a:ln w="12700">
            <a:solidFill>
              <a:srgbClr val="1A3A2A"/>
            </a:solidFill>
            <a:prstDash val="solid"/>
          </a:ln>
        </p:spPr>
      </p:sp>
      <p:sp>
        <p:nvSpPr>
          <p:cNvPr id="74" name="Shape 72"/>
          <p:cNvSpPr/>
          <p:nvPr/>
        </p:nvSpPr>
        <p:spPr>
          <a:xfrm>
            <a:off x="7424928" y="1508760"/>
            <a:ext cx="457200" cy="9144"/>
          </a:xfrm>
          <a:prstGeom prst="rect">
            <a:avLst/>
          </a:prstGeom>
          <a:solidFill>
            <a:srgbClr val="1A3A2A"/>
          </a:solidFill>
          <a:ln w="12700">
            <a:solidFill>
              <a:srgbClr val="1A3A2A"/>
            </a:solidFill>
            <a:prstDash val="solid"/>
          </a:ln>
        </p:spPr>
      </p:sp>
      <p:sp>
        <p:nvSpPr>
          <p:cNvPr id="75" name="Shape 73"/>
          <p:cNvSpPr/>
          <p:nvPr/>
        </p:nvSpPr>
        <p:spPr>
          <a:xfrm>
            <a:off x="8019288" y="1508760"/>
            <a:ext cx="457200" cy="9144"/>
          </a:xfrm>
          <a:prstGeom prst="rect">
            <a:avLst/>
          </a:prstGeom>
          <a:solidFill>
            <a:srgbClr val="1A3A2A"/>
          </a:solidFill>
          <a:ln w="12700">
            <a:solidFill>
              <a:srgbClr val="1A3A2A"/>
            </a:solidFill>
            <a:prstDash val="solid"/>
          </a:ln>
        </p:spPr>
      </p:sp>
      <p:sp>
        <p:nvSpPr>
          <p:cNvPr id="76" name="Shape 74"/>
          <p:cNvSpPr/>
          <p:nvPr/>
        </p:nvSpPr>
        <p:spPr>
          <a:xfrm>
            <a:off x="8613648" y="1508760"/>
            <a:ext cx="457200" cy="9144"/>
          </a:xfrm>
          <a:prstGeom prst="rect">
            <a:avLst/>
          </a:prstGeom>
          <a:solidFill>
            <a:srgbClr val="1A3A2A"/>
          </a:solidFill>
          <a:ln w="12700">
            <a:solidFill>
              <a:srgbClr val="1A3A2A"/>
            </a:solidFill>
            <a:prstDash val="solid"/>
          </a:ln>
        </p:spPr>
      </p:sp>
      <p:sp>
        <p:nvSpPr>
          <p:cNvPr id="77" name="Shape 75"/>
          <p:cNvSpPr/>
          <p:nvPr/>
        </p:nvSpPr>
        <p:spPr>
          <a:xfrm>
            <a:off x="9208008" y="1508760"/>
            <a:ext cx="457200" cy="9144"/>
          </a:xfrm>
          <a:prstGeom prst="rect">
            <a:avLst/>
          </a:prstGeom>
          <a:solidFill>
            <a:srgbClr val="1A3A2A"/>
          </a:solidFill>
          <a:ln w="12700">
            <a:solidFill>
              <a:srgbClr val="1A3A2A"/>
            </a:solidFill>
            <a:prstDash val="solid"/>
          </a:ln>
        </p:spPr>
      </p:sp>
      <p:sp>
        <p:nvSpPr>
          <p:cNvPr id="78" name="Shape 76"/>
          <p:cNvSpPr/>
          <p:nvPr/>
        </p:nvSpPr>
        <p:spPr>
          <a:xfrm>
            <a:off x="9802368" y="1508760"/>
            <a:ext cx="457200" cy="9144"/>
          </a:xfrm>
          <a:prstGeom prst="rect">
            <a:avLst/>
          </a:prstGeom>
          <a:solidFill>
            <a:srgbClr val="1A3A2A"/>
          </a:solidFill>
          <a:ln w="12700">
            <a:solidFill>
              <a:srgbClr val="1A3A2A"/>
            </a:solidFill>
            <a:prstDash val="solid"/>
          </a:ln>
        </p:spPr>
      </p:sp>
      <p:sp>
        <p:nvSpPr>
          <p:cNvPr id="79" name="Shape 77"/>
          <p:cNvSpPr/>
          <p:nvPr/>
        </p:nvSpPr>
        <p:spPr>
          <a:xfrm>
            <a:off x="10396728" y="1508760"/>
            <a:ext cx="457200" cy="9144"/>
          </a:xfrm>
          <a:prstGeom prst="rect">
            <a:avLst/>
          </a:prstGeom>
          <a:solidFill>
            <a:srgbClr val="1A3A2A"/>
          </a:solidFill>
          <a:ln w="12700">
            <a:solidFill>
              <a:srgbClr val="1A3A2A"/>
            </a:solidFill>
            <a:prstDash val="solid"/>
          </a:ln>
        </p:spPr>
      </p:sp>
      <p:sp>
        <p:nvSpPr>
          <p:cNvPr id="80" name="Shape 78"/>
          <p:cNvSpPr/>
          <p:nvPr/>
        </p:nvSpPr>
        <p:spPr>
          <a:xfrm>
            <a:off x="10991088" y="1508760"/>
            <a:ext cx="457200" cy="9144"/>
          </a:xfrm>
          <a:prstGeom prst="rect">
            <a:avLst/>
          </a:prstGeom>
          <a:solidFill>
            <a:srgbClr val="1A3A2A"/>
          </a:solidFill>
          <a:ln w="12700">
            <a:solidFill>
              <a:srgbClr val="1A3A2A"/>
            </a:solidFill>
            <a:prstDash val="solid"/>
          </a:ln>
        </p:spPr>
      </p:sp>
      <p:sp>
        <p:nvSpPr>
          <p:cNvPr id="81" name="Shape 79"/>
          <p:cNvSpPr/>
          <p:nvPr/>
        </p:nvSpPr>
        <p:spPr>
          <a:xfrm>
            <a:off x="11585448" y="1508760"/>
            <a:ext cx="457200" cy="9144"/>
          </a:xfrm>
          <a:prstGeom prst="rect">
            <a:avLst/>
          </a:prstGeom>
          <a:solidFill>
            <a:srgbClr val="1A3A2A"/>
          </a:solidFill>
          <a:ln w="12700">
            <a:solidFill>
              <a:srgbClr val="1A3A2A"/>
            </a:solidFill>
            <a:prstDash val="solid"/>
          </a:ln>
        </p:spPr>
      </p:sp>
      <p:sp>
        <p:nvSpPr>
          <p:cNvPr id="82" name="Shape 80"/>
          <p:cNvSpPr/>
          <p:nvPr/>
        </p:nvSpPr>
        <p:spPr>
          <a:xfrm>
            <a:off x="0" y="2011680"/>
            <a:ext cx="457200" cy="9144"/>
          </a:xfrm>
          <a:prstGeom prst="rect">
            <a:avLst/>
          </a:prstGeom>
          <a:solidFill>
            <a:srgbClr val="1A3A2A"/>
          </a:solidFill>
          <a:ln w="12700">
            <a:solidFill>
              <a:srgbClr val="1A3A2A"/>
            </a:solidFill>
            <a:prstDash val="solid"/>
          </a:ln>
        </p:spPr>
      </p:sp>
      <p:sp>
        <p:nvSpPr>
          <p:cNvPr id="83" name="Shape 81"/>
          <p:cNvSpPr/>
          <p:nvPr/>
        </p:nvSpPr>
        <p:spPr>
          <a:xfrm>
            <a:off x="594360" y="2011680"/>
            <a:ext cx="457200" cy="9144"/>
          </a:xfrm>
          <a:prstGeom prst="rect">
            <a:avLst/>
          </a:prstGeom>
          <a:solidFill>
            <a:srgbClr val="1A3A2A"/>
          </a:solidFill>
          <a:ln w="12700">
            <a:solidFill>
              <a:srgbClr val="1A3A2A"/>
            </a:solidFill>
            <a:prstDash val="solid"/>
          </a:ln>
        </p:spPr>
      </p:sp>
      <p:sp>
        <p:nvSpPr>
          <p:cNvPr id="84" name="Shape 82"/>
          <p:cNvSpPr/>
          <p:nvPr/>
        </p:nvSpPr>
        <p:spPr>
          <a:xfrm>
            <a:off x="1188720" y="2011680"/>
            <a:ext cx="457200" cy="9144"/>
          </a:xfrm>
          <a:prstGeom prst="rect">
            <a:avLst/>
          </a:prstGeom>
          <a:solidFill>
            <a:srgbClr val="1A3A2A"/>
          </a:solidFill>
          <a:ln w="12700">
            <a:solidFill>
              <a:srgbClr val="1A3A2A"/>
            </a:solidFill>
            <a:prstDash val="solid"/>
          </a:ln>
        </p:spPr>
      </p:sp>
      <p:sp>
        <p:nvSpPr>
          <p:cNvPr id="85" name="Shape 83"/>
          <p:cNvSpPr/>
          <p:nvPr/>
        </p:nvSpPr>
        <p:spPr>
          <a:xfrm>
            <a:off x="1783080" y="2011680"/>
            <a:ext cx="457200" cy="9144"/>
          </a:xfrm>
          <a:prstGeom prst="rect">
            <a:avLst/>
          </a:prstGeom>
          <a:solidFill>
            <a:srgbClr val="1A3A2A"/>
          </a:solidFill>
          <a:ln w="12700">
            <a:solidFill>
              <a:srgbClr val="1A3A2A"/>
            </a:solidFill>
            <a:prstDash val="solid"/>
          </a:ln>
        </p:spPr>
      </p:sp>
      <p:sp>
        <p:nvSpPr>
          <p:cNvPr id="86" name="Shape 84"/>
          <p:cNvSpPr/>
          <p:nvPr/>
        </p:nvSpPr>
        <p:spPr>
          <a:xfrm>
            <a:off x="2377440" y="2011680"/>
            <a:ext cx="457200" cy="9144"/>
          </a:xfrm>
          <a:prstGeom prst="rect">
            <a:avLst/>
          </a:prstGeom>
          <a:solidFill>
            <a:srgbClr val="1A3A2A"/>
          </a:solidFill>
          <a:ln w="12700">
            <a:solidFill>
              <a:srgbClr val="1A3A2A"/>
            </a:solidFill>
            <a:prstDash val="solid"/>
          </a:ln>
        </p:spPr>
      </p:sp>
      <p:sp>
        <p:nvSpPr>
          <p:cNvPr id="87" name="Shape 85"/>
          <p:cNvSpPr/>
          <p:nvPr/>
        </p:nvSpPr>
        <p:spPr>
          <a:xfrm>
            <a:off x="2971800" y="2011680"/>
            <a:ext cx="457200" cy="9144"/>
          </a:xfrm>
          <a:prstGeom prst="rect">
            <a:avLst/>
          </a:prstGeom>
          <a:solidFill>
            <a:srgbClr val="1A3A2A"/>
          </a:solidFill>
          <a:ln w="12700">
            <a:solidFill>
              <a:srgbClr val="1A3A2A"/>
            </a:solidFill>
            <a:prstDash val="solid"/>
          </a:ln>
        </p:spPr>
      </p:sp>
      <p:sp>
        <p:nvSpPr>
          <p:cNvPr id="88" name="Shape 86"/>
          <p:cNvSpPr/>
          <p:nvPr/>
        </p:nvSpPr>
        <p:spPr>
          <a:xfrm>
            <a:off x="3566160" y="2011680"/>
            <a:ext cx="457200" cy="9144"/>
          </a:xfrm>
          <a:prstGeom prst="rect">
            <a:avLst/>
          </a:prstGeom>
          <a:solidFill>
            <a:srgbClr val="1A3A2A"/>
          </a:solidFill>
          <a:ln w="12700">
            <a:solidFill>
              <a:srgbClr val="1A3A2A"/>
            </a:solidFill>
            <a:prstDash val="solid"/>
          </a:ln>
        </p:spPr>
      </p:sp>
      <p:sp>
        <p:nvSpPr>
          <p:cNvPr id="89" name="Shape 87"/>
          <p:cNvSpPr/>
          <p:nvPr/>
        </p:nvSpPr>
        <p:spPr>
          <a:xfrm>
            <a:off x="4160520" y="2011680"/>
            <a:ext cx="457200" cy="9144"/>
          </a:xfrm>
          <a:prstGeom prst="rect">
            <a:avLst/>
          </a:prstGeom>
          <a:solidFill>
            <a:srgbClr val="1A3A2A"/>
          </a:solidFill>
          <a:ln w="12700">
            <a:solidFill>
              <a:srgbClr val="1A3A2A"/>
            </a:solidFill>
            <a:prstDash val="solid"/>
          </a:ln>
        </p:spPr>
      </p:sp>
      <p:sp>
        <p:nvSpPr>
          <p:cNvPr id="90" name="Shape 88"/>
          <p:cNvSpPr/>
          <p:nvPr/>
        </p:nvSpPr>
        <p:spPr>
          <a:xfrm>
            <a:off x="4754880" y="2011680"/>
            <a:ext cx="457200" cy="9144"/>
          </a:xfrm>
          <a:prstGeom prst="rect">
            <a:avLst/>
          </a:prstGeom>
          <a:solidFill>
            <a:srgbClr val="1A3A2A"/>
          </a:solidFill>
          <a:ln w="12700">
            <a:solidFill>
              <a:srgbClr val="1A3A2A"/>
            </a:solidFill>
            <a:prstDash val="solid"/>
          </a:ln>
        </p:spPr>
      </p:sp>
      <p:sp>
        <p:nvSpPr>
          <p:cNvPr id="91" name="Shape 89"/>
          <p:cNvSpPr/>
          <p:nvPr/>
        </p:nvSpPr>
        <p:spPr>
          <a:xfrm>
            <a:off x="5349240" y="2011680"/>
            <a:ext cx="457200" cy="9144"/>
          </a:xfrm>
          <a:prstGeom prst="rect">
            <a:avLst/>
          </a:prstGeom>
          <a:solidFill>
            <a:srgbClr val="1A3A2A"/>
          </a:solidFill>
          <a:ln w="12700">
            <a:solidFill>
              <a:srgbClr val="1A3A2A"/>
            </a:solidFill>
            <a:prstDash val="solid"/>
          </a:ln>
        </p:spPr>
      </p:sp>
      <p:sp>
        <p:nvSpPr>
          <p:cNvPr id="92" name="Shape 90"/>
          <p:cNvSpPr/>
          <p:nvPr/>
        </p:nvSpPr>
        <p:spPr>
          <a:xfrm>
            <a:off x="5943600" y="2011680"/>
            <a:ext cx="457200" cy="9144"/>
          </a:xfrm>
          <a:prstGeom prst="rect">
            <a:avLst/>
          </a:prstGeom>
          <a:solidFill>
            <a:srgbClr val="1A3A2A"/>
          </a:solidFill>
          <a:ln w="12700">
            <a:solidFill>
              <a:srgbClr val="1A3A2A"/>
            </a:solidFill>
            <a:prstDash val="solid"/>
          </a:ln>
        </p:spPr>
      </p:sp>
      <p:sp>
        <p:nvSpPr>
          <p:cNvPr id="93" name="Shape 91"/>
          <p:cNvSpPr/>
          <p:nvPr/>
        </p:nvSpPr>
        <p:spPr>
          <a:xfrm>
            <a:off x="6537960" y="2011680"/>
            <a:ext cx="457200" cy="9144"/>
          </a:xfrm>
          <a:prstGeom prst="rect">
            <a:avLst/>
          </a:prstGeom>
          <a:solidFill>
            <a:srgbClr val="1A3A2A"/>
          </a:solidFill>
          <a:ln w="12700">
            <a:solidFill>
              <a:srgbClr val="1A3A2A"/>
            </a:solidFill>
            <a:prstDash val="solid"/>
          </a:ln>
        </p:spPr>
      </p:sp>
      <p:sp>
        <p:nvSpPr>
          <p:cNvPr id="94" name="Shape 92"/>
          <p:cNvSpPr/>
          <p:nvPr/>
        </p:nvSpPr>
        <p:spPr>
          <a:xfrm>
            <a:off x="7132320" y="2011680"/>
            <a:ext cx="457200" cy="9144"/>
          </a:xfrm>
          <a:prstGeom prst="rect">
            <a:avLst/>
          </a:prstGeom>
          <a:solidFill>
            <a:srgbClr val="1A3A2A"/>
          </a:solidFill>
          <a:ln w="12700">
            <a:solidFill>
              <a:srgbClr val="1A3A2A"/>
            </a:solidFill>
            <a:prstDash val="solid"/>
          </a:ln>
        </p:spPr>
      </p:sp>
      <p:sp>
        <p:nvSpPr>
          <p:cNvPr id="95" name="Shape 93"/>
          <p:cNvSpPr/>
          <p:nvPr/>
        </p:nvSpPr>
        <p:spPr>
          <a:xfrm>
            <a:off x="7726680" y="2011680"/>
            <a:ext cx="457200" cy="9144"/>
          </a:xfrm>
          <a:prstGeom prst="rect">
            <a:avLst/>
          </a:prstGeom>
          <a:solidFill>
            <a:srgbClr val="1A3A2A"/>
          </a:solidFill>
          <a:ln w="12700">
            <a:solidFill>
              <a:srgbClr val="1A3A2A"/>
            </a:solidFill>
            <a:prstDash val="solid"/>
          </a:ln>
        </p:spPr>
      </p:sp>
      <p:sp>
        <p:nvSpPr>
          <p:cNvPr id="96" name="Shape 94"/>
          <p:cNvSpPr/>
          <p:nvPr/>
        </p:nvSpPr>
        <p:spPr>
          <a:xfrm>
            <a:off x="8321040" y="2011680"/>
            <a:ext cx="457200" cy="9144"/>
          </a:xfrm>
          <a:prstGeom prst="rect">
            <a:avLst/>
          </a:prstGeom>
          <a:solidFill>
            <a:srgbClr val="1A3A2A"/>
          </a:solidFill>
          <a:ln w="12700">
            <a:solidFill>
              <a:srgbClr val="1A3A2A"/>
            </a:solidFill>
            <a:prstDash val="solid"/>
          </a:ln>
        </p:spPr>
      </p:sp>
      <p:sp>
        <p:nvSpPr>
          <p:cNvPr id="97" name="Shape 95"/>
          <p:cNvSpPr/>
          <p:nvPr/>
        </p:nvSpPr>
        <p:spPr>
          <a:xfrm>
            <a:off x="8915400" y="2011680"/>
            <a:ext cx="457200" cy="9144"/>
          </a:xfrm>
          <a:prstGeom prst="rect">
            <a:avLst/>
          </a:prstGeom>
          <a:solidFill>
            <a:srgbClr val="1A3A2A"/>
          </a:solidFill>
          <a:ln w="12700">
            <a:solidFill>
              <a:srgbClr val="1A3A2A"/>
            </a:solidFill>
            <a:prstDash val="solid"/>
          </a:ln>
        </p:spPr>
      </p:sp>
      <p:sp>
        <p:nvSpPr>
          <p:cNvPr id="98" name="Shape 96"/>
          <p:cNvSpPr/>
          <p:nvPr/>
        </p:nvSpPr>
        <p:spPr>
          <a:xfrm>
            <a:off x="9509760" y="2011680"/>
            <a:ext cx="457200" cy="9144"/>
          </a:xfrm>
          <a:prstGeom prst="rect">
            <a:avLst/>
          </a:prstGeom>
          <a:solidFill>
            <a:srgbClr val="1A3A2A"/>
          </a:solidFill>
          <a:ln w="12700">
            <a:solidFill>
              <a:srgbClr val="1A3A2A"/>
            </a:solidFill>
            <a:prstDash val="solid"/>
          </a:ln>
        </p:spPr>
      </p:sp>
      <p:sp>
        <p:nvSpPr>
          <p:cNvPr id="99" name="Shape 97"/>
          <p:cNvSpPr/>
          <p:nvPr/>
        </p:nvSpPr>
        <p:spPr>
          <a:xfrm>
            <a:off x="10104120" y="2011680"/>
            <a:ext cx="457200" cy="9144"/>
          </a:xfrm>
          <a:prstGeom prst="rect">
            <a:avLst/>
          </a:prstGeom>
          <a:solidFill>
            <a:srgbClr val="1A3A2A"/>
          </a:solidFill>
          <a:ln w="12700">
            <a:solidFill>
              <a:srgbClr val="1A3A2A"/>
            </a:solidFill>
            <a:prstDash val="solid"/>
          </a:ln>
        </p:spPr>
      </p:sp>
      <p:sp>
        <p:nvSpPr>
          <p:cNvPr id="100" name="Shape 98"/>
          <p:cNvSpPr/>
          <p:nvPr/>
        </p:nvSpPr>
        <p:spPr>
          <a:xfrm>
            <a:off x="10698480" y="2011680"/>
            <a:ext cx="457200" cy="9144"/>
          </a:xfrm>
          <a:prstGeom prst="rect">
            <a:avLst/>
          </a:prstGeom>
          <a:solidFill>
            <a:srgbClr val="1A3A2A"/>
          </a:solidFill>
          <a:ln w="12700">
            <a:solidFill>
              <a:srgbClr val="1A3A2A"/>
            </a:solidFill>
            <a:prstDash val="solid"/>
          </a:ln>
        </p:spPr>
      </p:sp>
      <p:sp>
        <p:nvSpPr>
          <p:cNvPr id="101" name="Shape 99"/>
          <p:cNvSpPr/>
          <p:nvPr/>
        </p:nvSpPr>
        <p:spPr>
          <a:xfrm>
            <a:off x="11292840" y="2011680"/>
            <a:ext cx="457200" cy="9144"/>
          </a:xfrm>
          <a:prstGeom prst="rect">
            <a:avLst/>
          </a:prstGeom>
          <a:solidFill>
            <a:srgbClr val="1A3A2A"/>
          </a:solidFill>
          <a:ln w="12700">
            <a:solidFill>
              <a:srgbClr val="1A3A2A"/>
            </a:solidFill>
            <a:prstDash val="solid"/>
          </a:ln>
        </p:spPr>
      </p:sp>
      <p:sp>
        <p:nvSpPr>
          <p:cNvPr id="102" name="Shape 100"/>
          <p:cNvSpPr/>
          <p:nvPr/>
        </p:nvSpPr>
        <p:spPr>
          <a:xfrm>
            <a:off x="292608" y="2514600"/>
            <a:ext cx="457200" cy="9144"/>
          </a:xfrm>
          <a:prstGeom prst="rect">
            <a:avLst/>
          </a:prstGeom>
          <a:solidFill>
            <a:srgbClr val="1A3A2A"/>
          </a:solidFill>
          <a:ln w="12700">
            <a:solidFill>
              <a:srgbClr val="1A3A2A"/>
            </a:solidFill>
            <a:prstDash val="solid"/>
          </a:ln>
        </p:spPr>
      </p:sp>
      <p:sp>
        <p:nvSpPr>
          <p:cNvPr id="103" name="Shape 101"/>
          <p:cNvSpPr/>
          <p:nvPr/>
        </p:nvSpPr>
        <p:spPr>
          <a:xfrm>
            <a:off x="886968" y="2514600"/>
            <a:ext cx="457200" cy="9144"/>
          </a:xfrm>
          <a:prstGeom prst="rect">
            <a:avLst/>
          </a:prstGeom>
          <a:solidFill>
            <a:srgbClr val="1A3A2A"/>
          </a:solidFill>
          <a:ln w="12700">
            <a:solidFill>
              <a:srgbClr val="1A3A2A"/>
            </a:solidFill>
            <a:prstDash val="solid"/>
          </a:ln>
        </p:spPr>
      </p:sp>
      <p:sp>
        <p:nvSpPr>
          <p:cNvPr id="104" name="Shape 102"/>
          <p:cNvSpPr/>
          <p:nvPr/>
        </p:nvSpPr>
        <p:spPr>
          <a:xfrm>
            <a:off x="1481328" y="2514600"/>
            <a:ext cx="457200" cy="9144"/>
          </a:xfrm>
          <a:prstGeom prst="rect">
            <a:avLst/>
          </a:prstGeom>
          <a:solidFill>
            <a:srgbClr val="1A3A2A"/>
          </a:solidFill>
          <a:ln w="12700">
            <a:solidFill>
              <a:srgbClr val="1A3A2A"/>
            </a:solidFill>
            <a:prstDash val="solid"/>
          </a:ln>
        </p:spPr>
      </p:sp>
      <p:sp>
        <p:nvSpPr>
          <p:cNvPr id="105" name="Shape 103"/>
          <p:cNvSpPr/>
          <p:nvPr/>
        </p:nvSpPr>
        <p:spPr>
          <a:xfrm>
            <a:off x="2075688" y="2514600"/>
            <a:ext cx="457200" cy="9144"/>
          </a:xfrm>
          <a:prstGeom prst="rect">
            <a:avLst/>
          </a:prstGeom>
          <a:solidFill>
            <a:srgbClr val="1A3A2A"/>
          </a:solidFill>
          <a:ln w="12700">
            <a:solidFill>
              <a:srgbClr val="1A3A2A"/>
            </a:solidFill>
            <a:prstDash val="solid"/>
          </a:ln>
        </p:spPr>
      </p:sp>
      <p:sp>
        <p:nvSpPr>
          <p:cNvPr id="106" name="Shape 104"/>
          <p:cNvSpPr/>
          <p:nvPr/>
        </p:nvSpPr>
        <p:spPr>
          <a:xfrm>
            <a:off x="2670048" y="2514600"/>
            <a:ext cx="457200" cy="9144"/>
          </a:xfrm>
          <a:prstGeom prst="rect">
            <a:avLst/>
          </a:prstGeom>
          <a:solidFill>
            <a:srgbClr val="1A3A2A"/>
          </a:solidFill>
          <a:ln w="12700">
            <a:solidFill>
              <a:srgbClr val="1A3A2A"/>
            </a:solidFill>
            <a:prstDash val="solid"/>
          </a:ln>
        </p:spPr>
      </p:sp>
      <p:sp>
        <p:nvSpPr>
          <p:cNvPr id="107" name="Shape 105"/>
          <p:cNvSpPr/>
          <p:nvPr/>
        </p:nvSpPr>
        <p:spPr>
          <a:xfrm>
            <a:off x="3264408" y="2514600"/>
            <a:ext cx="457200" cy="9144"/>
          </a:xfrm>
          <a:prstGeom prst="rect">
            <a:avLst/>
          </a:prstGeom>
          <a:solidFill>
            <a:srgbClr val="1A3A2A"/>
          </a:solidFill>
          <a:ln w="12700">
            <a:solidFill>
              <a:srgbClr val="1A3A2A"/>
            </a:solidFill>
            <a:prstDash val="solid"/>
          </a:ln>
        </p:spPr>
      </p:sp>
      <p:sp>
        <p:nvSpPr>
          <p:cNvPr id="108" name="Shape 106"/>
          <p:cNvSpPr/>
          <p:nvPr/>
        </p:nvSpPr>
        <p:spPr>
          <a:xfrm>
            <a:off x="3858768" y="2514600"/>
            <a:ext cx="457200" cy="9144"/>
          </a:xfrm>
          <a:prstGeom prst="rect">
            <a:avLst/>
          </a:prstGeom>
          <a:solidFill>
            <a:srgbClr val="1A3A2A"/>
          </a:solidFill>
          <a:ln w="12700">
            <a:solidFill>
              <a:srgbClr val="1A3A2A"/>
            </a:solidFill>
            <a:prstDash val="solid"/>
          </a:ln>
        </p:spPr>
      </p:sp>
      <p:sp>
        <p:nvSpPr>
          <p:cNvPr id="109" name="Shape 107"/>
          <p:cNvSpPr/>
          <p:nvPr/>
        </p:nvSpPr>
        <p:spPr>
          <a:xfrm>
            <a:off x="4453128" y="2514600"/>
            <a:ext cx="457200" cy="9144"/>
          </a:xfrm>
          <a:prstGeom prst="rect">
            <a:avLst/>
          </a:prstGeom>
          <a:solidFill>
            <a:srgbClr val="1A3A2A"/>
          </a:solidFill>
          <a:ln w="12700">
            <a:solidFill>
              <a:srgbClr val="1A3A2A"/>
            </a:solidFill>
            <a:prstDash val="solid"/>
          </a:ln>
        </p:spPr>
      </p:sp>
      <p:sp>
        <p:nvSpPr>
          <p:cNvPr id="110" name="Shape 108"/>
          <p:cNvSpPr/>
          <p:nvPr/>
        </p:nvSpPr>
        <p:spPr>
          <a:xfrm>
            <a:off x="5047488" y="2514600"/>
            <a:ext cx="457200" cy="9144"/>
          </a:xfrm>
          <a:prstGeom prst="rect">
            <a:avLst/>
          </a:prstGeom>
          <a:solidFill>
            <a:srgbClr val="1A3A2A"/>
          </a:solidFill>
          <a:ln w="12700">
            <a:solidFill>
              <a:srgbClr val="1A3A2A"/>
            </a:solidFill>
            <a:prstDash val="solid"/>
          </a:ln>
        </p:spPr>
      </p:sp>
      <p:sp>
        <p:nvSpPr>
          <p:cNvPr id="111" name="Shape 109"/>
          <p:cNvSpPr/>
          <p:nvPr/>
        </p:nvSpPr>
        <p:spPr>
          <a:xfrm>
            <a:off x="5641848" y="2514600"/>
            <a:ext cx="457200" cy="9144"/>
          </a:xfrm>
          <a:prstGeom prst="rect">
            <a:avLst/>
          </a:prstGeom>
          <a:solidFill>
            <a:srgbClr val="1A3A2A"/>
          </a:solidFill>
          <a:ln w="12700">
            <a:solidFill>
              <a:srgbClr val="1A3A2A"/>
            </a:solidFill>
            <a:prstDash val="solid"/>
          </a:ln>
        </p:spPr>
      </p:sp>
      <p:sp>
        <p:nvSpPr>
          <p:cNvPr id="112" name="Shape 110"/>
          <p:cNvSpPr/>
          <p:nvPr/>
        </p:nvSpPr>
        <p:spPr>
          <a:xfrm>
            <a:off x="6236208" y="2514600"/>
            <a:ext cx="457200" cy="9144"/>
          </a:xfrm>
          <a:prstGeom prst="rect">
            <a:avLst/>
          </a:prstGeom>
          <a:solidFill>
            <a:srgbClr val="1A3A2A"/>
          </a:solidFill>
          <a:ln w="12700">
            <a:solidFill>
              <a:srgbClr val="1A3A2A"/>
            </a:solidFill>
            <a:prstDash val="solid"/>
          </a:ln>
        </p:spPr>
      </p:sp>
      <p:sp>
        <p:nvSpPr>
          <p:cNvPr id="113" name="Shape 111"/>
          <p:cNvSpPr/>
          <p:nvPr/>
        </p:nvSpPr>
        <p:spPr>
          <a:xfrm>
            <a:off x="6830568" y="2514600"/>
            <a:ext cx="457200" cy="9144"/>
          </a:xfrm>
          <a:prstGeom prst="rect">
            <a:avLst/>
          </a:prstGeom>
          <a:solidFill>
            <a:srgbClr val="1A3A2A"/>
          </a:solidFill>
          <a:ln w="12700">
            <a:solidFill>
              <a:srgbClr val="1A3A2A"/>
            </a:solidFill>
            <a:prstDash val="solid"/>
          </a:ln>
        </p:spPr>
      </p:sp>
      <p:sp>
        <p:nvSpPr>
          <p:cNvPr id="114" name="Shape 112"/>
          <p:cNvSpPr/>
          <p:nvPr/>
        </p:nvSpPr>
        <p:spPr>
          <a:xfrm>
            <a:off x="7424928" y="2514600"/>
            <a:ext cx="457200" cy="9144"/>
          </a:xfrm>
          <a:prstGeom prst="rect">
            <a:avLst/>
          </a:prstGeom>
          <a:solidFill>
            <a:srgbClr val="1A3A2A"/>
          </a:solidFill>
          <a:ln w="12700">
            <a:solidFill>
              <a:srgbClr val="1A3A2A"/>
            </a:solidFill>
            <a:prstDash val="solid"/>
          </a:ln>
        </p:spPr>
      </p:sp>
      <p:sp>
        <p:nvSpPr>
          <p:cNvPr id="115" name="Shape 113"/>
          <p:cNvSpPr/>
          <p:nvPr/>
        </p:nvSpPr>
        <p:spPr>
          <a:xfrm>
            <a:off x="8019288" y="2514600"/>
            <a:ext cx="457200" cy="9144"/>
          </a:xfrm>
          <a:prstGeom prst="rect">
            <a:avLst/>
          </a:prstGeom>
          <a:solidFill>
            <a:srgbClr val="1A3A2A"/>
          </a:solidFill>
          <a:ln w="12700">
            <a:solidFill>
              <a:srgbClr val="1A3A2A"/>
            </a:solidFill>
            <a:prstDash val="solid"/>
          </a:ln>
        </p:spPr>
      </p:sp>
      <p:sp>
        <p:nvSpPr>
          <p:cNvPr id="116" name="Shape 114"/>
          <p:cNvSpPr/>
          <p:nvPr/>
        </p:nvSpPr>
        <p:spPr>
          <a:xfrm>
            <a:off x="8613648" y="2514600"/>
            <a:ext cx="457200" cy="9144"/>
          </a:xfrm>
          <a:prstGeom prst="rect">
            <a:avLst/>
          </a:prstGeom>
          <a:solidFill>
            <a:srgbClr val="1A3A2A"/>
          </a:solidFill>
          <a:ln w="12700">
            <a:solidFill>
              <a:srgbClr val="1A3A2A"/>
            </a:solidFill>
            <a:prstDash val="solid"/>
          </a:ln>
        </p:spPr>
      </p:sp>
      <p:sp>
        <p:nvSpPr>
          <p:cNvPr id="117" name="Shape 115"/>
          <p:cNvSpPr/>
          <p:nvPr/>
        </p:nvSpPr>
        <p:spPr>
          <a:xfrm>
            <a:off x="9208008" y="2514600"/>
            <a:ext cx="457200" cy="9144"/>
          </a:xfrm>
          <a:prstGeom prst="rect">
            <a:avLst/>
          </a:prstGeom>
          <a:solidFill>
            <a:srgbClr val="1A3A2A"/>
          </a:solidFill>
          <a:ln w="12700">
            <a:solidFill>
              <a:srgbClr val="1A3A2A"/>
            </a:solidFill>
            <a:prstDash val="solid"/>
          </a:ln>
        </p:spPr>
      </p:sp>
      <p:sp>
        <p:nvSpPr>
          <p:cNvPr id="118" name="Shape 116"/>
          <p:cNvSpPr/>
          <p:nvPr/>
        </p:nvSpPr>
        <p:spPr>
          <a:xfrm>
            <a:off x="9802368" y="2514600"/>
            <a:ext cx="457200" cy="9144"/>
          </a:xfrm>
          <a:prstGeom prst="rect">
            <a:avLst/>
          </a:prstGeom>
          <a:solidFill>
            <a:srgbClr val="1A3A2A"/>
          </a:solidFill>
          <a:ln w="12700">
            <a:solidFill>
              <a:srgbClr val="1A3A2A"/>
            </a:solidFill>
            <a:prstDash val="solid"/>
          </a:ln>
        </p:spPr>
      </p:sp>
      <p:sp>
        <p:nvSpPr>
          <p:cNvPr id="119" name="Shape 117"/>
          <p:cNvSpPr/>
          <p:nvPr/>
        </p:nvSpPr>
        <p:spPr>
          <a:xfrm>
            <a:off x="10396728" y="2514600"/>
            <a:ext cx="457200" cy="9144"/>
          </a:xfrm>
          <a:prstGeom prst="rect">
            <a:avLst/>
          </a:prstGeom>
          <a:solidFill>
            <a:srgbClr val="1A3A2A"/>
          </a:solidFill>
          <a:ln w="12700">
            <a:solidFill>
              <a:srgbClr val="1A3A2A"/>
            </a:solidFill>
            <a:prstDash val="solid"/>
          </a:ln>
        </p:spPr>
      </p:sp>
      <p:sp>
        <p:nvSpPr>
          <p:cNvPr id="120" name="Shape 118"/>
          <p:cNvSpPr/>
          <p:nvPr/>
        </p:nvSpPr>
        <p:spPr>
          <a:xfrm>
            <a:off x="10991088" y="2514600"/>
            <a:ext cx="457200" cy="9144"/>
          </a:xfrm>
          <a:prstGeom prst="rect">
            <a:avLst/>
          </a:prstGeom>
          <a:solidFill>
            <a:srgbClr val="1A3A2A"/>
          </a:solidFill>
          <a:ln w="12700">
            <a:solidFill>
              <a:srgbClr val="1A3A2A"/>
            </a:solidFill>
            <a:prstDash val="solid"/>
          </a:ln>
        </p:spPr>
      </p:sp>
      <p:sp>
        <p:nvSpPr>
          <p:cNvPr id="121" name="Shape 119"/>
          <p:cNvSpPr/>
          <p:nvPr/>
        </p:nvSpPr>
        <p:spPr>
          <a:xfrm>
            <a:off x="11585448" y="2514600"/>
            <a:ext cx="457200" cy="9144"/>
          </a:xfrm>
          <a:prstGeom prst="rect">
            <a:avLst/>
          </a:prstGeom>
          <a:solidFill>
            <a:srgbClr val="1A3A2A"/>
          </a:solidFill>
          <a:ln w="12700">
            <a:solidFill>
              <a:srgbClr val="1A3A2A"/>
            </a:solidFill>
            <a:prstDash val="solid"/>
          </a:ln>
        </p:spPr>
      </p:sp>
      <p:sp>
        <p:nvSpPr>
          <p:cNvPr id="122" name="Shape 120"/>
          <p:cNvSpPr/>
          <p:nvPr/>
        </p:nvSpPr>
        <p:spPr>
          <a:xfrm>
            <a:off x="0" y="3017520"/>
            <a:ext cx="457200" cy="9144"/>
          </a:xfrm>
          <a:prstGeom prst="rect">
            <a:avLst/>
          </a:prstGeom>
          <a:solidFill>
            <a:srgbClr val="1A3A2A"/>
          </a:solidFill>
          <a:ln w="12700">
            <a:solidFill>
              <a:srgbClr val="1A3A2A"/>
            </a:solidFill>
            <a:prstDash val="solid"/>
          </a:ln>
        </p:spPr>
      </p:sp>
      <p:sp>
        <p:nvSpPr>
          <p:cNvPr id="123" name="Shape 121"/>
          <p:cNvSpPr/>
          <p:nvPr/>
        </p:nvSpPr>
        <p:spPr>
          <a:xfrm>
            <a:off x="594360" y="3017520"/>
            <a:ext cx="457200" cy="9144"/>
          </a:xfrm>
          <a:prstGeom prst="rect">
            <a:avLst/>
          </a:prstGeom>
          <a:solidFill>
            <a:srgbClr val="1A3A2A"/>
          </a:solidFill>
          <a:ln w="12700">
            <a:solidFill>
              <a:srgbClr val="1A3A2A"/>
            </a:solidFill>
            <a:prstDash val="solid"/>
          </a:ln>
        </p:spPr>
      </p:sp>
      <p:sp>
        <p:nvSpPr>
          <p:cNvPr id="124" name="Shape 122"/>
          <p:cNvSpPr/>
          <p:nvPr/>
        </p:nvSpPr>
        <p:spPr>
          <a:xfrm>
            <a:off x="1188720" y="3017520"/>
            <a:ext cx="457200" cy="9144"/>
          </a:xfrm>
          <a:prstGeom prst="rect">
            <a:avLst/>
          </a:prstGeom>
          <a:solidFill>
            <a:srgbClr val="1A3A2A"/>
          </a:solidFill>
          <a:ln w="12700">
            <a:solidFill>
              <a:srgbClr val="1A3A2A"/>
            </a:solidFill>
            <a:prstDash val="solid"/>
          </a:ln>
        </p:spPr>
      </p:sp>
      <p:sp>
        <p:nvSpPr>
          <p:cNvPr id="125" name="Shape 123"/>
          <p:cNvSpPr/>
          <p:nvPr/>
        </p:nvSpPr>
        <p:spPr>
          <a:xfrm>
            <a:off x="1783080" y="3017520"/>
            <a:ext cx="457200" cy="9144"/>
          </a:xfrm>
          <a:prstGeom prst="rect">
            <a:avLst/>
          </a:prstGeom>
          <a:solidFill>
            <a:srgbClr val="1A3A2A"/>
          </a:solidFill>
          <a:ln w="12700">
            <a:solidFill>
              <a:srgbClr val="1A3A2A"/>
            </a:solidFill>
            <a:prstDash val="solid"/>
          </a:ln>
        </p:spPr>
      </p:sp>
      <p:sp>
        <p:nvSpPr>
          <p:cNvPr id="126" name="Shape 124"/>
          <p:cNvSpPr/>
          <p:nvPr/>
        </p:nvSpPr>
        <p:spPr>
          <a:xfrm>
            <a:off x="2377440" y="3017520"/>
            <a:ext cx="457200" cy="9144"/>
          </a:xfrm>
          <a:prstGeom prst="rect">
            <a:avLst/>
          </a:prstGeom>
          <a:solidFill>
            <a:srgbClr val="1A3A2A"/>
          </a:solidFill>
          <a:ln w="12700">
            <a:solidFill>
              <a:srgbClr val="1A3A2A"/>
            </a:solidFill>
            <a:prstDash val="solid"/>
          </a:ln>
        </p:spPr>
      </p:sp>
      <p:sp>
        <p:nvSpPr>
          <p:cNvPr id="127" name="Shape 125"/>
          <p:cNvSpPr/>
          <p:nvPr/>
        </p:nvSpPr>
        <p:spPr>
          <a:xfrm>
            <a:off x="2971800" y="3017520"/>
            <a:ext cx="457200" cy="9144"/>
          </a:xfrm>
          <a:prstGeom prst="rect">
            <a:avLst/>
          </a:prstGeom>
          <a:solidFill>
            <a:srgbClr val="1A3A2A"/>
          </a:solidFill>
          <a:ln w="12700">
            <a:solidFill>
              <a:srgbClr val="1A3A2A"/>
            </a:solidFill>
            <a:prstDash val="solid"/>
          </a:ln>
        </p:spPr>
      </p:sp>
      <p:sp>
        <p:nvSpPr>
          <p:cNvPr id="128" name="Shape 126"/>
          <p:cNvSpPr/>
          <p:nvPr/>
        </p:nvSpPr>
        <p:spPr>
          <a:xfrm>
            <a:off x="3566160" y="3017520"/>
            <a:ext cx="457200" cy="9144"/>
          </a:xfrm>
          <a:prstGeom prst="rect">
            <a:avLst/>
          </a:prstGeom>
          <a:solidFill>
            <a:srgbClr val="1A3A2A"/>
          </a:solidFill>
          <a:ln w="12700">
            <a:solidFill>
              <a:srgbClr val="1A3A2A"/>
            </a:solidFill>
            <a:prstDash val="solid"/>
          </a:ln>
        </p:spPr>
      </p:sp>
      <p:sp>
        <p:nvSpPr>
          <p:cNvPr id="129" name="Shape 127"/>
          <p:cNvSpPr/>
          <p:nvPr/>
        </p:nvSpPr>
        <p:spPr>
          <a:xfrm>
            <a:off x="4160520" y="3017520"/>
            <a:ext cx="457200" cy="9144"/>
          </a:xfrm>
          <a:prstGeom prst="rect">
            <a:avLst/>
          </a:prstGeom>
          <a:solidFill>
            <a:srgbClr val="1A3A2A"/>
          </a:solidFill>
          <a:ln w="12700">
            <a:solidFill>
              <a:srgbClr val="1A3A2A"/>
            </a:solidFill>
            <a:prstDash val="solid"/>
          </a:ln>
        </p:spPr>
      </p:sp>
      <p:sp>
        <p:nvSpPr>
          <p:cNvPr id="130" name="Shape 128"/>
          <p:cNvSpPr/>
          <p:nvPr/>
        </p:nvSpPr>
        <p:spPr>
          <a:xfrm>
            <a:off x="4754880" y="3017520"/>
            <a:ext cx="457200" cy="9144"/>
          </a:xfrm>
          <a:prstGeom prst="rect">
            <a:avLst/>
          </a:prstGeom>
          <a:solidFill>
            <a:srgbClr val="1A3A2A"/>
          </a:solidFill>
          <a:ln w="12700">
            <a:solidFill>
              <a:srgbClr val="1A3A2A"/>
            </a:solidFill>
            <a:prstDash val="solid"/>
          </a:ln>
        </p:spPr>
      </p:sp>
      <p:sp>
        <p:nvSpPr>
          <p:cNvPr id="131" name="Shape 129"/>
          <p:cNvSpPr/>
          <p:nvPr/>
        </p:nvSpPr>
        <p:spPr>
          <a:xfrm>
            <a:off x="5349240" y="3017520"/>
            <a:ext cx="457200" cy="9144"/>
          </a:xfrm>
          <a:prstGeom prst="rect">
            <a:avLst/>
          </a:prstGeom>
          <a:solidFill>
            <a:srgbClr val="1A3A2A"/>
          </a:solidFill>
          <a:ln w="12700">
            <a:solidFill>
              <a:srgbClr val="1A3A2A"/>
            </a:solidFill>
            <a:prstDash val="solid"/>
          </a:ln>
        </p:spPr>
      </p:sp>
      <p:sp>
        <p:nvSpPr>
          <p:cNvPr id="132" name="Shape 130"/>
          <p:cNvSpPr/>
          <p:nvPr/>
        </p:nvSpPr>
        <p:spPr>
          <a:xfrm>
            <a:off x="5943600" y="3017520"/>
            <a:ext cx="457200" cy="9144"/>
          </a:xfrm>
          <a:prstGeom prst="rect">
            <a:avLst/>
          </a:prstGeom>
          <a:solidFill>
            <a:srgbClr val="1A3A2A"/>
          </a:solidFill>
          <a:ln w="12700">
            <a:solidFill>
              <a:srgbClr val="1A3A2A"/>
            </a:solidFill>
            <a:prstDash val="solid"/>
          </a:ln>
        </p:spPr>
      </p:sp>
      <p:sp>
        <p:nvSpPr>
          <p:cNvPr id="133" name="Shape 131"/>
          <p:cNvSpPr/>
          <p:nvPr/>
        </p:nvSpPr>
        <p:spPr>
          <a:xfrm>
            <a:off x="6537960" y="3017520"/>
            <a:ext cx="457200" cy="9144"/>
          </a:xfrm>
          <a:prstGeom prst="rect">
            <a:avLst/>
          </a:prstGeom>
          <a:solidFill>
            <a:srgbClr val="1A3A2A"/>
          </a:solidFill>
          <a:ln w="12700">
            <a:solidFill>
              <a:srgbClr val="1A3A2A"/>
            </a:solidFill>
            <a:prstDash val="solid"/>
          </a:ln>
        </p:spPr>
      </p:sp>
      <p:sp>
        <p:nvSpPr>
          <p:cNvPr id="134" name="Shape 132"/>
          <p:cNvSpPr/>
          <p:nvPr/>
        </p:nvSpPr>
        <p:spPr>
          <a:xfrm>
            <a:off x="7132320" y="3017520"/>
            <a:ext cx="457200" cy="9144"/>
          </a:xfrm>
          <a:prstGeom prst="rect">
            <a:avLst/>
          </a:prstGeom>
          <a:solidFill>
            <a:srgbClr val="1A3A2A"/>
          </a:solidFill>
          <a:ln w="12700">
            <a:solidFill>
              <a:srgbClr val="1A3A2A"/>
            </a:solidFill>
            <a:prstDash val="solid"/>
          </a:ln>
        </p:spPr>
      </p:sp>
      <p:sp>
        <p:nvSpPr>
          <p:cNvPr id="135" name="Shape 133"/>
          <p:cNvSpPr/>
          <p:nvPr/>
        </p:nvSpPr>
        <p:spPr>
          <a:xfrm>
            <a:off x="7726680" y="3017520"/>
            <a:ext cx="457200" cy="9144"/>
          </a:xfrm>
          <a:prstGeom prst="rect">
            <a:avLst/>
          </a:prstGeom>
          <a:solidFill>
            <a:srgbClr val="1A3A2A"/>
          </a:solidFill>
          <a:ln w="12700">
            <a:solidFill>
              <a:srgbClr val="1A3A2A"/>
            </a:solidFill>
            <a:prstDash val="solid"/>
          </a:ln>
        </p:spPr>
      </p:sp>
      <p:sp>
        <p:nvSpPr>
          <p:cNvPr id="136" name="Shape 134"/>
          <p:cNvSpPr/>
          <p:nvPr/>
        </p:nvSpPr>
        <p:spPr>
          <a:xfrm>
            <a:off x="8321040" y="3017520"/>
            <a:ext cx="457200" cy="9144"/>
          </a:xfrm>
          <a:prstGeom prst="rect">
            <a:avLst/>
          </a:prstGeom>
          <a:solidFill>
            <a:srgbClr val="1A3A2A"/>
          </a:solidFill>
          <a:ln w="12700">
            <a:solidFill>
              <a:srgbClr val="1A3A2A"/>
            </a:solidFill>
            <a:prstDash val="solid"/>
          </a:ln>
        </p:spPr>
      </p:sp>
      <p:sp>
        <p:nvSpPr>
          <p:cNvPr id="137" name="Shape 135"/>
          <p:cNvSpPr/>
          <p:nvPr/>
        </p:nvSpPr>
        <p:spPr>
          <a:xfrm>
            <a:off x="8915400" y="3017520"/>
            <a:ext cx="457200" cy="9144"/>
          </a:xfrm>
          <a:prstGeom prst="rect">
            <a:avLst/>
          </a:prstGeom>
          <a:solidFill>
            <a:srgbClr val="1A3A2A"/>
          </a:solidFill>
          <a:ln w="12700">
            <a:solidFill>
              <a:srgbClr val="1A3A2A"/>
            </a:solidFill>
            <a:prstDash val="solid"/>
          </a:ln>
        </p:spPr>
      </p:sp>
      <p:sp>
        <p:nvSpPr>
          <p:cNvPr id="138" name="Shape 136"/>
          <p:cNvSpPr/>
          <p:nvPr/>
        </p:nvSpPr>
        <p:spPr>
          <a:xfrm>
            <a:off x="9509760" y="3017520"/>
            <a:ext cx="457200" cy="9144"/>
          </a:xfrm>
          <a:prstGeom prst="rect">
            <a:avLst/>
          </a:prstGeom>
          <a:solidFill>
            <a:srgbClr val="1A3A2A"/>
          </a:solidFill>
          <a:ln w="12700">
            <a:solidFill>
              <a:srgbClr val="1A3A2A"/>
            </a:solidFill>
            <a:prstDash val="solid"/>
          </a:ln>
        </p:spPr>
      </p:sp>
      <p:sp>
        <p:nvSpPr>
          <p:cNvPr id="139" name="Shape 137"/>
          <p:cNvSpPr/>
          <p:nvPr/>
        </p:nvSpPr>
        <p:spPr>
          <a:xfrm>
            <a:off x="10104120" y="3017520"/>
            <a:ext cx="457200" cy="9144"/>
          </a:xfrm>
          <a:prstGeom prst="rect">
            <a:avLst/>
          </a:prstGeom>
          <a:solidFill>
            <a:srgbClr val="1A3A2A"/>
          </a:solidFill>
          <a:ln w="12700">
            <a:solidFill>
              <a:srgbClr val="1A3A2A"/>
            </a:solidFill>
            <a:prstDash val="solid"/>
          </a:ln>
        </p:spPr>
      </p:sp>
      <p:sp>
        <p:nvSpPr>
          <p:cNvPr id="140" name="Shape 138"/>
          <p:cNvSpPr/>
          <p:nvPr/>
        </p:nvSpPr>
        <p:spPr>
          <a:xfrm>
            <a:off x="10698480" y="3017520"/>
            <a:ext cx="457200" cy="9144"/>
          </a:xfrm>
          <a:prstGeom prst="rect">
            <a:avLst/>
          </a:prstGeom>
          <a:solidFill>
            <a:srgbClr val="1A3A2A"/>
          </a:solidFill>
          <a:ln w="12700">
            <a:solidFill>
              <a:srgbClr val="1A3A2A"/>
            </a:solidFill>
            <a:prstDash val="solid"/>
          </a:ln>
        </p:spPr>
      </p:sp>
      <p:sp>
        <p:nvSpPr>
          <p:cNvPr id="141" name="Shape 139"/>
          <p:cNvSpPr/>
          <p:nvPr/>
        </p:nvSpPr>
        <p:spPr>
          <a:xfrm>
            <a:off x="11292840" y="3017520"/>
            <a:ext cx="457200" cy="9144"/>
          </a:xfrm>
          <a:prstGeom prst="rect">
            <a:avLst/>
          </a:prstGeom>
          <a:solidFill>
            <a:srgbClr val="1A3A2A"/>
          </a:solidFill>
          <a:ln w="12700">
            <a:solidFill>
              <a:srgbClr val="1A3A2A"/>
            </a:solidFill>
            <a:prstDash val="solid"/>
          </a:ln>
        </p:spPr>
      </p:sp>
      <p:sp>
        <p:nvSpPr>
          <p:cNvPr id="142" name="Shape 140"/>
          <p:cNvSpPr/>
          <p:nvPr/>
        </p:nvSpPr>
        <p:spPr>
          <a:xfrm>
            <a:off x="292608" y="3520440"/>
            <a:ext cx="457200" cy="9144"/>
          </a:xfrm>
          <a:prstGeom prst="rect">
            <a:avLst/>
          </a:prstGeom>
          <a:solidFill>
            <a:srgbClr val="1A3A2A"/>
          </a:solidFill>
          <a:ln w="12700">
            <a:solidFill>
              <a:srgbClr val="1A3A2A"/>
            </a:solidFill>
            <a:prstDash val="solid"/>
          </a:ln>
        </p:spPr>
      </p:sp>
      <p:sp>
        <p:nvSpPr>
          <p:cNvPr id="143" name="Shape 141"/>
          <p:cNvSpPr/>
          <p:nvPr/>
        </p:nvSpPr>
        <p:spPr>
          <a:xfrm>
            <a:off x="886968" y="3520440"/>
            <a:ext cx="457200" cy="9144"/>
          </a:xfrm>
          <a:prstGeom prst="rect">
            <a:avLst/>
          </a:prstGeom>
          <a:solidFill>
            <a:srgbClr val="1A3A2A"/>
          </a:solidFill>
          <a:ln w="12700">
            <a:solidFill>
              <a:srgbClr val="1A3A2A"/>
            </a:solidFill>
            <a:prstDash val="solid"/>
          </a:ln>
        </p:spPr>
      </p:sp>
      <p:sp>
        <p:nvSpPr>
          <p:cNvPr id="144" name="Shape 142"/>
          <p:cNvSpPr/>
          <p:nvPr/>
        </p:nvSpPr>
        <p:spPr>
          <a:xfrm>
            <a:off x="1481328" y="3520440"/>
            <a:ext cx="457200" cy="9144"/>
          </a:xfrm>
          <a:prstGeom prst="rect">
            <a:avLst/>
          </a:prstGeom>
          <a:solidFill>
            <a:srgbClr val="1A3A2A"/>
          </a:solidFill>
          <a:ln w="12700">
            <a:solidFill>
              <a:srgbClr val="1A3A2A"/>
            </a:solidFill>
            <a:prstDash val="solid"/>
          </a:ln>
        </p:spPr>
      </p:sp>
      <p:sp>
        <p:nvSpPr>
          <p:cNvPr id="145" name="Shape 143"/>
          <p:cNvSpPr/>
          <p:nvPr/>
        </p:nvSpPr>
        <p:spPr>
          <a:xfrm>
            <a:off x="2075688" y="3520440"/>
            <a:ext cx="457200" cy="9144"/>
          </a:xfrm>
          <a:prstGeom prst="rect">
            <a:avLst/>
          </a:prstGeom>
          <a:solidFill>
            <a:srgbClr val="1A3A2A"/>
          </a:solidFill>
          <a:ln w="12700">
            <a:solidFill>
              <a:srgbClr val="1A3A2A"/>
            </a:solidFill>
            <a:prstDash val="solid"/>
          </a:ln>
        </p:spPr>
      </p:sp>
      <p:sp>
        <p:nvSpPr>
          <p:cNvPr id="146" name="Shape 144"/>
          <p:cNvSpPr/>
          <p:nvPr/>
        </p:nvSpPr>
        <p:spPr>
          <a:xfrm>
            <a:off x="2670048" y="3520440"/>
            <a:ext cx="457200" cy="9144"/>
          </a:xfrm>
          <a:prstGeom prst="rect">
            <a:avLst/>
          </a:prstGeom>
          <a:solidFill>
            <a:srgbClr val="1A3A2A"/>
          </a:solidFill>
          <a:ln w="12700">
            <a:solidFill>
              <a:srgbClr val="1A3A2A"/>
            </a:solidFill>
            <a:prstDash val="solid"/>
          </a:ln>
        </p:spPr>
      </p:sp>
      <p:sp>
        <p:nvSpPr>
          <p:cNvPr id="147" name="Shape 145"/>
          <p:cNvSpPr/>
          <p:nvPr/>
        </p:nvSpPr>
        <p:spPr>
          <a:xfrm>
            <a:off x="3264408" y="3520440"/>
            <a:ext cx="457200" cy="9144"/>
          </a:xfrm>
          <a:prstGeom prst="rect">
            <a:avLst/>
          </a:prstGeom>
          <a:solidFill>
            <a:srgbClr val="1A3A2A"/>
          </a:solidFill>
          <a:ln w="12700">
            <a:solidFill>
              <a:srgbClr val="1A3A2A"/>
            </a:solidFill>
            <a:prstDash val="solid"/>
          </a:ln>
        </p:spPr>
      </p:sp>
      <p:sp>
        <p:nvSpPr>
          <p:cNvPr id="148" name="Shape 146"/>
          <p:cNvSpPr/>
          <p:nvPr/>
        </p:nvSpPr>
        <p:spPr>
          <a:xfrm>
            <a:off x="3858768" y="3520440"/>
            <a:ext cx="457200" cy="9144"/>
          </a:xfrm>
          <a:prstGeom prst="rect">
            <a:avLst/>
          </a:prstGeom>
          <a:solidFill>
            <a:srgbClr val="1A3A2A"/>
          </a:solidFill>
          <a:ln w="12700">
            <a:solidFill>
              <a:srgbClr val="1A3A2A"/>
            </a:solidFill>
            <a:prstDash val="solid"/>
          </a:ln>
        </p:spPr>
      </p:sp>
      <p:sp>
        <p:nvSpPr>
          <p:cNvPr id="149" name="Shape 147"/>
          <p:cNvSpPr/>
          <p:nvPr/>
        </p:nvSpPr>
        <p:spPr>
          <a:xfrm>
            <a:off x="4453128" y="3520440"/>
            <a:ext cx="457200" cy="9144"/>
          </a:xfrm>
          <a:prstGeom prst="rect">
            <a:avLst/>
          </a:prstGeom>
          <a:solidFill>
            <a:srgbClr val="1A3A2A"/>
          </a:solidFill>
          <a:ln w="12700">
            <a:solidFill>
              <a:srgbClr val="1A3A2A"/>
            </a:solidFill>
            <a:prstDash val="solid"/>
          </a:ln>
        </p:spPr>
      </p:sp>
      <p:sp>
        <p:nvSpPr>
          <p:cNvPr id="150" name="Shape 148"/>
          <p:cNvSpPr/>
          <p:nvPr/>
        </p:nvSpPr>
        <p:spPr>
          <a:xfrm>
            <a:off x="5047488" y="3520440"/>
            <a:ext cx="457200" cy="9144"/>
          </a:xfrm>
          <a:prstGeom prst="rect">
            <a:avLst/>
          </a:prstGeom>
          <a:solidFill>
            <a:srgbClr val="1A3A2A"/>
          </a:solidFill>
          <a:ln w="12700">
            <a:solidFill>
              <a:srgbClr val="1A3A2A"/>
            </a:solidFill>
            <a:prstDash val="solid"/>
          </a:ln>
        </p:spPr>
      </p:sp>
      <p:sp>
        <p:nvSpPr>
          <p:cNvPr id="151" name="Shape 149"/>
          <p:cNvSpPr/>
          <p:nvPr/>
        </p:nvSpPr>
        <p:spPr>
          <a:xfrm>
            <a:off x="5641848" y="3520440"/>
            <a:ext cx="457200" cy="9144"/>
          </a:xfrm>
          <a:prstGeom prst="rect">
            <a:avLst/>
          </a:prstGeom>
          <a:solidFill>
            <a:srgbClr val="1A3A2A"/>
          </a:solidFill>
          <a:ln w="12700">
            <a:solidFill>
              <a:srgbClr val="1A3A2A"/>
            </a:solidFill>
            <a:prstDash val="solid"/>
          </a:ln>
        </p:spPr>
      </p:sp>
      <p:sp>
        <p:nvSpPr>
          <p:cNvPr id="152" name="Shape 150"/>
          <p:cNvSpPr/>
          <p:nvPr/>
        </p:nvSpPr>
        <p:spPr>
          <a:xfrm>
            <a:off x="6236208" y="3520440"/>
            <a:ext cx="457200" cy="9144"/>
          </a:xfrm>
          <a:prstGeom prst="rect">
            <a:avLst/>
          </a:prstGeom>
          <a:solidFill>
            <a:srgbClr val="1A3A2A"/>
          </a:solidFill>
          <a:ln w="12700">
            <a:solidFill>
              <a:srgbClr val="1A3A2A"/>
            </a:solidFill>
            <a:prstDash val="solid"/>
          </a:ln>
        </p:spPr>
      </p:sp>
      <p:sp>
        <p:nvSpPr>
          <p:cNvPr id="153" name="Shape 151"/>
          <p:cNvSpPr/>
          <p:nvPr/>
        </p:nvSpPr>
        <p:spPr>
          <a:xfrm>
            <a:off x="6830568" y="3520440"/>
            <a:ext cx="457200" cy="9144"/>
          </a:xfrm>
          <a:prstGeom prst="rect">
            <a:avLst/>
          </a:prstGeom>
          <a:solidFill>
            <a:srgbClr val="1A3A2A"/>
          </a:solidFill>
          <a:ln w="12700">
            <a:solidFill>
              <a:srgbClr val="1A3A2A"/>
            </a:solidFill>
            <a:prstDash val="solid"/>
          </a:ln>
        </p:spPr>
      </p:sp>
      <p:sp>
        <p:nvSpPr>
          <p:cNvPr id="154" name="Shape 152"/>
          <p:cNvSpPr/>
          <p:nvPr/>
        </p:nvSpPr>
        <p:spPr>
          <a:xfrm>
            <a:off x="7424928" y="3520440"/>
            <a:ext cx="457200" cy="9144"/>
          </a:xfrm>
          <a:prstGeom prst="rect">
            <a:avLst/>
          </a:prstGeom>
          <a:solidFill>
            <a:srgbClr val="1A3A2A"/>
          </a:solidFill>
          <a:ln w="12700">
            <a:solidFill>
              <a:srgbClr val="1A3A2A"/>
            </a:solidFill>
            <a:prstDash val="solid"/>
          </a:ln>
        </p:spPr>
      </p:sp>
      <p:sp>
        <p:nvSpPr>
          <p:cNvPr id="155" name="Shape 153"/>
          <p:cNvSpPr/>
          <p:nvPr/>
        </p:nvSpPr>
        <p:spPr>
          <a:xfrm>
            <a:off x="8019288" y="3520440"/>
            <a:ext cx="457200" cy="9144"/>
          </a:xfrm>
          <a:prstGeom prst="rect">
            <a:avLst/>
          </a:prstGeom>
          <a:solidFill>
            <a:srgbClr val="1A3A2A"/>
          </a:solidFill>
          <a:ln w="12700">
            <a:solidFill>
              <a:srgbClr val="1A3A2A"/>
            </a:solidFill>
            <a:prstDash val="solid"/>
          </a:ln>
        </p:spPr>
      </p:sp>
      <p:sp>
        <p:nvSpPr>
          <p:cNvPr id="156" name="Shape 154"/>
          <p:cNvSpPr/>
          <p:nvPr/>
        </p:nvSpPr>
        <p:spPr>
          <a:xfrm>
            <a:off x="8613648" y="3520440"/>
            <a:ext cx="457200" cy="9144"/>
          </a:xfrm>
          <a:prstGeom prst="rect">
            <a:avLst/>
          </a:prstGeom>
          <a:solidFill>
            <a:srgbClr val="1A3A2A"/>
          </a:solidFill>
          <a:ln w="12700">
            <a:solidFill>
              <a:srgbClr val="1A3A2A"/>
            </a:solidFill>
            <a:prstDash val="solid"/>
          </a:ln>
        </p:spPr>
      </p:sp>
      <p:sp>
        <p:nvSpPr>
          <p:cNvPr id="157" name="Shape 155"/>
          <p:cNvSpPr/>
          <p:nvPr/>
        </p:nvSpPr>
        <p:spPr>
          <a:xfrm>
            <a:off x="9208008" y="3520440"/>
            <a:ext cx="457200" cy="9144"/>
          </a:xfrm>
          <a:prstGeom prst="rect">
            <a:avLst/>
          </a:prstGeom>
          <a:solidFill>
            <a:srgbClr val="1A3A2A"/>
          </a:solidFill>
          <a:ln w="12700">
            <a:solidFill>
              <a:srgbClr val="1A3A2A"/>
            </a:solidFill>
            <a:prstDash val="solid"/>
          </a:ln>
        </p:spPr>
      </p:sp>
      <p:sp>
        <p:nvSpPr>
          <p:cNvPr id="158" name="Shape 156"/>
          <p:cNvSpPr/>
          <p:nvPr/>
        </p:nvSpPr>
        <p:spPr>
          <a:xfrm>
            <a:off x="9802368" y="3520440"/>
            <a:ext cx="457200" cy="9144"/>
          </a:xfrm>
          <a:prstGeom prst="rect">
            <a:avLst/>
          </a:prstGeom>
          <a:solidFill>
            <a:srgbClr val="1A3A2A"/>
          </a:solidFill>
          <a:ln w="12700">
            <a:solidFill>
              <a:srgbClr val="1A3A2A"/>
            </a:solidFill>
            <a:prstDash val="solid"/>
          </a:ln>
        </p:spPr>
      </p:sp>
      <p:sp>
        <p:nvSpPr>
          <p:cNvPr id="159" name="Shape 157"/>
          <p:cNvSpPr/>
          <p:nvPr/>
        </p:nvSpPr>
        <p:spPr>
          <a:xfrm>
            <a:off x="10396728" y="3520440"/>
            <a:ext cx="457200" cy="9144"/>
          </a:xfrm>
          <a:prstGeom prst="rect">
            <a:avLst/>
          </a:prstGeom>
          <a:solidFill>
            <a:srgbClr val="1A3A2A"/>
          </a:solidFill>
          <a:ln w="12700">
            <a:solidFill>
              <a:srgbClr val="1A3A2A"/>
            </a:solidFill>
            <a:prstDash val="solid"/>
          </a:ln>
        </p:spPr>
      </p:sp>
      <p:sp>
        <p:nvSpPr>
          <p:cNvPr id="160" name="Shape 158"/>
          <p:cNvSpPr/>
          <p:nvPr/>
        </p:nvSpPr>
        <p:spPr>
          <a:xfrm>
            <a:off x="10991088" y="3520440"/>
            <a:ext cx="457200" cy="9144"/>
          </a:xfrm>
          <a:prstGeom prst="rect">
            <a:avLst/>
          </a:prstGeom>
          <a:solidFill>
            <a:srgbClr val="1A3A2A"/>
          </a:solidFill>
          <a:ln w="12700">
            <a:solidFill>
              <a:srgbClr val="1A3A2A"/>
            </a:solidFill>
            <a:prstDash val="solid"/>
          </a:ln>
        </p:spPr>
      </p:sp>
      <p:sp>
        <p:nvSpPr>
          <p:cNvPr id="161" name="Shape 159"/>
          <p:cNvSpPr/>
          <p:nvPr/>
        </p:nvSpPr>
        <p:spPr>
          <a:xfrm>
            <a:off x="11585448" y="3520440"/>
            <a:ext cx="457200" cy="9144"/>
          </a:xfrm>
          <a:prstGeom prst="rect">
            <a:avLst/>
          </a:prstGeom>
          <a:solidFill>
            <a:srgbClr val="1A3A2A"/>
          </a:solidFill>
          <a:ln w="12700">
            <a:solidFill>
              <a:srgbClr val="1A3A2A"/>
            </a:solidFill>
            <a:prstDash val="solid"/>
          </a:ln>
        </p:spPr>
      </p:sp>
      <p:sp>
        <p:nvSpPr>
          <p:cNvPr id="162" name="Shape 160"/>
          <p:cNvSpPr/>
          <p:nvPr/>
        </p:nvSpPr>
        <p:spPr>
          <a:xfrm>
            <a:off x="0" y="0"/>
            <a:ext cx="12188952" cy="18288"/>
          </a:xfrm>
          <a:prstGeom prst="rect">
            <a:avLst/>
          </a:prstGeom>
          <a:solidFill>
            <a:srgbClr val="00FF88"/>
          </a:solidFill>
          <a:ln/>
        </p:spPr>
      </p:sp>
      <p:sp>
        <p:nvSpPr>
          <p:cNvPr id="163" name="Shape 161"/>
          <p:cNvSpPr/>
          <p:nvPr/>
        </p:nvSpPr>
        <p:spPr>
          <a:xfrm>
            <a:off x="0" y="6839712"/>
            <a:ext cx="12188952" cy="18288"/>
          </a:xfrm>
          <a:prstGeom prst="rect">
            <a:avLst/>
          </a:prstGeom>
          <a:solidFill>
            <a:srgbClr val="00FF88"/>
          </a:solidFill>
          <a:ln/>
        </p:spPr>
      </p:sp>
      <p:sp>
        <p:nvSpPr>
          <p:cNvPr id="164" name="Shape 162"/>
          <p:cNvSpPr/>
          <p:nvPr/>
        </p:nvSpPr>
        <p:spPr>
          <a:xfrm>
            <a:off x="0" y="0"/>
            <a:ext cx="73152" cy="6858000"/>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65" name="Text 163"/>
          <p:cNvSpPr/>
          <p:nvPr/>
        </p:nvSpPr>
        <p:spPr>
          <a:xfrm>
            <a:off x="274320" y="91440"/>
            <a:ext cx="8229600" cy="594360"/>
          </a:xfrm>
          <a:prstGeom prst="rect">
            <a:avLst/>
          </a:prstGeom>
          <a:noFill/>
          <a:ln/>
          <a:effectLst>
            <a:outerShdw sx="100000" sy="100000" kx="0" ky="0" algn="bl" rotWithShape="0" blurRad="254000" dist="50800" dir="16200000">
              <a:srgbClr val="00FF88">
                <a:alpha val="50000"/>
              </a:srgbClr>
            </a:outerShdw>
          </a:effectLst>
        </p:spPr>
        <p:txBody>
          <a:bodyPr wrap="square" rtlCol="0" anchor="ctr"/>
          <a:lstStyle/>
          <a:p>
            <a:pPr indent="0" marL="0">
              <a:buNone/>
            </a:pPr>
            <a:r>
              <a:rPr lang="en-US" sz="3400" b="1" dirty="0">
                <a:solidFill>
                  <a:srgbClr val="00FF88"/>
                </a:solidFill>
                <a:latin typeface="Trebuchet MS" pitchFamily="34" charset="0"/>
                <a:ea typeface="Trebuchet MS" pitchFamily="34" charset="-122"/>
                <a:cs typeface="Trebuchet MS" pitchFamily="34" charset="-120"/>
              </a:rPr>
              <a:t>// PRODUCT ROADMAP</a:t>
            </a:r>
            <a:endParaRPr lang="en-US" sz="3400" dirty="0"/>
          </a:p>
        </p:txBody>
      </p:sp>
      <p:sp>
        <p:nvSpPr>
          <p:cNvPr id="166" name="Shape 164"/>
          <p:cNvSpPr/>
          <p:nvPr/>
        </p:nvSpPr>
        <p:spPr>
          <a:xfrm>
            <a:off x="274320" y="749808"/>
            <a:ext cx="11430000" cy="27432"/>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67" name="Shape 165"/>
          <p:cNvSpPr/>
          <p:nvPr/>
        </p:nvSpPr>
        <p:spPr>
          <a:xfrm>
            <a:off x="274320" y="1115568"/>
            <a:ext cx="11612880" cy="36576"/>
          </a:xfrm>
          <a:prstGeom prst="rect">
            <a:avLst/>
          </a:prstGeom>
          <a:solidFill>
            <a:srgbClr val="4A8A6A"/>
          </a:solidFill>
          <a:ln/>
        </p:spPr>
      </p:sp>
      <p:sp>
        <p:nvSpPr>
          <p:cNvPr id="168" name="Shape 166"/>
          <p:cNvSpPr/>
          <p:nvPr/>
        </p:nvSpPr>
        <p:spPr>
          <a:xfrm>
            <a:off x="612648" y="987552"/>
            <a:ext cx="329184" cy="329184"/>
          </a:xfrm>
          <a:prstGeom prst="ellipse">
            <a:avLst/>
          </a:prstGeom>
          <a:solidFill>
            <a:srgbClr val="00FF88"/>
          </a:solidFill>
          <a:ln/>
          <a:effectLst>
            <a:outerShdw sx="100000" sy="100000" kx="0" ky="0" algn="bl" rotWithShape="0" blurRad="254000" dist="50800" dir="16200000">
              <a:srgbClr val="00FF88">
                <a:alpha val="50000"/>
              </a:srgbClr>
            </a:outerShdw>
          </a:effectLst>
        </p:spPr>
      </p:sp>
      <p:sp>
        <p:nvSpPr>
          <p:cNvPr id="169" name="Shape 167"/>
          <p:cNvSpPr/>
          <p:nvPr/>
        </p:nvSpPr>
        <p:spPr>
          <a:xfrm>
            <a:off x="3538728" y="987552"/>
            <a:ext cx="329184" cy="329184"/>
          </a:xfrm>
          <a:prstGeom prst="ellipse">
            <a:avLst/>
          </a:prstGeom>
          <a:solidFill>
            <a:srgbClr val="00D4FF"/>
          </a:solidFill>
          <a:ln/>
          <a:effectLst>
            <a:outerShdw sx="100000" sy="100000" kx="0" ky="0" algn="bl" rotWithShape="0" blurRad="254000" dist="50800" dir="16200000">
              <a:srgbClr val="00D4FF">
                <a:alpha val="50000"/>
              </a:srgbClr>
            </a:outerShdw>
          </a:effectLst>
        </p:spPr>
      </p:sp>
      <p:sp>
        <p:nvSpPr>
          <p:cNvPr id="170" name="Shape 168"/>
          <p:cNvSpPr/>
          <p:nvPr/>
        </p:nvSpPr>
        <p:spPr>
          <a:xfrm>
            <a:off x="6464808" y="987552"/>
            <a:ext cx="329184" cy="329184"/>
          </a:xfrm>
          <a:prstGeom prst="ellipse">
            <a:avLst/>
          </a:prstGeom>
          <a:solidFill>
            <a:srgbClr val="FFD700"/>
          </a:solidFill>
          <a:ln/>
          <a:effectLst>
            <a:outerShdw sx="100000" sy="100000" kx="0" ky="0" algn="bl" rotWithShape="0" blurRad="254000" dist="50800" dir="16200000">
              <a:srgbClr val="FFD700">
                <a:alpha val="50000"/>
              </a:srgbClr>
            </a:outerShdw>
          </a:effectLst>
        </p:spPr>
      </p:sp>
      <p:sp>
        <p:nvSpPr>
          <p:cNvPr id="171" name="Shape 169"/>
          <p:cNvSpPr/>
          <p:nvPr/>
        </p:nvSpPr>
        <p:spPr>
          <a:xfrm>
            <a:off x="9390888" y="987552"/>
            <a:ext cx="329184" cy="329184"/>
          </a:xfrm>
          <a:prstGeom prst="ellipse">
            <a:avLst/>
          </a:prstGeom>
          <a:solidFill>
            <a:srgbClr val="B44FFF"/>
          </a:solidFill>
          <a:ln/>
          <a:effectLst>
            <a:outerShdw sx="100000" sy="100000" kx="0" ky="0" algn="bl" rotWithShape="0" blurRad="254000" dist="50800" dir="16200000">
              <a:srgbClr val="B44FFF">
                <a:alpha val="50000"/>
              </a:srgbClr>
            </a:outerShdw>
          </a:effectLst>
        </p:spPr>
      </p:sp>
      <p:sp>
        <p:nvSpPr>
          <p:cNvPr id="172" name="Shape 170"/>
          <p:cNvSpPr/>
          <p:nvPr/>
        </p:nvSpPr>
        <p:spPr>
          <a:xfrm>
            <a:off x="274320" y="1417320"/>
            <a:ext cx="2834640" cy="4526280"/>
          </a:xfrm>
          <a:prstGeom prst="rect">
            <a:avLst/>
          </a:prstGeom>
          <a:solidFill>
            <a:srgbClr val="081A0F"/>
          </a:solidFill>
          <a:ln w="19050">
            <a:solidFill>
              <a:srgbClr val="00FF88"/>
            </a:solidFill>
            <a:prstDash val="solid"/>
          </a:ln>
          <a:effectLst>
            <a:outerShdw sx="100000" sy="100000" kx="0" ky="0" algn="bl" rotWithShape="0" blurRad="254000" dist="50800" dir="16200000">
              <a:srgbClr val="00FF88">
                <a:alpha val="50000"/>
              </a:srgbClr>
            </a:outerShdw>
          </a:effectLst>
        </p:spPr>
      </p:sp>
      <p:sp>
        <p:nvSpPr>
          <p:cNvPr id="173" name="Shape 171"/>
          <p:cNvSpPr/>
          <p:nvPr/>
        </p:nvSpPr>
        <p:spPr>
          <a:xfrm>
            <a:off x="274320" y="1417320"/>
            <a:ext cx="2834640" cy="548640"/>
          </a:xfrm>
          <a:prstGeom prst="rect">
            <a:avLst/>
          </a:prstGeom>
          <a:solidFill>
            <a:srgbClr val="00FF88"/>
          </a:solidFill>
          <a:ln/>
        </p:spPr>
      </p:sp>
      <p:sp>
        <p:nvSpPr>
          <p:cNvPr id="174" name="Text 172"/>
          <p:cNvSpPr/>
          <p:nvPr/>
        </p:nvSpPr>
        <p:spPr>
          <a:xfrm>
            <a:off x="274320" y="1417320"/>
            <a:ext cx="2834640" cy="548640"/>
          </a:xfrm>
          <a:prstGeom prst="rect">
            <a:avLst/>
          </a:prstGeom>
          <a:noFill/>
          <a:ln/>
        </p:spPr>
        <p:txBody>
          <a:bodyPr wrap="square" rtlCol="0" anchor="ctr"/>
          <a:lstStyle/>
          <a:p>
            <a:pPr algn="ctr" indent="0" marL="0">
              <a:buNone/>
            </a:pPr>
            <a:r>
              <a:rPr lang="en-US" sz="1100" b="1" dirty="0">
                <a:solidFill>
                  <a:srgbClr val="020806"/>
                </a:solidFill>
                <a:latin typeface="Trebuchet MS" pitchFamily="34" charset="0"/>
                <a:ea typeface="Trebuchet MS" pitchFamily="34" charset="-122"/>
                <a:cs typeface="Trebuchet MS" pitchFamily="34" charset="-120"/>
              </a:rPr>
              <a:t>PHASE 1</a:t>
            </a:r>
            <a:endParaRPr lang="en-US" sz="1100" dirty="0"/>
          </a:p>
          <a:p>
            <a:pPr algn="ctr" indent="0" marL="0">
              <a:buNone/>
            </a:pPr>
            <a:r>
              <a:rPr lang="en-US" sz="1100" b="1" dirty="0">
                <a:solidFill>
                  <a:srgbClr val="020806"/>
                </a:solidFill>
                <a:latin typeface="Trebuchet MS" pitchFamily="34" charset="0"/>
                <a:ea typeface="Trebuchet MS" pitchFamily="34" charset="-122"/>
                <a:cs typeface="Trebuchet MS" pitchFamily="34" charset="-120"/>
              </a:rPr>
              <a:t>0 – 2 Months</a:t>
            </a:r>
            <a:endParaRPr lang="en-US" sz="1100" dirty="0"/>
          </a:p>
        </p:txBody>
      </p:sp>
      <p:sp>
        <p:nvSpPr>
          <p:cNvPr id="175" name="Text 173"/>
          <p:cNvSpPr/>
          <p:nvPr/>
        </p:nvSpPr>
        <p:spPr>
          <a:xfrm>
            <a:off x="365760" y="2057400"/>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MVP deployed on Vercel</a:t>
            </a:r>
            <a:endParaRPr lang="en-US" sz="950" dirty="0"/>
          </a:p>
        </p:txBody>
      </p:sp>
      <p:sp>
        <p:nvSpPr>
          <p:cNvPr id="176" name="Text 174"/>
          <p:cNvSpPr/>
          <p:nvPr/>
        </p:nvSpPr>
        <p:spPr>
          <a:xfrm>
            <a:off x="365760" y="2532888"/>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38-district dashboard</a:t>
            </a:r>
            <a:endParaRPr lang="en-US" sz="950" dirty="0"/>
          </a:p>
        </p:txBody>
      </p:sp>
      <p:sp>
        <p:nvSpPr>
          <p:cNvPr id="177" name="Text 175"/>
          <p:cNvSpPr/>
          <p:nvPr/>
        </p:nvSpPr>
        <p:spPr>
          <a:xfrm>
            <a:off x="365760" y="3008376"/>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StateBrain risk engine</a:t>
            </a:r>
            <a:endParaRPr lang="en-US" sz="950" dirty="0"/>
          </a:p>
        </p:txBody>
      </p:sp>
      <p:sp>
        <p:nvSpPr>
          <p:cNvPr id="178" name="Text 176"/>
          <p:cNvSpPr/>
          <p:nvPr/>
        </p:nvSpPr>
        <p:spPr>
          <a:xfrm>
            <a:off x="365760" y="3483864"/>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Aadhaar login system</a:t>
            </a:r>
            <a:endParaRPr lang="en-US" sz="950" dirty="0"/>
          </a:p>
        </p:txBody>
      </p:sp>
      <p:sp>
        <p:nvSpPr>
          <p:cNvPr id="179" name="Text 177"/>
          <p:cNvSpPr/>
          <p:nvPr/>
        </p:nvSpPr>
        <p:spPr>
          <a:xfrm>
            <a:off x="365760" y="3959352"/>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6-language interface</a:t>
            </a:r>
            <a:endParaRPr lang="en-US" sz="950" dirty="0"/>
          </a:p>
        </p:txBody>
      </p:sp>
      <p:sp>
        <p:nvSpPr>
          <p:cNvPr id="180" name="Text 178"/>
          <p:cNvSpPr/>
          <p:nvPr/>
        </p:nvSpPr>
        <p:spPr>
          <a:xfrm>
            <a:off x="365760" y="4434840"/>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Gemini AI advisory</a:t>
            </a:r>
            <a:endParaRPr lang="en-US" sz="950" dirty="0"/>
          </a:p>
        </p:txBody>
      </p:sp>
      <p:sp>
        <p:nvSpPr>
          <p:cNvPr id="181" name="Text 179"/>
          <p:cNvSpPr/>
          <p:nvPr/>
        </p:nvSpPr>
        <p:spPr>
          <a:xfrm>
            <a:off x="365760" y="4910328"/>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Live IoT sensor feed</a:t>
            </a:r>
            <a:endParaRPr lang="en-US" sz="950" dirty="0"/>
          </a:p>
        </p:txBody>
      </p:sp>
      <p:sp>
        <p:nvSpPr>
          <p:cNvPr id="182" name="Shape 180"/>
          <p:cNvSpPr/>
          <p:nvPr/>
        </p:nvSpPr>
        <p:spPr>
          <a:xfrm>
            <a:off x="3264408" y="1417320"/>
            <a:ext cx="2834640" cy="4526280"/>
          </a:xfrm>
          <a:prstGeom prst="rect">
            <a:avLst/>
          </a:prstGeom>
          <a:solidFill>
            <a:srgbClr val="080F1A"/>
          </a:solidFill>
          <a:ln w="19050">
            <a:solidFill>
              <a:srgbClr val="00D4FF"/>
            </a:solidFill>
            <a:prstDash val="solid"/>
          </a:ln>
          <a:effectLst>
            <a:outerShdw sx="100000" sy="100000" kx="0" ky="0" algn="bl" rotWithShape="0" blurRad="254000" dist="50800" dir="16200000">
              <a:srgbClr val="00D4FF">
                <a:alpha val="50000"/>
              </a:srgbClr>
            </a:outerShdw>
          </a:effectLst>
        </p:spPr>
      </p:sp>
      <p:sp>
        <p:nvSpPr>
          <p:cNvPr id="183" name="Shape 181"/>
          <p:cNvSpPr/>
          <p:nvPr/>
        </p:nvSpPr>
        <p:spPr>
          <a:xfrm>
            <a:off x="3264408" y="1417320"/>
            <a:ext cx="2834640" cy="548640"/>
          </a:xfrm>
          <a:prstGeom prst="rect">
            <a:avLst/>
          </a:prstGeom>
          <a:solidFill>
            <a:srgbClr val="00D4FF"/>
          </a:solidFill>
          <a:ln/>
        </p:spPr>
      </p:sp>
      <p:sp>
        <p:nvSpPr>
          <p:cNvPr id="184" name="Text 182"/>
          <p:cNvSpPr/>
          <p:nvPr/>
        </p:nvSpPr>
        <p:spPr>
          <a:xfrm>
            <a:off x="3264408" y="1417320"/>
            <a:ext cx="2834640" cy="548640"/>
          </a:xfrm>
          <a:prstGeom prst="rect">
            <a:avLst/>
          </a:prstGeom>
          <a:noFill/>
          <a:ln/>
        </p:spPr>
        <p:txBody>
          <a:bodyPr wrap="square" rtlCol="0" anchor="ctr"/>
          <a:lstStyle/>
          <a:p>
            <a:pPr algn="ctr" indent="0" marL="0">
              <a:buNone/>
            </a:pPr>
            <a:r>
              <a:rPr lang="en-US" sz="1100" b="1" dirty="0">
                <a:solidFill>
                  <a:srgbClr val="020806"/>
                </a:solidFill>
                <a:latin typeface="Trebuchet MS" pitchFamily="34" charset="0"/>
                <a:ea typeface="Trebuchet MS" pitchFamily="34" charset="-122"/>
                <a:cs typeface="Trebuchet MS" pitchFamily="34" charset="-120"/>
              </a:rPr>
              <a:t>PHASE 2</a:t>
            </a:r>
            <a:endParaRPr lang="en-US" sz="1100" dirty="0"/>
          </a:p>
          <a:p>
            <a:pPr algn="ctr" indent="0" marL="0">
              <a:buNone/>
            </a:pPr>
            <a:r>
              <a:rPr lang="en-US" sz="1100" b="1" dirty="0">
                <a:solidFill>
                  <a:srgbClr val="020806"/>
                </a:solidFill>
                <a:latin typeface="Trebuchet MS" pitchFamily="34" charset="0"/>
                <a:ea typeface="Trebuchet MS" pitchFamily="34" charset="-122"/>
                <a:cs typeface="Trebuchet MS" pitchFamily="34" charset="-120"/>
              </a:rPr>
              <a:t>3 – 6 Months</a:t>
            </a:r>
            <a:endParaRPr lang="en-US" sz="1100" dirty="0"/>
          </a:p>
        </p:txBody>
      </p:sp>
      <p:sp>
        <p:nvSpPr>
          <p:cNvPr id="185" name="Text 183"/>
          <p:cNvSpPr/>
          <p:nvPr/>
        </p:nvSpPr>
        <p:spPr>
          <a:xfrm>
            <a:off x="3355848" y="2057400"/>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LoRaWAN IoT sensor kits</a:t>
            </a:r>
            <a:endParaRPr lang="en-US" sz="950" dirty="0"/>
          </a:p>
        </p:txBody>
      </p:sp>
      <p:sp>
        <p:nvSpPr>
          <p:cNvPr id="186" name="Text 184"/>
          <p:cNvSpPr/>
          <p:nvPr/>
        </p:nvSpPr>
        <p:spPr>
          <a:xfrm>
            <a:off x="3355848" y="2532888"/>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TNAU pilot (5 districts)</a:t>
            </a:r>
            <a:endParaRPr lang="en-US" sz="950" dirty="0"/>
          </a:p>
        </p:txBody>
      </p:sp>
      <p:sp>
        <p:nvSpPr>
          <p:cNvPr id="187" name="Text 185"/>
          <p:cNvSpPr/>
          <p:nvPr/>
        </p:nvSpPr>
        <p:spPr>
          <a:xfrm>
            <a:off x="3355848" y="3008376"/>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PWA mobile-first app</a:t>
            </a:r>
            <a:endParaRPr lang="en-US" sz="950" dirty="0"/>
          </a:p>
        </p:txBody>
      </p:sp>
      <p:sp>
        <p:nvSpPr>
          <p:cNvPr id="188" name="Text 186"/>
          <p:cNvSpPr/>
          <p:nvPr/>
        </p:nvSpPr>
        <p:spPr>
          <a:xfrm>
            <a:off x="3355848" y="3483864"/>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AgriStack API connect</a:t>
            </a:r>
            <a:endParaRPr lang="en-US" sz="950" dirty="0"/>
          </a:p>
        </p:txBody>
      </p:sp>
      <p:sp>
        <p:nvSpPr>
          <p:cNvPr id="189" name="Text 187"/>
          <p:cNvSpPr/>
          <p:nvPr/>
        </p:nvSpPr>
        <p:spPr>
          <a:xfrm>
            <a:off x="3355848" y="3959352"/>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PostgreSQL migration</a:t>
            </a:r>
            <a:endParaRPr lang="en-US" sz="950" dirty="0"/>
          </a:p>
        </p:txBody>
      </p:sp>
      <p:sp>
        <p:nvSpPr>
          <p:cNvPr id="190" name="Text 188"/>
          <p:cNvSpPr/>
          <p:nvPr/>
        </p:nvSpPr>
        <p:spPr>
          <a:xfrm>
            <a:off x="3355848" y="4434840"/>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Offline data sync</a:t>
            </a:r>
            <a:endParaRPr lang="en-US" sz="950" dirty="0"/>
          </a:p>
        </p:txBody>
      </p:sp>
      <p:sp>
        <p:nvSpPr>
          <p:cNvPr id="191" name="Text 189"/>
          <p:cNvSpPr/>
          <p:nvPr/>
        </p:nvSpPr>
        <p:spPr>
          <a:xfrm>
            <a:off x="3355848" y="4910328"/>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FPO onboarding portal</a:t>
            </a:r>
            <a:endParaRPr lang="en-US" sz="950" dirty="0"/>
          </a:p>
        </p:txBody>
      </p:sp>
      <p:sp>
        <p:nvSpPr>
          <p:cNvPr id="192" name="Shape 190"/>
          <p:cNvSpPr/>
          <p:nvPr/>
        </p:nvSpPr>
        <p:spPr>
          <a:xfrm>
            <a:off x="6254496" y="1417320"/>
            <a:ext cx="2834640" cy="4526280"/>
          </a:xfrm>
          <a:prstGeom prst="rect">
            <a:avLst/>
          </a:prstGeom>
          <a:solidFill>
            <a:srgbClr val="1A1200"/>
          </a:solidFill>
          <a:ln w="19050">
            <a:solidFill>
              <a:srgbClr val="FFD700"/>
            </a:solidFill>
            <a:prstDash val="solid"/>
          </a:ln>
          <a:effectLst>
            <a:outerShdw sx="100000" sy="100000" kx="0" ky="0" algn="bl" rotWithShape="0" blurRad="254000" dist="50800" dir="16200000">
              <a:srgbClr val="FFD700">
                <a:alpha val="50000"/>
              </a:srgbClr>
            </a:outerShdw>
          </a:effectLst>
        </p:spPr>
      </p:sp>
      <p:sp>
        <p:nvSpPr>
          <p:cNvPr id="193" name="Shape 191"/>
          <p:cNvSpPr/>
          <p:nvPr/>
        </p:nvSpPr>
        <p:spPr>
          <a:xfrm>
            <a:off x="6254496" y="1417320"/>
            <a:ext cx="2834640" cy="548640"/>
          </a:xfrm>
          <a:prstGeom prst="rect">
            <a:avLst/>
          </a:prstGeom>
          <a:solidFill>
            <a:srgbClr val="FFD700"/>
          </a:solidFill>
          <a:ln/>
        </p:spPr>
      </p:sp>
      <p:sp>
        <p:nvSpPr>
          <p:cNvPr id="194" name="Text 192"/>
          <p:cNvSpPr/>
          <p:nvPr/>
        </p:nvSpPr>
        <p:spPr>
          <a:xfrm>
            <a:off x="6254496" y="1417320"/>
            <a:ext cx="2834640" cy="548640"/>
          </a:xfrm>
          <a:prstGeom prst="rect">
            <a:avLst/>
          </a:prstGeom>
          <a:noFill/>
          <a:ln/>
        </p:spPr>
        <p:txBody>
          <a:bodyPr wrap="square" rtlCol="0" anchor="ctr"/>
          <a:lstStyle/>
          <a:p>
            <a:pPr algn="ctr" indent="0" marL="0">
              <a:buNone/>
            </a:pPr>
            <a:r>
              <a:rPr lang="en-US" sz="1100" b="1" dirty="0">
                <a:solidFill>
                  <a:srgbClr val="020806"/>
                </a:solidFill>
                <a:latin typeface="Trebuchet MS" pitchFamily="34" charset="0"/>
                <a:ea typeface="Trebuchet MS" pitchFamily="34" charset="-122"/>
                <a:cs typeface="Trebuchet MS" pitchFamily="34" charset="-120"/>
              </a:rPr>
              <a:t>PHASE 3</a:t>
            </a:r>
            <a:endParaRPr lang="en-US" sz="1100" dirty="0"/>
          </a:p>
          <a:p>
            <a:pPr algn="ctr" indent="0" marL="0">
              <a:buNone/>
            </a:pPr>
            <a:r>
              <a:rPr lang="en-US" sz="1100" b="1" dirty="0">
                <a:solidFill>
                  <a:srgbClr val="020806"/>
                </a:solidFill>
                <a:latin typeface="Trebuchet MS" pitchFamily="34" charset="0"/>
                <a:ea typeface="Trebuchet MS" pitchFamily="34" charset="-122"/>
                <a:cs typeface="Trebuchet MS" pitchFamily="34" charset="-120"/>
              </a:rPr>
              <a:t>1 – 2 Years</a:t>
            </a:r>
            <a:endParaRPr lang="en-US" sz="1100" dirty="0"/>
          </a:p>
        </p:txBody>
      </p:sp>
      <p:sp>
        <p:nvSpPr>
          <p:cNvPr id="195" name="Text 193"/>
          <p:cNvSpPr/>
          <p:nvPr/>
        </p:nvSpPr>
        <p:spPr>
          <a:xfrm>
            <a:off x="6345936" y="2057400"/>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VIIRS/Sentinel imagery</a:t>
            </a:r>
            <a:endParaRPr lang="en-US" sz="950" dirty="0"/>
          </a:p>
        </p:txBody>
      </p:sp>
      <p:sp>
        <p:nvSpPr>
          <p:cNvPr id="196" name="Text 194"/>
          <p:cNvSpPr/>
          <p:nvPr/>
        </p:nvSpPr>
        <p:spPr>
          <a:xfrm>
            <a:off x="6345936" y="2532888"/>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10,000 farmer network</a:t>
            </a:r>
            <a:endParaRPr lang="en-US" sz="950" dirty="0"/>
          </a:p>
        </p:txBody>
      </p:sp>
      <p:sp>
        <p:nvSpPr>
          <p:cNvPr id="197" name="Text 195"/>
          <p:cNvSpPr/>
          <p:nvPr/>
        </p:nvSpPr>
        <p:spPr>
          <a:xfrm>
            <a:off x="6345936" y="3008376"/>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NABARD FPO finance</a:t>
            </a:r>
            <a:endParaRPr lang="en-US" sz="950" dirty="0"/>
          </a:p>
        </p:txBody>
      </p:sp>
      <p:sp>
        <p:nvSpPr>
          <p:cNvPr id="198" name="Text 196"/>
          <p:cNvSpPr/>
          <p:nvPr/>
        </p:nvSpPr>
        <p:spPr>
          <a:xfrm>
            <a:off x="6345936" y="3483864"/>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Live mandi price API</a:t>
            </a:r>
            <a:endParaRPr lang="en-US" sz="950" dirty="0"/>
          </a:p>
        </p:txBody>
      </p:sp>
      <p:sp>
        <p:nvSpPr>
          <p:cNvPr id="199" name="Text 197"/>
          <p:cNvSpPr/>
          <p:nvPr/>
        </p:nvSpPr>
        <p:spPr>
          <a:xfrm>
            <a:off x="6345936" y="3959352"/>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Series A funding</a:t>
            </a:r>
            <a:endParaRPr lang="en-US" sz="950" dirty="0"/>
          </a:p>
        </p:txBody>
      </p:sp>
      <p:sp>
        <p:nvSpPr>
          <p:cNvPr id="200" name="Text 198"/>
          <p:cNvSpPr/>
          <p:nvPr/>
        </p:nvSpPr>
        <p:spPr>
          <a:xfrm>
            <a:off x="6345936" y="4434840"/>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3-state expansion</a:t>
            </a:r>
            <a:endParaRPr lang="en-US" sz="950" dirty="0"/>
          </a:p>
        </p:txBody>
      </p:sp>
      <p:sp>
        <p:nvSpPr>
          <p:cNvPr id="201" name="Text 199"/>
          <p:cNvSpPr/>
          <p:nvPr/>
        </p:nvSpPr>
        <p:spPr>
          <a:xfrm>
            <a:off x="6345936" y="4910328"/>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85%+ AI accuracy</a:t>
            </a:r>
            <a:endParaRPr lang="en-US" sz="950" dirty="0"/>
          </a:p>
        </p:txBody>
      </p:sp>
      <p:sp>
        <p:nvSpPr>
          <p:cNvPr id="202" name="Shape 200"/>
          <p:cNvSpPr/>
          <p:nvPr/>
        </p:nvSpPr>
        <p:spPr>
          <a:xfrm>
            <a:off x="9244584" y="1417320"/>
            <a:ext cx="2834640" cy="4526280"/>
          </a:xfrm>
          <a:prstGeom prst="rect">
            <a:avLst/>
          </a:prstGeom>
          <a:solidFill>
            <a:srgbClr val="100018"/>
          </a:solidFill>
          <a:ln w="19050">
            <a:solidFill>
              <a:srgbClr val="B44FFF"/>
            </a:solidFill>
            <a:prstDash val="solid"/>
          </a:ln>
          <a:effectLst>
            <a:outerShdw sx="100000" sy="100000" kx="0" ky="0" algn="bl" rotWithShape="0" blurRad="254000" dist="50800" dir="16200000">
              <a:srgbClr val="B44FFF">
                <a:alpha val="50000"/>
              </a:srgbClr>
            </a:outerShdw>
          </a:effectLst>
        </p:spPr>
      </p:sp>
      <p:sp>
        <p:nvSpPr>
          <p:cNvPr id="203" name="Shape 201"/>
          <p:cNvSpPr/>
          <p:nvPr/>
        </p:nvSpPr>
        <p:spPr>
          <a:xfrm>
            <a:off x="9244584" y="1417320"/>
            <a:ext cx="2834640" cy="548640"/>
          </a:xfrm>
          <a:prstGeom prst="rect">
            <a:avLst/>
          </a:prstGeom>
          <a:solidFill>
            <a:srgbClr val="B44FFF"/>
          </a:solidFill>
          <a:ln/>
        </p:spPr>
      </p:sp>
      <p:sp>
        <p:nvSpPr>
          <p:cNvPr id="204" name="Text 202"/>
          <p:cNvSpPr/>
          <p:nvPr/>
        </p:nvSpPr>
        <p:spPr>
          <a:xfrm>
            <a:off x="9244584" y="1417320"/>
            <a:ext cx="2834640" cy="548640"/>
          </a:xfrm>
          <a:prstGeom prst="rect">
            <a:avLst/>
          </a:prstGeom>
          <a:noFill/>
          <a:ln/>
        </p:spPr>
        <p:txBody>
          <a:bodyPr wrap="square" rtlCol="0" anchor="ctr"/>
          <a:lstStyle/>
          <a:p>
            <a:pPr algn="ctr" indent="0" marL="0">
              <a:buNone/>
            </a:pPr>
            <a:r>
              <a:rPr lang="en-US" sz="1100" b="1" dirty="0">
                <a:solidFill>
                  <a:srgbClr val="020806"/>
                </a:solidFill>
                <a:latin typeface="Trebuchet MS" pitchFamily="34" charset="0"/>
                <a:ea typeface="Trebuchet MS" pitchFamily="34" charset="-122"/>
                <a:cs typeface="Trebuchet MS" pitchFamily="34" charset="-120"/>
              </a:rPr>
              <a:t>PHASE 4</a:t>
            </a:r>
            <a:endParaRPr lang="en-US" sz="1100" dirty="0"/>
          </a:p>
          <a:p>
            <a:pPr algn="ctr" indent="0" marL="0">
              <a:buNone/>
            </a:pPr>
            <a:r>
              <a:rPr lang="en-US" sz="1100" b="1" dirty="0">
                <a:solidFill>
                  <a:srgbClr val="020806"/>
                </a:solidFill>
                <a:latin typeface="Trebuchet MS" pitchFamily="34" charset="0"/>
                <a:ea typeface="Trebuchet MS" pitchFamily="34" charset="-122"/>
                <a:cs typeface="Trebuchet MS" pitchFamily="34" charset="-120"/>
              </a:rPr>
              <a:t>3+ Years</a:t>
            </a:r>
            <a:endParaRPr lang="en-US" sz="1100" dirty="0"/>
          </a:p>
        </p:txBody>
      </p:sp>
      <p:sp>
        <p:nvSpPr>
          <p:cNvPr id="205" name="Text 203"/>
          <p:cNvSpPr/>
          <p:nvPr/>
        </p:nvSpPr>
        <p:spPr>
          <a:xfrm>
            <a:off x="9336024" y="2057400"/>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Drone precision-twin</a:t>
            </a:r>
            <a:endParaRPr lang="en-US" sz="950" dirty="0"/>
          </a:p>
        </p:txBody>
      </p:sp>
      <p:sp>
        <p:nvSpPr>
          <p:cNvPr id="206" name="Text 204"/>
          <p:cNvSpPr/>
          <p:nvPr/>
        </p:nvSpPr>
        <p:spPr>
          <a:xfrm>
            <a:off x="9336024" y="2532888"/>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National 28-state rollout</a:t>
            </a:r>
            <a:endParaRPr lang="en-US" sz="950" dirty="0"/>
          </a:p>
        </p:txBody>
      </p:sp>
      <p:sp>
        <p:nvSpPr>
          <p:cNvPr id="207" name="Text 205"/>
          <p:cNvSpPr/>
          <p:nvPr/>
        </p:nvSpPr>
        <p:spPr>
          <a:xfrm>
            <a:off x="9336024" y="3008376"/>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IPO-ready structure</a:t>
            </a:r>
            <a:endParaRPr lang="en-US" sz="950" dirty="0"/>
          </a:p>
        </p:txBody>
      </p:sp>
      <p:sp>
        <p:nvSpPr>
          <p:cNvPr id="208" name="Text 206"/>
          <p:cNvSpPr/>
          <p:nvPr/>
        </p:nvSpPr>
        <p:spPr>
          <a:xfrm>
            <a:off x="9336024" y="3483864"/>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LLM crop doctor app</a:t>
            </a:r>
            <a:endParaRPr lang="en-US" sz="950" dirty="0"/>
          </a:p>
        </p:txBody>
      </p:sp>
      <p:sp>
        <p:nvSpPr>
          <p:cNvPr id="209" name="Text 207"/>
          <p:cNvSpPr/>
          <p:nvPr/>
        </p:nvSpPr>
        <p:spPr>
          <a:xfrm>
            <a:off x="9336024" y="3959352"/>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SAARC region export</a:t>
            </a:r>
            <a:endParaRPr lang="en-US" sz="950" dirty="0"/>
          </a:p>
        </p:txBody>
      </p:sp>
      <p:sp>
        <p:nvSpPr>
          <p:cNvPr id="210" name="Text 208"/>
          <p:cNvSpPr/>
          <p:nvPr/>
        </p:nvSpPr>
        <p:spPr>
          <a:xfrm>
            <a:off x="9336024" y="4434840"/>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GovTech award</a:t>
            </a:r>
            <a:endParaRPr lang="en-US" sz="950" dirty="0"/>
          </a:p>
        </p:txBody>
      </p:sp>
      <p:sp>
        <p:nvSpPr>
          <p:cNvPr id="211" name="Text 209"/>
          <p:cNvSpPr/>
          <p:nvPr/>
        </p:nvSpPr>
        <p:spPr>
          <a:xfrm>
            <a:off x="9336024" y="4910328"/>
            <a:ext cx="2651760" cy="438912"/>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 Quantum soil sensors</a:t>
            </a:r>
            <a:endParaRPr lang="en-US" sz="950" dirty="0"/>
          </a:p>
        </p:txBody>
      </p:sp>
      <p:sp>
        <p:nvSpPr>
          <p:cNvPr id="212" name="Shape 210"/>
          <p:cNvSpPr/>
          <p:nvPr/>
        </p:nvSpPr>
        <p:spPr>
          <a:xfrm>
            <a:off x="0" y="6016752"/>
            <a:ext cx="12188952" cy="841248"/>
          </a:xfrm>
          <a:prstGeom prst="rect">
            <a:avLst/>
          </a:prstGeom>
          <a:solidFill>
            <a:srgbClr val="0A1A28"/>
          </a:solidFill>
          <a:ln/>
        </p:spPr>
      </p:sp>
      <p:sp>
        <p:nvSpPr>
          <p:cNvPr id="213" name="Shape 211"/>
          <p:cNvSpPr/>
          <p:nvPr/>
        </p:nvSpPr>
        <p:spPr>
          <a:xfrm>
            <a:off x="0" y="6016752"/>
            <a:ext cx="12188952" cy="27432"/>
          </a:xfrm>
          <a:prstGeom prst="rect">
            <a:avLst/>
          </a:prstGeom>
          <a:solidFill>
            <a:srgbClr val="00D4FF"/>
          </a:solidFill>
          <a:ln/>
          <a:effectLst>
            <a:outerShdw sx="100000" sy="100000" kx="0" ky="0" algn="bl" rotWithShape="0" blurRad="254000" dist="50800" dir="16200000">
              <a:srgbClr val="00D4FF">
                <a:alpha val="50000"/>
              </a:srgbClr>
            </a:outerShdw>
          </a:effectLst>
        </p:spPr>
      </p:sp>
      <p:sp>
        <p:nvSpPr>
          <p:cNvPr id="214" name="Text 212"/>
          <p:cNvSpPr/>
          <p:nvPr/>
        </p:nvSpPr>
        <p:spPr>
          <a:xfrm>
            <a:off x="0" y="6080760"/>
            <a:ext cx="12188952" cy="713232"/>
          </a:xfrm>
          <a:prstGeom prst="rect">
            <a:avLst/>
          </a:prstGeom>
          <a:noFill/>
          <a:ln/>
        </p:spPr>
        <p:txBody>
          <a:bodyPr wrap="square" rtlCol="0" anchor="ctr"/>
          <a:lstStyle/>
          <a:p>
            <a:pPr algn="ctr" indent="0" marL="0">
              <a:buNone/>
            </a:pPr>
            <a:r>
              <a:rPr lang="en-US" sz="1100" i="1" dirty="0">
                <a:solidFill>
                  <a:srgbClr val="00D4FF"/>
                </a:solidFill>
                <a:latin typeface="Calibri" pitchFamily="34" charset="0"/>
                <a:ea typeface="Calibri" pitchFamily="34" charset="-122"/>
                <a:cs typeface="Calibri" pitchFamily="34" charset="-120"/>
              </a:rPr>
              <a:t>🔮  FUTURE: AI Drone Scouting  ·  NFT Land Registry  ·  Carbon Credit Marketplace  ·  Micro-Climate Neural Net  ·  Quantum Soil Sensors  ·  IPO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D0A"/>
        </a:solidFill>
      </p:bgPr>
    </p:bg>
    <p:spTree>
      <p:nvGrpSpPr>
        <p:cNvPr id="1" name=""/>
        <p:cNvGrpSpPr/>
        <p:nvPr/>
      </p:nvGrpSpPr>
      <p:grpSpPr>
        <a:xfrm>
          <a:off x="0" y="0"/>
          <a:ext cx="0" cy="0"/>
          <a:chOff x="0" y="0"/>
          <a:chExt cx="0" cy="0"/>
        </a:xfrm>
      </p:grpSpPr>
      <p:sp>
        <p:nvSpPr>
          <p:cNvPr id="2" name="Shape 0"/>
          <p:cNvSpPr/>
          <p:nvPr/>
        </p:nvSpPr>
        <p:spPr>
          <a:xfrm>
            <a:off x="0" y="0"/>
            <a:ext cx="457200" cy="9144"/>
          </a:xfrm>
          <a:prstGeom prst="rect">
            <a:avLst/>
          </a:prstGeom>
          <a:solidFill>
            <a:srgbClr val="1A3A2A"/>
          </a:solidFill>
          <a:ln w="12700">
            <a:solidFill>
              <a:srgbClr val="1A3A2A"/>
            </a:solidFill>
            <a:prstDash val="solid"/>
          </a:ln>
        </p:spPr>
      </p:sp>
      <p:sp>
        <p:nvSpPr>
          <p:cNvPr id="3" name="Shape 1"/>
          <p:cNvSpPr/>
          <p:nvPr/>
        </p:nvSpPr>
        <p:spPr>
          <a:xfrm>
            <a:off x="594360" y="0"/>
            <a:ext cx="457200" cy="9144"/>
          </a:xfrm>
          <a:prstGeom prst="rect">
            <a:avLst/>
          </a:prstGeom>
          <a:solidFill>
            <a:srgbClr val="1A3A2A"/>
          </a:solidFill>
          <a:ln w="12700">
            <a:solidFill>
              <a:srgbClr val="1A3A2A"/>
            </a:solidFill>
            <a:prstDash val="solid"/>
          </a:ln>
        </p:spPr>
      </p:sp>
      <p:sp>
        <p:nvSpPr>
          <p:cNvPr id="4" name="Shape 2"/>
          <p:cNvSpPr/>
          <p:nvPr/>
        </p:nvSpPr>
        <p:spPr>
          <a:xfrm>
            <a:off x="1188720" y="0"/>
            <a:ext cx="457200" cy="9144"/>
          </a:xfrm>
          <a:prstGeom prst="rect">
            <a:avLst/>
          </a:prstGeom>
          <a:solidFill>
            <a:srgbClr val="1A3A2A"/>
          </a:solidFill>
          <a:ln w="12700">
            <a:solidFill>
              <a:srgbClr val="1A3A2A"/>
            </a:solidFill>
            <a:prstDash val="solid"/>
          </a:ln>
        </p:spPr>
      </p:sp>
      <p:sp>
        <p:nvSpPr>
          <p:cNvPr id="5" name="Shape 3"/>
          <p:cNvSpPr/>
          <p:nvPr/>
        </p:nvSpPr>
        <p:spPr>
          <a:xfrm>
            <a:off x="1783080" y="0"/>
            <a:ext cx="457200" cy="9144"/>
          </a:xfrm>
          <a:prstGeom prst="rect">
            <a:avLst/>
          </a:prstGeom>
          <a:solidFill>
            <a:srgbClr val="1A3A2A"/>
          </a:solidFill>
          <a:ln w="12700">
            <a:solidFill>
              <a:srgbClr val="1A3A2A"/>
            </a:solidFill>
            <a:prstDash val="solid"/>
          </a:ln>
        </p:spPr>
      </p:sp>
      <p:sp>
        <p:nvSpPr>
          <p:cNvPr id="6" name="Shape 4"/>
          <p:cNvSpPr/>
          <p:nvPr/>
        </p:nvSpPr>
        <p:spPr>
          <a:xfrm>
            <a:off x="2377440" y="0"/>
            <a:ext cx="457200" cy="9144"/>
          </a:xfrm>
          <a:prstGeom prst="rect">
            <a:avLst/>
          </a:prstGeom>
          <a:solidFill>
            <a:srgbClr val="1A3A2A"/>
          </a:solidFill>
          <a:ln w="12700">
            <a:solidFill>
              <a:srgbClr val="1A3A2A"/>
            </a:solidFill>
            <a:prstDash val="solid"/>
          </a:ln>
        </p:spPr>
      </p:sp>
      <p:sp>
        <p:nvSpPr>
          <p:cNvPr id="7" name="Shape 5"/>
          <p:cNvSpPr/>
          <p:nvPr/>
        </p:nvSpPr>
        <p:spPr>
          <a:xfrm>
            <a:off x="2971800" y="0"/>
            <a:ext cx="457200" cy="9144"/>
          </a:xfrm>
          <a:prstGeom prst="rect">
            <a:avLst/>
          </a:prstGeom>
          <a:solidFill>
            <a:srgbClr val="1A3A2A"/>
          </a:solidFill>
          <a:ln w="12700">
            <a:solidFill>
              <a:srgbClr val="1A3A2A"/>
            </a:solidFill>
            <a:prstDash val="solid"/>
          </a:ln>
        </p:spPr>
      </p:sp>
      <p:sp>
        <p:nvSpPr>
          <p:cNvPr id="8" name="Shape 6"/>
          <p:cNvSpPr/>
          <p:nvPr/>
        </p:nvSpPr>
        <p:spPr>
          <a:xfrm>
            <a:off x="3566160" y="0"/>
            <a:ext cx="457200" cy="9144"/>
          </a:xfrm>
          <a:prstGeom prst="rect">
            <a:avLst/>
          </a:prstGeom>
          <a:solidFill>
            <a:srgbClr val="1A3A2A"/>
          </a:solidFill>
          <a:ln w="12700">
            <a:solidFill>
              <a:srgbClr val="1A3A2A"/>
            </a:solidFill>
            <a:prstDash val="solid"/>
          </a:ln>
        </p:spPr>
      </p:sp>
      <p:sp>
        <p:nvSpPr>
          <p:cNvPr id="9" name="Shape 7"/>
          <p:cNvSpPr/>
          <p:nvPr/>
        </p:nvSpPr>
        <p:spPr>
          <a:xfrm>
            <a:off x="4160520" y="0"/>
            <a:ext cx="457200" cy="9144"/>
          </a:xfrm>
          <a:prstGeom prst="rect">
            <a:avLst/>
          </a:prstGeom>
          <a:solidFill>
            <a:srgbClr val="1A3A2A"/>
          </a:solidFill>
          <a:ln w="12700">
            <a:solidFill>
              <a:srgbClr val="1A3A2A"/>
            </a:solidFill>
            <a:prstDash val="solid"/>
          </a:ln>
        </p:spPr>
      </p:sp>
      <p:sp>
        <p:nvSpPr>
          <p:cNvPr id="10" name="Shape 8"/>
          <p:cNvSpPr/>
          <p:nvPr/>
        </p:nvSpPr>
        <p:spPr>
          <a:xfrm>
            <a:off x="4754880" y="0"/>
            <a:ext cx="457200" cy="9144"/>
          </a:xfrm>
          <a:prstGeom prst="rect">
            <a:avLst/>
          </a:prstGeom>
          <a:solidFill>
            <a:srgbClr val="1A3A2A"/>
          </a:solidFill>
          <a:ln w="12700">
            <a:solidFill>
              <a:srgbClr val="1A3A2A"/>
            </a:solidFill>
            <a:prstDash val="solid"/>
          </a:ln>
        </p:spPr>
      </p:sp>
      <p:sp>
        <p:nvSpPr>
          <p:cNvPr id="11" name="Shape 9"/>
          <p:cNvSpPr/>
          <p:nvPr/>
        </p:nvSpPr>
        <p:spPr>
          <a:xfrm>
            <a:off x="5349240" y="0"/>
            <a:ext cx="457200" cy="9144"/>
          </a:xfrm>
          <a:prstGeom prst="rect">
            <a:avLst/>
          </a:prstGeom>
          <a:solidFill>
            <a:srgbClr val="1A3A2A"/>
          </a:solidFill>
          <a:ln w="12700">
            <a:solidFill>
              <a:srgbClr val="1A3A2A"/>
            </a:solidFill>
            <a:prstDash val="solid"/>
          </a:ln>
        </p:spPr>
      </p:sp>
      <p:sp>
        <p:nvSpPr>
          <p:cNvPr id="12" name="Shape 10"/>
          <p:cNvSpPr/>
          <p:nvPr/>
        </p:nvSpPr>
        <p:spPr>
          <a:xfrm>
            <a:off x="5943600" y="0"/>
            <a:ext cx="457200" cy="9144"/>
          </a:xfrm>
          <a:prstGeom prst="rect">
            <a:avLst/>
          </a:prstGeom>
          <a:solidFill>
            <a:srgbClr val="1A3A2A"/>
          </a:solidFill>
          <a:ln w="12700">
            <a:solidFill>
              <a:srgbClr val="1A3A2A"/>
            </a:solidFill>
            <a:prstDash val="solid"/>
          </a:ln>
        </p:spPr>
      </p:sp>
      <p:sp>
        <p:nvSpPr>
          <p:cNvPr id="13" name="Shape 11"/>
          <p:cNvSpPr/>
          <p:nvPr/>
        </p:nvSpPr>
        <p:spPr>
          <a:xfrm>
            <a:off x="6537960" y="0"/>
            <a:ext cx="457200" cy="9144"/>
          </a:xfrm>
          <a:prstGeom prst="rect">
            <a:avLst/>
          </a:prstGeom>
          <a:solidFill>
            <a:srgbClr val="1A3A2A"/>
          </a:solidFill>
          <a:ln w="12700">
            <a:solidFill>
              <a:srgbClr val="1A3A2A"/>
            </a:solidFill>
            <a:prstDash val="solid"/>
          </a:ln>
        </p:spPr>
      </p:sp>
      <p:sp>
        <p:nvSpPr>
          <p:cNvPr id="14" name="Shape 12"/>
          <p:cNvSpPr/>
          <p:nvPr/>
        </p:nvSpPr>
        <p:spPr>
          <a:xfrm>
            <a:off x="7132320" y="0"/>
            <a:ext cx="457200" cy="9144"/>
          </a:xfrm>
          <a:prstGeom prst="rect">
            <a:avLst/>
          </a:prstGeom>
          <a:solidFill>
            <a:srgbClr val="1A3A2A"/>
          </a:solidFill>
          <a:ln w="12700">
            <a:solidFill>
              <a:srgbClr val="1A3A2A"/>
            </a:solidFill>
            <a:prstDash val="solid"/>
          </a:ln>
        </p:spPr>
      </p:sp>
      <p:sp>
        <p:nvSpPr>
          <p:cNvPr id="15" name="Shape 13"/>
          <p:cNvSpPr/>
          <p:nvPr/>
        </p:nvSpPr>
        <p:spPr>
          <a:xfrm>
            <a:off x="7726680" y="0"/>
            <a:ext cx="457200" cy="9144"/>
          </a:xfrm>
          <a:prstGeom prst="rect">
            <a:avLst/>
          </a:prstGeom>
          <a:solidFill>
            <a:srgbClr val="1A3A2A"/>
          </a:solidFill>
          <a:ln w="12700">
            <a:solidFill>
              <a:srgbClr val="1A3A2A"/>
            </a:solidFill>
            <a:prstDash val="solid"/>
          </a:ln>
        </p:spPr>
      </p:sp>
      <p:sp>
        <p:nvSpPr>
          <p:cNvPr id="16" name="Shape 14"/>
          <p:cNvSpPr/>
          <p:nvPr/>
        </p:nvSpPr>
        <p:spPr>
          <a:xfrm>
            <a:off x="8321040" y="0"/>
            <a:ext cx="457200" cy="9144"/>
          </a:xfrm>
          <a:prstGeom prst="rect">
            <a:avLst/>
          </a:prstGeom>
          <a:solidFill>
            <a:srgbClr val="1A3A2A"/>
          </a:solidFill>
          <a:ln w="12700">
            <a:solidFill>
              <a:srgbClr val="1A3A2A"/>
            </a:solidFill>
            <a:prstDash val="solid"/>
          </a:ln>
        </p:spPr>
      </p:sp>
      <p:sp>
        <p:nvSpPr>
          <p:cNvPr id="17" name="Shape 15"/>
          <p:cNvSpPr/>
          <p:nvPr/>
        </p:nvSpPr>
        <p:spPr>
          <a:xfrm>
            <a:off x="8915400" y="0"/>
            <a:ext cx="457200" cy="9144"/>
          </a:xfrm>
          <a:prstGeom prst="rect">
            <a:avLst/>
          </a:prstGeom>
          <a:solidFill>
            <a:srgbClr val="1A3A2A"/>
          </a:solidFill>
          <a:ln w="12700">
            <a:solidFill>
              <a:srgbClr val="1A3A2A"/>
            </a:solidFill>
            <a:prstDash val="solid"/>
          </a:ln>
        </p:spPr>
      </p:sp>
      <p:sp>
        <p:nvSpPr>
          <p:cNvPr id="18" name="Shape 16"/>
          <p:cNvSpPr/>
          <p:nvPr/>
        </p:nvSpPr>
        <p:spPr>
          <a:xfrm>
            <a:off x="9509760" y="0"/>
            <a:ext cx="457200" cy="9144"/>
          </a:xfrm>
          <a:prstGeom prst="rect">
            <a:avLst/>
          </a:prstGeom>
          <a:solidFill>
            <a:srgbClr val="1A3A2A"/>
          </a:solidFill>
          <a:ln w="12700">
            <a:solidFill>
              <a:srgbClr val="1A3A2A"/>
            </a:solidFill>
            <a:prstDash val="solid"/>
          </a:ln>
        </p:spPr>
      </p:sp>
      <p:sp>
        <p:nvSpPr>
          <p:cNvPr id="19" name="Shape 17"/>
          <p:cNvSpPr/>
          <p:nvPr/>
        </p:nvSpPr>
        <p:spPr>
          <a:xfrm>
            <a:off x="10104120" y="0"/>
            <a:ext cx="457200" cy="9144"/>
          </a:xfrm>
          <a:prstGeom prst="rect">
            <a:avLst/>
          </a:prstGeom>
          <a:solidFill>
            <a:srgbClr val="1A3A2A"/>
          </a:solidFill>
          <a:ln w="12700">
            <a:solidFill>
              <a:srgbClr val="1A3A2A"/>
            </a:solidFill>
            <a:prstDash val="solid"/>
          </a:ln>
        </p:spPr>
      </p:sp>
      <p:sp>
        <p:nvSpPr>
          <p:cNvPr id="20" name="Shape 18"/>
          <p:cNvSpPr/>
          <p:nvPr/>
        </p:nvSpPr>
        <p:spPr>
          <a:xfrm>
            <a:off x="10698480" y="0"/>
            <a:ext cx="457200" cy="9144"/>
          </a:xfrm>
          <a:prstGeom prst="rect">
            <a:avLst/>
          </a:prstGeom>
          <a:solidFill>
            <a:srgbClr val="1A3A2A"/>
          </a:solidFill>
          <a:ln w="12700">
            <a:solidFill>
              <a:srgbClr val="1A3A2A"/>
            </a:solidFill>
            <a:prstDash val="solid"/>
          </a:ln>
        </p:spPr>
      </p:sp>
      <p:sp>
        <p:nvSpPr>
          <p:cNvPr id="21" name="Shape 19"/>
          <p:cNvSpPr/>
          <p:nvPr/>
        </p:nvSpPr>
        <p:spPr>
          <a:xfrm>
            <a:off x="11292840" y="0"/>
            <a:ext cx="457200" cy="9144"/>
          </a:xfrm>
          <a:prstGeom prst="rect">
            <a:avLst/>
          </a:prstGeom>
          <a:solidFill>
            <a:srgbClr val="1A3A2A"/>
          </a:solidFill>
          <a:ln w="12700">
            <a:solidFill>
              <a:srgbClr val="1A3A2A"/>
            </a:solidFill>
            <a:prstDash val="solid"/>
          </a:ln>
        </p:spPr>
      </p:sp>
      <p:sp>
        <p:nvSpPr>
          <p:cNvPr id="22" name="Shape 20"/>
          <p:cNvSpPr/>
          <p:nvPr/>
        </p:nvSpPr>
        <p:spPr>
          <a:xfrm>
            <a:off x="292608" y="502920"/>
            <a:ext cx="457200" cy="9144"/>
          </a:xfrm>
          <a:prstGeom prst="rect">
            <a:avLst/>
          </a:prstGeom>
          <a:solidFill>
            <a:srgbClr val="1A3A2A"/>
          </a:solidFill>
          <a:ln w="12700">
            <a:solidFill>
              <a:srgbClr val="1A3A2A"/>
            </a:solidFill>
            <a:prstDash val="solid"/>
          </a:ln>
        </p:spPr>
      </p:sp>
      <p:sp>
        <p:nvSpPr>
          <p:cNvPr id="23" name="Shape 21"/>
          <p:cNvSpPr/>
          <p:nvPr/>
        </p:nvSpPr>
        <p:spPr>
          <a:xfrm>
            <a:off x="886968" y="502920"/>
            <a:ext cx="457200" cy="9144"/>
          </a:xfrm>
          <a:prstGeom prst="rect">
            <a:avLst/>
          </a:prstGeom>
          <a:solidFill>
            <a:srgbClr val="1A3A2A"/>
          </a:solidFill>
          <a:ln w="12700">
            <a:solidFill>
              <a:srgbClr val="1A3A2A"/>
            </a:solidFill>
            <a:prstDash val="solid"/>
          </a:ln>
        </p:spPr>
      </p:sp>
      <p:sp>
        <p:nvSpPr>
          <p:cNvPr id="24" name="Shape 22"/>
          <p:cNvSpPr/>
          <p:nvPr/>
        </p:nvSpPr>
        <p:spPr>
          <a:xfrm>
            <a:off x="1481328" y="502920"/>
            <a:ext cx="457200" cy="9144"/>
          </a:xfrm>
          <a:prstGeom prst="rect">
            <a:avLst/>
          </a:prstGeom>
          <a:solidFill>
            <a:srgbClr val="1A3A2A"/>
          </a:solidFill>
          <a:ln w="12700">
            <a:solidFill>
              <a:srgbClr val="1A3A2A"/>
            </a:solidFill>
            <a:prstDash val="solid"/>
          </a:ln>
        </p:spPr>
      </p:sp>
      <p:sp>
        <p:nvSpPr>
          <p:cNvPr id="25" name="Shape 23"/>
          <p:cNvSpPr/>
          <p:nvPr/>
        </p:nvSpPr>
        <p:spPr>
          <a:xfrm>
            <a:off x="2075688" y="502920"/>
            <a:ext cx="457200" cy="9144"/>
          </a:xfrm>
          <a:prstGeom prst="rect">
            <a:avLst/>
          </a:prstGeom>
          <a:solidFill>
            <a:srgbClr val="1A3A2A"/>
          </a:solidFill>
          <a:ln w="12700">
            <a:solidFill>
              <a:srgbClr val="1A3A2A"/>
            </a:solidFill>
            <a:prstDash val="solid"/>
          </a:ln>
        </p:spPr>
      </p:sp>
      <p:sp>
        <p:nvSpPr>
          <p:cNvPr id="26" name="Shape 24"/>
          <p:cNvSpPr/>
          <p:nvPr/>
        </p:nvSpPr>
        <p:spPr>
          <a:xfrm>
            <a:off x="2670048" y="502920"/>
            <a:ext cx="457200" cy="9144"/>
          </a:xfrm>
          <a:prstGeom prst="rect">
            <a:avLst/>
          </a:prstGeom>
          <a:solidFill>
            <a:srgbClr val="1A3A2A"/>
          </a:solidFill>
          <a:ln w="12700">
            <a:solidFill>
              <a:srgbClr val="1A3A2A"/>
            </a:solidFill>
            <a:prstDash val="solid"/>
          </a:ln>
        </p:spPr>
      </p:sp>
      <p:sp>
        <p:nvSpPr>
          <p:cNvPr id="27" name="Shape 25"/>
          <p:cNvSpPr/>
          <p:nvPr/>
        </p:nvSpPr>
        <p:spPr>
          <a:xfrm>
            <a:off x="3264408" y="502920"/>
            <a:ext cx="457200" cy="9144"/>
          </a:xfrm>
          <a:prstGeom prst="rect">
            <a:avLst/>
          </a:prstGeom>
          <a:solidFill>
            <a:srgbClr val="1A3A2A"/>
          </a:solidFill>
          <a:ln w="12700">
            <a:solidFill>
              <a:srgbClr val="1A3A2A"/>
            </a:solidFill>
            <a:prstDash val="solid"/>
          </a:ln>
        </p:spPr>
      </p:sp>
      <p:sp>
        <p:nvSpPr>
          <p:cNvPr id="28" name="Shape 26"/>
          <p:cNvSpPr/>
          <p:nvPr/>
        </p:nvSpPr>
        <p:spPr>
          <a:xfrm>
            <a:off x="3858768" y="502920"/>
            <a:ext cx="457200" cy="9144"/>
          </a:xfrm>
          <a:prstGeom prst="rect">
            <a:avLst/>
          </a:prstGeom>
          <a:solidFill>
            <a:srgbClr val="1A3A2A"/>
          </a:solidFill>
          <a:ln w="12700">
            <a:solidFill>
              <a:srgbClr val="1A3A2A"/>
            </a:solidFill>
            <a:prstDash val="solid"/>
          </a:ln>
        </p:spPr>
      </p:sp>
      <p:sp>
        <p:nvSpPr>
          <p:cNvPr id="29" name="Shape 27"/>
          <p:cNvSpPr/>
          <p:nvPr/>
        </p:nvSpPr>
        <p:spPr>
          <a:xfrm>
            <a:off x="4453128" y="502920"/>
            <a:ext cx="457200" cy="9144"/>
          </a:xfrm>
          <a:prstGeom prst="rect">
            <a:avLst/>
          </a:prstGeom>
          <a:solidFill>
            <a:srgbClr val="1A3A2A"/>
          </a:solidFill>
          <a:ln w="12700">
            <a:solidFill>
              <a:srgbClr val="1A3A2A"/>
            </a:solidFill>
            <a:prstDash val="solid"/>
          </a:ln>
        </p:spPr>
      </p:sp>
      <p:sp>
        <p:nvSpPr>
          <p:cNvPr id="30" name="Shape 28"/>
          <p:cNvSpPr/>
          <p:nvPr/>
        </p:nvSpPr>
        <p:spPr>
          <a:xfrm>
            <a:off x="5047488" y="502920"/>
            <a:ext cx="457200" cy="9144"/>
          </a:xfrm>
          <a:prstGeom prst="rect">
            <a:avLst/>
          </a:prstGeom>
          <a:solidFill>
            <a:srgbClr val="1A3A2A"/>
          </a:solidFill>
          <a:ln w="12700">
            <a:solidFill>
              <a:srgbClr val="1A3A2A"/>
            </a:solidFill>
            <a:prstDash val="solid"/>
          </a:ln>
        </p:spPr>
      </p:sp>
      <p:sp>
        <p:nvSpPr>
          <p:cNvPr id="31" name="Shape 29"/>
          <p:cNvSpPr/>
          <p:nvPr/>
        </p:nvSpPr>
        <p:spPr>
          <a:xfrm>
            <a:off x="5641848" y="502920"/>
            <a:ext cx="457200" cy="9144"/>
          </a:xfrm>
          <a:prstGeom prst="rect">
            <a:avLst/>
          </a:prstGeom>
          <a:solidFill>
            <a:srgbClr val="1A3A2A"/>
          </a:solidFill>
          <a:ln w="12700">
            <a:solidFill>
              <a:srgbClr val="1A3A2A"/>
            </a:solidFill>
            <a:prstDash val="solid"/>
          </a:ln>
        </p:spPr>
      </p:sp>
      <p:sp>
        <p:nvSpPr>
          <p:cNvPr id="32" name="Shape 30"/>
          <p:cNvSpPr/>
          <p:nvPr/>
        </p:nvSpPr>
        <p:spPr>
          <a:xfrm>
            <a:off x="6236208" y="502920"/>
            <a:ext cx="457200" cy="9144"/>
          </a:xfrm>
          <a:prstGeom prst="rect">
            <a:avLst/>
          </a:prstGeom>
          <a:solidFill>
            <a:srgbClr val="1A3A2A"/>
          </a:solidFill>
          <a:ln w="12700">
            <a:solidFill>
              <a:srgbClr val="1A3A2A"/>
            </a:solidFill>
            <a:prstDash val="solid"/>
          </a:ln>
        </p:spPr>
      </p:sp>
      <p:sp>
        <p:nvSpPr>
          <p:cNvPr id="33" name="Shape 31"/>
          <p:cNvSpPr/>
          <p:nvPr/>
        </p:nvSpPr>
        <p:spPr>
          <a:xfrm>
            <a:off x="6830568" y="502920"/>
            <a:ext cx="457200" cy="9144"/>
          </a:xfrm>
          <a:prstGeom prst="rect">
            <a:avLst/>
          </a:prstGeom>
          <a:solidFill>
            <a:srgbClr val="1A3A2A"/>
          </a:solidFill>
          <a:ln w="12700">
            <a:solidFill>
              <a:srgbClr val="1A3A2A"/>
            </a:solidFill>
            <a:prstDash val="solid"/>
          </a:ln>
        </p:spPr>
      </p:sp>
      <p:sp>
        <p:nvSpPr>
          <p:cNvPr id="34" name="Shape 32"/>
          <p:cNvSpPr/>
          <p:nvPr/>
        </p:nvSpPr>
        <p:spPr>
          <a:xfrm>
            <a:off x="7424928" y="502920"/>
            <a:ext cx="457200" cy="9144"/>
          </a:xfrm>
          <a:prstGeom prst="rect">
            <a:avLst/>
          </a:prstGeom>
          <a:solidFill>
            <a:srgbClr val="1A3A2A"/>
          </a:solidFill>
          <a:ln w="12700">
            <a:solidFill>
              <a:srgbClr val="1A3A2A"/>
            </a:solidFill>
            <a:prstDash val="solid"/>
          </a:ln>
        </p:spPr>
      </p:sp>
      <p:sp>
        <p:nvSpPr>
          <p:cNvPr id="35" name="Shape 33"/>
          <p:cNvSpPr/>
          <p:nvPr/>
        </p:nvSpPr>
        <p:spPr>
          <a:xfrm>
            <a:off x="8019288" y="502920"/>
            <a:ext cx="457200" cy="9144"/>
          </a:xfrm>
          <a:prstGeom prst="rect">
            <a:avLst/>
          </a:prstGeom>
          <a:solidFill>
            <a:srgbClr val="1A3A2A"/>
          </a:solidFill>
          <a:ln w="12700">
            <a:solidFill>
              <a:srgbClr val="1A3A2A"/>
            </a:solidFill>
            <a:prstDash val="solid"/>
          </a:ln>
        </p:spPr>
      </p:sp>
      <p:sp>
        <p:nvSpPr>
          <p:cNvPr id="36" name="Shape 34"/>
          <p:cNvSpPr/>
          <p:nvPr/>
        </p:nvSpPr>
        <p:spPr>
          <a:xfrm>
            <a:off x="8613648" y="502920"/>
            <a:ext cx="457200" cy="9144"/>
          </a:xfrm>
          <a:prstGeom prst="rect">
            <a:avLst/>
          </a:prstGeom>
          <a:solidFill>
            <a:srgbClr val="1A3A2A"/>
          </a:solidFill>
          <a:ln w="12700">
            <a:solidFill>
              <a:srgbClr val="1A3A2A"/>
            </a:solidFill>
            <a:prstDash val="solid"/>
          </a:ln>
        </p:spPr>
      </p:sp>
      <p:sp>
        <p:nvSpPr>
          <p:cNvPr id="37" name="Shape 35"/>
          <p:cNvSpPr/>
          <p:nvPr/>
        </p:nvSpPr>
        <p:spPr>
          <a:xfrm>
            <a:off x="9208008" y="502920"/>
            <a:ext cx="457200" cy="9144"/>
          </a:xfrm>
          <a:prstGeom prst="rect">
            <a:avLst/>
          </a:prstGeom>
          <a:solidFill>
            <a:srgbClr val="1A3A2A"/>
          </a:solidFill>
          <a:ln w="12700">
            <a:solidFill>
              <a:srgbClr val="1A3A2A"/>
            </a:solidFill>
            <a:prstDash val="solid"/>
          </a:ln>
        </p:spPr>
      </p:sp>
      <p:sp>
        <p:nvSpPr>
          <p:cNvPr id="38" name="Shape 36"/>
          <p:cNvSpPr/>
          <p:nvPr/>
        </p:nvSpPr>
        <p:spPr>
          <a:xfrm>
            <a:off x="9802368" y="502920"/>
            <a:ext cx="457200" cy="9144"/>
          </a:xfrm>
          <a:prstGeom prst="rect">
            <a:avLst/>
          </a:prstGeom>
          <a:solidFill>
            <a:srgbClr val="1A3A2A"/>
          </a:solidFill>
          <a:ln w="12700">
            <a:solidFill>
              <a:srgbClr val="1A3A2A"/>
            </a:solidFill>
            <a:prstDash val="solid"/>
          </a:ln>
        </p:spPr>
      </p:sp>
      <p:sp>
        <p:nvSpPr>
          <p:cNvPr id="39" name="Shape 37"/>
          <p:cNvSpPr/>
          <p:nvPr/>
        </p:nvSpPr>
        <p:spPr>
          <a:xfrm>
            <a:off x="10396728" y="502920"/>
            <a:ext cx="457200" cy="9144"/>
          </a:xfrm>
          <a:prstGeom prst="rect">
            <a:avLst/>
          </a:prstGeom>
          <a:solidFill>
            <a:srgbClr val="1A3A2A"/>
          </a:solidFill>
          <a:ln w="12700">
            <a:solidFill>
              <a:srgbClr val="1A3A2A"/>
            </a:solidFill>
            <a:prstDash val="solid"/>
          </a:ln>
        </p:spPr>
      </p:sp>
      <p:sp>
        <p:nvSpPr>
          <p:cNvPr id="40" name="Shape 38"/>
          <p:cNvSpPr/>
          <p:nvPr/>
        </p:nvSpPr>
        <p:spPr>
          <a:xfrm>
            <a:off x="10991088" y="502920"/>
            <a:ext cx="457200" cy="9144"/>
          </a:xfrm>
          <a:prstGeom prst="rect">
            <a:avLst/>
          </a:prstGeom>
          <a:solidFill>
            <a:srgbClr val="1A3A2A"/>
          </a:solidFill>
          <a:ln w="12700">
            <a:solidFill>
              <a:srgbClr val="1A3A2A"/>
            </a:solidFill>
            <a:prstDash val="solid"/>
          </a:ln>
        </p:spPr>
      </p:sp>
      <p:sp>
        <p:nvSpPr>
          <p:cNvPr id="41" name="Shape 39"/>
          <p:cNvSpPr/>
          <p:nvPr/>
        </p:nvSpPr>
        <p:spPr>
          <a:xfrm>
            <a:off x="11585448" y="502920"/>
            <a:ext cx="457200" cy="9144"/>
          </a:xfrm>
          <a:prstGeom prst="rect">
            <a:avLst/>
          </a:prstGeom>
          <a:solidFill>
            <a:srgbClr val="1A3A2A"/>
          </a:solidFill>
          <a:ln w="12700">
            <a:solidFill>
              <a:srgbClr val="1A3A2A"/>
            </a:solidFill>
            <a:prstDash val="solid"/>
          </a:ln>
        </p:spPr>
      </p:sp>
      <p:sp>
        <p:nvSpPr>
          <p:cNvPr id="42" name="Shape 40"/>
          <p:cNvSpPr/>
          <p:nvPr/>
        </p:nvSpPr>
        <p:spPr>
          <a:xfrm>
            <a:off x="0" y="1005840"/>
            <a:ext cx="457200" cy="9144"/>
          </a:xfrm>
          <a:prstGeom prst="rect">
            <a:avLst/>
          </a:prstGeom>
          <a:solidFill>
            <a:srgbClr val="1A3A2A"/>
          </a:solidFill>
          <a:ln w="12700">
            <a:solidFill>
              <a:srgbClr val="1A3A2A"/>
            </a:solidFill>
            <a:prstDash val="solid"/>
          </a:ln>
        </p:spPr>
      </p:sp>
      <p:sp>
        <p:nvSpPr>
          <p:cNvPr id="43" name="Shape 41"/>
          <p:cNvSpPr/>
          <p:nvPr/>
        </p:nvSpPr>
        <p:spPr>
          <a:xfrm>
            <a:off x="594360" y="1005840"/>
            <a:ext cx="457200" cy="9144"/>
          </a:xfrm>
          <a:prstGeom prst="rect">
            <a:avLst/>
          </a:prstGeom>
          <a:solidFill>
            <a:srgbClr val="1A3A2A"/>
          </a:solidFill>
          <a:ln w="12700">
            <a:solidFill>
              <a:srgbClr val="1A3A2A"/>
            </a:solidFill>
            <a:prstDash val="solid"/>
          </a:ln>
        </p:spPr>
      </p:sp>
      <p:sp>
        <p:nvSpPr>
          <p:cNvPr id="44" name="Shape 42"/>
          <p:cNvSpPr/>
          <p:nvPr/>
        </p:nvSpPr>
        <p:spPr>
          <a:xfrm>
            <a:off x="1188720" y="1005840"/>
            <a:ext cx="457200" cy="9144"/>
          </a:xfrm>
          <a:prstGeom prst="rect">
            <a:avLst/>
          </a:prstGeom>
          <a:solidFill>
            <a:srgbClr val="1A3A2A"/>
          </a:solidFill>
          <a:ln w="12700">
            <a:solidFill>
              <a:srgbClr val="1A3A2A"/>
            </a:solidFill>
            <a:prstDash val="solid"/>
          </a:ln>
        </p:spPr>
      </p:sp>
      <p:sp>
        <p:nvSpPr>
          <p:cNvPr id="45" name="Shape 43"/>
          <p:cNvSpPr/>
          <p:nvPr/>
        </p:nvSpPr>
        <p:spPr>
          <a:xfrm>
            <a:off x="1783080" y="1005840"/>
            <a:ext cx="457200" cy="9144"/>
          </a:xfrm>
          <a:prstGeom prst="rect">
            <a:avLst/>
          </a:prstGeom>
          <a:solidFill>
            <a:srgbClr val="1A3A2A"/>
          </a:solidFill>
          <a:ln w="12700">
            <a:solidFill>
              <a:srgbClr val="1A3A2A"/>
            </a:solidFill>
            <a:prstDash val="solid"/>
          </a:ln>
        </p:spPr>
      </p:sp>
      <p:sp>
        <p:nvSpPr>
          <p:cNvPr id="46" name="Shape 44"/>
          <p:cNvSpPr/>
          <p:nvPr/>
        </p:nvSpPr>
        <p:spPr>
          <a:xfrm>
            <a:off x="2377440" y="1005840"/>
            <a:ext cx="457200" cy="9144"/>
          </a:xfrm>
          <a:prstGeom prst="rect">
            <a:avLst/>
          </a:prstGeom>
          <a:solidFill>
            <a:srgbClr val="1A3A2A"/>
          </a:solidFill>
          <a:ln w="12700">
            <a:solidFill>
              <a:srgbClr val="1A3A2A"/>
            </a:solidFill>
            <a:prstDash val="solid"/>
          </a:ln>
        </p:spPr>
      </p:sp>
      <p:sp>
        <p:nvSpPr>
          <p:cNvPr id="47" name="Shape 45"/>
          <p:cNvSpPr/>
          <p:nvPr/>
        </p:nvSpPr>
        <p:spPr>
          <a:xfrm>
            <a:off x="2971800" y="1005840"/>
            <a:ext cx="457200" cy="9144"/>
          </a:xfrm>
          <a:prstGeom prst="rect">
            <a:avLst/>
          </a:prstGeom>
          <a:solidFill>
            <a:srgbClr val="1A3A2A"/>
          </a:solidFill>
          <a:ln w="12700">
            <a:solidFill>
              <a:srgbClr val="1A3A2A"/>
            </a:solidFill>
            <a:prstDash val="solid"/>
          </a:ln>
        </p:spPr>
      </p:sp>
      <p:sp>
        <p:nvSpPr>
          <p:cNvPr id="48" name="Shape 46"/>
          <p:cNvSpPr/>
          <p:nvPr/>
        </p:nvSpPr>
        <p:spPr>
          <a:xfrm>
            <a:off x="3566160" y="1005840"/>
            <a:ext cx="457200" cy="9144"/>
          </a:xfrm>
          <a:prstGeom prst="rect">
            <a:avLst/>
          </a:prstGeom>
          <a:solidFill>
            <a:srgbClr val="1A3A2A"/>
          </a:solidFill>
          <a:ln w="12700">
            <a:solidFill>
              <a:srgbClr val="1A3A2A"/>
            </a:solidFill>
            <a:prstDash val="solid"/>
          </a:ln>
        </p:spPr>
      </p:sp>
      <p:sp>
        <p:nvSpPr>
          <p:cNvPr id="49" name="Shape 47"/>
          <p:cNvSpPr/>
          <p:nvPr/>
        </p:nvSpPr>
        <p:spPr>
          <a:xfrm>
            <a:off x="4160520" y="1005840"/>
            <a:ext cx="457200" cy="9144"/>
          </a:xfrm>
          <a:prstGeom prst="rect">
            <a:avLst/>
          </a:prstGeom>
          <a:solidFill>
            <a:srgbClr val="1A3A2A"/>
          </a:solidFill>
          <a:ln w="12700">
            <a:solidFill>
              <a:srgbClr val="1A3A2A"/>
            </a:solidFill>
            <a:prstDash val="solid"/>
          </a:ln>
        </p:spPr>
      </p:sp>
      <p:sp>
        <p:nvSpPr>
          <p:cNvPr id="50" name="Shape 48"/>
          <p:cNvSpPr/>
          <p:nvPr/>
        </p:nvSpPr>
        <p:spPr>
          <a:xfrm>
            <a:off x="4754880" y="1005840"/>
            <a:ext cx="457200" cy="9144"/>
          </a:xfrm>
          <a:prstGeom prst="rect">
            <a:avLst/>
          </a:prstGeom>
          <a:solidFill>
            <a:srgbClr val="1A3A2A"/>
          </a:solidFill>
          <a:ln w="12700">
            <a:solidFill>
              <a:srgbClr val="1A3A2A"/>
            </a:solidFill>
            <a:prstDash val="solid"/>
          </a:ln>
        </p:spPr>
      </p:sp>
      <p:sp>
        <p:nvSpPr>
          <p:cNvPr id="51" name="Shape 49"/>
          <p:cNvSpPr/>
          <p:nvPr/>
        </p:nvSpPr>
        <p:spPr>
          <a:xfrm>
            <a:off x="5349240" y="1005840"/>
            <a:ext cx="457200" cy="9144"/>
          </a:xfrm>
          <a:prstGeom prst="rect">
            <a:avLst/>
          </a:prstGeom>
          <a:solidFill>
            <a:srgbClr val="1A3A2A"/>
          </a:solidFill>
          <a:ln w="12700">
            <a:solidFill>
              <a:srgbClr val="1A3A2A"/>
            </a:solidFill>
            <a:prstDash val="solid"/>
          </a:ln>
        </p:spPr>
      </p:sp>
      <p:sp>
        <p:nvSpPr>
          <p:cNvPr id="52" name="Shape 50"/>
          <p:cNvSpPr/>
          <p:nvPr/>
        </p:nvSpPr>
        <p:spPr>
          <a:xfrm>
            <a:off x="5943600" y="1005840"/>
            <a:ext cx="457200" cy="9144"/>
          </a:xfrm>
          <a:prstGeom prst="rect">
            <a:avLst/>
          </a:prstGeom>
          <a:solidFill>
            <a:srgbClr val="1A3A2A"/>
          </a:solidFill>
          <a:ln w="12700">
            <a:solidFill>
              <a:srgbClr val="1A3A2A"/>
            </a:solidFill>
            <a:prstDash val="solid"/>
          </a:ln>
        </p:spPr>
      </p:sp>
      <p:sp>
        <p:nvSpPr>
          <p:cNvPr id="53" name="Shape 51"/>
          <p:cNvSpPr/>
          <p:nvPr/>
        </p:nvSpPr>
        <p:spPr>
          <a:xfrm>
            <a:off x="6537960" y="1005840"/>
            <a:ext cx="457200" cy="9144"/>
          </a:xfrm>
          <a:prstGeom prst="rect">
            <a:avLst/>
          </a:prstGeom>
          <a:solidFill>
            <a:srgbClr val="1A3A2A"/>
          </a:solidFill>
          <a:ln w="12700">
            <a:solidFill>
              <a:srgbClr val="1A3A2A"/>
            </a:solidFill>
            <a:prstDash val="solid"/>
          </a:ln>
        </p:spPr>
      </p:sp>
      <p:sp>
        <p:nvSpPr>
          <p:cNvPr id="54" name="Shape 52"/>
          <p:cNvSpPr/>
          <p:nvPr/>
        </p:nvSpPr>
        <p:spPr>
          <a:xfrm>
            <a:off x="7132320" y="1005840"/>
            <a:ext cx="457200" cy="9144"/>
          </a:xfrm>
          <a:prstGeom prst="rect">
            <a:avLst/>
          </a:prstGeom>
          <a:solidFill>
            <a:srgbClr val="1A3A2A"/>
          </a:solidFill>
          <a:ln w="12700">
            <a:solidFill>
              <a:srgbClr val="1A3A2A"/>
            </a:solidFill>
            <a:prstDash val="solid"/>
          </a:ln>
        </p:spPr>
      </p:sp>
      <p:sp>
        <p:nvSpPr>
          <p:cNvPr id="55" name="Shape 53"/>
          <p:cNvSpPr/>
          <p:nvPr/>
        </p:nvSpPr>
        <p:spPr>
          <a:xfrm>
            <a:off x="7726680" y="1005840"/>
            <a:ext cx="457200" cy="9144"/>
          </a:xfrm>
          <a:prstGeom prst="rect">
            <a:avLst/>
          </a:prstGeom>
          <a:solidFill>
            <a:srgbClr val="1A3A2A"/>
          </a:solidFill>
          <a:ln w="12700">
            <a:solidFill>
              <a:srgbClr val="1A3A2A"/>
            </a:solidFill>
            <a:prstDash val="solid"/>
          </a:ln>
        </p:spPr>
      </p:sp>
      <p:sp>
        <p:nvSpPr>
          <p:cNvPr id="56" name="Shape 54"/>
          <p:cNvSpPr/>
          <p:nvPr/>
        </p:nvSpPr>
        <p:spPr>
          <a:xfrm>
            <a:off x="8321040" y="1005840"/>
            <a:ext cx="457200" cy="9144"/>
          </a:xfrm>
          <a:prstGeom prst="rect">
            <a:avLst/>
          </a:prstGeom>
          <a:solidFill>
            <a:srgbClr val="1A3A2A"/>
          </a:solidFill>
          <a:ln w="12700">
            <a:solidFill>
              <a:srgbClr val="1A3A2A"/>
            </a:solidFill>
            <a:prstDash val="solid"/>
          </a:ln>
        </p:spPr>
      </p:sp>
      <p:sp>
        <p:nvSpPr>
          <p:cNvPr id="57" name="Shape 55"/>
          <p:cNvSpPr/>
          <p:nvPr/>
        </p:nvSpPr>
        <p:spPr>
          <a:xfrm>
            <a:off x="8915400" y="1005840"/>
            <a:ext cx="457200" cy="9144"/>
          </a:xfrm>
          <a:prstGeom prst="rect">
            <a:avLst/>
          </a:prstGeom>
          <a:solidFill>
            <a:srgbClr val="1A3A2A"/>
          </a:solidFill>
          <a:ln w="12700">
            <a:solidFill>
              <a:srgbClr val="1A3A2A"/>
            </a:solidFill>
            <a:prstDash val="solid"/>
          </a:ln>
        </p:spPr>
      </p:sp>
      <p:sp>
        <p:nvSpPr>
          <p:cNvPr id="58" name="Shape 56"/>
          <p:cNvSpPr/>
          <p:nvPr/>
        </p:nvSpPr>
        <p:spPr>
          <a:xfrm>
            <a:off x="9509760" y="1005840"/>
            <a:ext cx="457200" cy="9144"/>
          </a:xfrm>
          <a:prstGeom prst="rect">
            <a:avLst/>
          </a:prstGeom>
          <a:solidFill>
            <a:srgbClr val="1A3A2A"/>
          </a:solidFill>
          <a:ln w="12700">
            <a:solidFill>
              <a:srgbClr val="1A3A2A"/>
            </a:solidFill>
            <a:prstDash val="solid"/>
          </a:ln>
        </p:spPr>
      </p:sp>
      <p:sp>
        <p:nvSpPr>
          <p:cNvPr id="59" name="Shape 57"/>
          <p:cNvSpPr/>
          <p:nvPr/>
        </p:nvSpPr>
        <p:spPr>
          <a:xfrm>
            <a:off x="10104120" y="1005840"/>
            <a:ext cx="457200" cy="9144"/>
          </a:xfrm>
          <a:prstGeom prst="rect">
            <a:avLst/>
          </a:prstGeom>
          <a:solidFill>
            <a:srgbClr val="1A3A2A"/>
          </a:solidFill>
          <a:ln w="12700">
            <a:solidFill>
              <a:srgbClr val="1A3A2A"/>
            </a:solidFill>
            <a:prstDash val="solid"/>
          </a:ln>
        </p:spPr>
      </p:sp>
      <p:sp>
        <p:nvSpPr>
          <p:cNvPr id="60" name="Shape 58"/>
          <p:cNvSpPr/>
          <p:nvPr/>
        </p:nvSpPr>
        <p:spPr>
          <a:xfrm>
            <a:off x="10698480" y="1005840"/>
            <a:ext cx="457200" cy="9144"/>
          </a:xfrm>
          <a:prstGeom prst="rect">
            <a:avLst/>
          </a:prstGeom>
          <a:solidFill>
            <a:srgbClr val="1A3A2A"/>
          </a:solidFill>
          <a:ln w="12700">
            <a:solidFill>
              <a:srgbClr val="1A3A2A"/>
            </a:solidFill>
            <a:prstDash val="solid"/>
          </a:ln>
        </p:spPr>
      </p:sp>
      <p:sp>
        <p:nvSpPr>
          <p:cNvPr id="61" name="Shape 59"/>
          <p:cNvSpPr/>
          <p:nvPr/>
        </p:nvSpPr>
        <p:spPr>
          <a:xfrm>
            <a:off x="11292840" y="1005840"/>
            <a:ext cx="457200" cy="9144"/>
          </a:xfrm>
          <a:prstGeom prst="rect">
            <a:avLst/>
          </a:prstGeom>
          <a:solidFill>
            <a:srgbClr val="1A3A2A"/>
          </a:solidFill>
          <a:ln w="12700">
            <a:solidFill>
              <a:srgbClr val="1A3A2A"/>
            </a:solidFill>
            <a:prstDash val="solid"/>
          </a:ln>
        </p:spPr>
      </p:sp>
      <p:sp>
        <p:nvSpPr>
          <p:cNvPr id="62" name="Shape 60"/>
          <p:cNvSpPr/>
          <p:nvPr/>
        </p:nvSpPr>
        <p:spPr>
          <a:xfrm>
            <a:off x="292608" y="1508760"/>
            <a:ext cx="457200" cy="9144"/>
          </a:xfrm>
          <a:prstGeom prst="rect">
            <a:avLst/>
          </a:prstGeom>
          <a:solidFill>
            <a:srgbClr val="1A3A2A"/>
          </a:solidFill>
          <a:ln w="12700">
            <a:solidFill>
              <a:srgbClr val="1A3A2A"/>
            </a:solidFill>
            <a:prstDash val="solid"/>
          </a:ln>
        </p:spPr>
      </p:sp>
      <p:sp>
        <p:nvSpPr>
          <p:cNvPr id="63" name="Shape 61"/>
          <p:cNvSpPr/>
          <p:nvPr/>
        </p:nvSpPr>
        <p:spPr>
          <a:xfrm>
            <a:off x="886968" y="1508760"/>
            <a:ext cx="457200" cy="9144"/>
          </a:xfrm>
          <a:prstGeom prst="rect">
            <a:avLst/>
          </a:prstGeom>
          <a:solidFill>
            <a:srgbClr val="1A3A2A"/>
          </a:solidFill>
          <a:ln w="12700">
            <a:solidFill>
              <a:srgbClr val="1A3A2A"/>
            </a:solidFill>
            <a:prstDash val="solid"/>
          </a:ln>
        </p:spPr>
      </p:sp>
      <p:sp>
        <p:nvSpPr>
          <p:cNvPr id="64" name="Shape 62"/>
          <p:cNvSpPr/>
          <p:nvPr/>
        </p:nvSpPr>
        <p:spPr>
          <a:xfrm>
            <a:off x="1481328" y="1508760"/>
            <a:ext cx="457200" cy="9144"/>
          </a:xfrm>
          <a:prstGeom prst="rect">
            <a:avLst/>
          </a:prstGeom>
          <a:solidFill>
            <a:srgbClr val="1A3A2A"/>
          </a:solidFill>
          <a:ln w="12700">
            <a:solidFill>
              <a:srgbClr val="1A3A2A"/>
            </a:solidFill>
            <a:prstDash val="solid"/>
          </a:ln>
        </p:spPr>
      </p:sp>
      <p:sp>
        <p:nvSpPr>
          <p:cNvPr id="65" name="Shape 63"/>
          <p:cNvSpPr/>
          <p:nvPr/>
        </p:nvSpPr>
        <p:spPr>
          <a:xfrm>
            <a:off x="2075688" y="1508760"/>
            <a:ext cx="457200" cy="9144"/>
          </a:xfrm>
          <a:prstGeom prst="rect">
            <a:avLst/>
          </a:prstGeom>
          <a:solidFill>
            <a:srgbClr val="1A3A2A"/>
          </a:solidFill>
          <a:ln w="12700">
            <a:solidFill>
              <a:srgbClr val="1A3A2A"/>
            </a:solidFill>
            <a:prstDash val="solid"/>
          </a:ln>
        </p:spPr>
      </p:sp>
      <p:sp>
        <p:nvSpPr>
          <p:cNvPr id="66" name="Shape 64"/>
          <p:cNvSpPr/>
          <p:nvPr/>
        </p:nvSpPr>
        <p:spPr>
          <a:xfrm>
            <a:off x="2670048" y="1508760"/>
            <a:ext cx="457200" cy="9144"/>
          </a:xfrm>
          <a:prstGeom prst="rect">
            <a:avLst/>
          </a:prstGeom>
          <a:solidFill>
            <a:srgbClr val="1A3A2A"/>
          </a:solidFill>
          <a:ln w="12700">
            <a:solidFill>
              <a:srgbClr val="1A3A2A"/>
            </a:solidFill>
            <a:prstDash val="solid"/>
          </a:ln>
        </p:spPr>
      </p:sp>
      <p:sp>
        <p:nvSpPr>
          <p:cNvPr id="67" name="Shape 65"/>
          <p:cNvSpPr/>
          <p:nvPr/>
        </p:nvSpPr>
        <p:spPr>
          <a:xfrm>
            <a:off x="3264408" y="1508760"/>
            <a:ext cx="457200" cy="9144"/>
          </a:xfrm>
          <a:prstGeom prst="rect">
            <a:avLst/>
          </a:prstGeom>
          <a:solidFill>
            <a:srgbClr val="1A3A2A"/>
          </a:solidFill>
          <a:ln w="12700">
            <a:solidFill>
              <a:srgbClr val="1A3A2A"/>
            </a:solidFill>
            <a:prstDash val="solid"/>
          </a:ln>
        </p:spPr>
      </p:sp>
      <p:sp>
        <p:nvSpPr>
          <p:cNvPr id="68" name="Shape 66"/>
          <p:cNvSpPr/>
          <p:nvPr/>
        </p:nvSpPr>
        <p:spPr>
          <a:xfrm>
            <a:off x="3858768" y="1508760"/>
            <a:ext cx="457200" cy="9144"/>
          </a:xfrm>
          <a:prstGeom prst="rect">
            <a:avLst/>
          </a:prstGeom>
          <a:solidFill>
            <a:srgbClr val="1A3A2A"/>
          </a:solidFill>
          <a:ln w="12700">
            <a:solidFill>
              <a:srgbClr val="1A3A2A"/>
            </a:solidFill>
            <a:prstDash val="solid"/>
          </a:ln>
        </p:spPr>
      </p:sp>
      <p:sp>
        <p:nvSpPr>
          <p:cNvPr id="69" name="Shape 67"/>
          <p:cNvSpPr/>
          <p:nvPr/>
        </p:nvSpPr>
        <p:spPr>
          <a:xfrm>
            <a:off x="4453128" y="1508760"/>
            <a:ext cx="457200" cy="9144"/>
          </a:xfrm>
          <a:prstGeom prst="rect">
            <a:avLst/>
          </a:prstGeom>
          <a:solidFill>
            <a:srgbClr val="1A3A2A"/>
          </a:solidFill>
          <a:ln w="12700">
            <a:solidFill>
              <a:srgbClr val="1A3A2A"/>
            </a:solidFill>
            <a:prstDash val="solid"/>
          </a:ln>
        </p:spPr>
      </p:sp>
      <p:sp>
        <p:nvSpPr>
          <p:cNvPr id="70" name="Shape 68"/>
          <p:cNvSpPr/>
          <p:nvPr/>
        </p:nvSpPr>
        <p:spPr>
          <a:xfrm>
            <a:off x="5047488" y="1508760"/>
            <a:ext cx="457200" cy="9144"/>
          </a:xfrm>
          <a:prstGeom prst="rect">
            <a:avLst/>
          </a:prstGeom>
          <a:solidFill>
            <a:srgbClr val="1A3A2A"/>
          </a:solidFill>
          <a:ln w="12700">
            <a:solidFill>
              <a:srgbClr val="1A3A2A"/>
            </a:solidFill>
            <a:prstDash val="solid"/>
          </a:ln>
        </p:spPr>
      </p:sp>
      <p:sp>
        <p:nvSpPr>
          <p:cNvPr id="71" name="Shape 69"/>
          <p:cNvSpPr/>
          <p:nvPr/>
        </p:nvSpPr>
        <p:spPr>
          <a:xfrm>
            <a:off x="5641848" y="1508760"/>
            <a:ext cx="457200" cy="9144"/>
          </a:xfrm>
          <a:prstGeom prst="rect">
            <a:avLst/>
          </a:prstGeom>
          <a:solidFill>
            <a:srgbClr val="1A3A2A"/>
          </a:solidFill>
          <a:ln w="12700">
            <a:solidFill>
              <a:srgbClr val="1A3A2A"/>
            </a:solidFill>
            <a:prstDash val="solid"/>
          </a:ln>
        </p:spPr>
      </p:sp>
      <p:sp>
        <p:nvSpPr>
          <p:cNvPr id="72" name="Shape 70"/>
          <p:cNvSpPr/>
          <p:nvPr/>
        </p:nvSpPr>
        <p:spPr>
          <a:xfrm>
            <a:off x="6236208" y="1508760"/>
            <a:ext cx="457200" cy="9144"/>
          </a:xfrm>
          <a:prstGeom prst="rect">
            <a:avLst/>
          </a:prstGeom>
          <a:solidFill>
            <a:srgbClr val="1A3A2A"/>
          </a:solidFill>
          <a:ln w="12700">
            <a:solidFill>
              <a:srgbClr val="1A3A2A"/>
            </a:solidFill>
            <a:prstDash val="solid"/>
          </a:ln>
        </p:spPr>
      </p:sp>
      <p:sp>
        <p:nvSpPr>
          <p:cNvPr id="73" name="Shape 71"/>
          <p:cNvSpPr/>
          <p:nvPr/>
        </p:nvSpPr>
        <p:spPr>
          <a:xfrm>
            <a:off x="6830568" y="1508760"/>
            <a:ext cx="457200" cy="9144"/>
          </a:xfrm>
          <a:prstGeom prst="rect">
            <a:avLst/>
          </a:prstGeom>
          <a:solidFill>
            <a:srgbClr val="1A3A2A"/>
          </a:solidFill>
          <a:ln w="12700">
            <a:solidFill>
              <a:srgbClr val="1A3A2A"/>
            </a:solidFill>
            <a:prstDash val="solid"/>
          </a:ln>
        </p:spPr>
      </p:sp>
      <p:sp>
        <p:nvSpPr>
          <p:cNvPr id="74" name="Shape 72"/>
          <p:cNvSpPr/>
          <p:nvPr/>
        </p:nvSpPr>
        <p:spPr>
          <a:xfrm>
            <a:off x="7424928" y="1508760"/>
            <a:ext cx="457200" cy="9144"/>
          </a:xfrm>
          <a:prstGeom prst="rect">
            <a:avLst/>
          </a:prstGeom>
          <a:solidFill>
            <a:srgbClr val="1A3A2A"/>
          </a:solidFill>
          <a:ln w="12700">
            <a:solidFill>
              <a:srgbClr val="1A3A2A"/>
            </a:solidFill>
            <a:prstDash val="solid"/>
          </a:ln>
        </p:spPr>
      </p:sp>
      <p:sp>
        <p:nvSpPr>
          <p:cNvPr id="75" name="Shape 73"/>
          <p:cNvSpPr/>
          <p:nvPr/>
        </p:nvSpPr>
        <p:spPr>
          <a:xfrm>
            <a:off x="8019288" y="1508760"/>
            <a:ext cx="457200" cy="9144"/>
          </a:xfrm>
          <a:prstGeom prst="rect">
            <a:avLst/>
          </a:prstGeom>
          <a:solidFill>
            <a:srgbClr val="1A3A2A"/>
          </a:solidFill>
          <a:ln w="12700">
            <a:solidFill>
              <a:srgbClr val="1A3A2A"/>
            </a:solidFill>
            <a:prstDash val="solid"/>
          </a:ln>
        </p:spPr>
      </p:sp>
      <p:sp>
        <p:nvSpPr>
          <p:cNvPr id="76" name="Shape 74"/>
          <p:cNvSpPr/>
          <p:nvPr/>
        </p:nvSpPr>
        <p:spPr>
          <a:xfrm>
            <a:off x="8613648" y="1508760"/>
            <a:ext cx="457200" cy="9144"/>
          </a:xfrm>
          <a:prstGeom prst="rect">
            <a:avLst/>
          </a:prstGeom>
          <a:solidFill>
            <a:srgbClr val="1A3A2A"/>
          </a:solidFill>
          <a:ln w="12700">
            <a:solidFill>
              <a:srgbClr val="1A3A2A"/>
            </a:solidFill>
            <a:prstDash val="solid"/>
          </a:ln>
        </p:spPr>
      </p:sp>
      <p:sp>
        <p:nvSpPr>
          <p:cNvPr id="77" name="Shape 75"/>
          <p:cNvSpPr/>
          <p:nvPr/>
        </p:nvSpPr>
        <p:spPr>
          <a:xfrm>
            <a:off x="9208008" y="1508760"/>
            <a:ext cx="457200" cy="9144"/>
          </a:xfrm>
          <a:prstGeom prst="rect">
            <a:avLst/>
          </a:prstGeom>
          <a:solidFill>
            <a:srgbClr val="1A3A2A"/>
          </a:solidFill>
          <a:ln w="12700">
            <a:solidFill>
              <a:srgbClr val="1A3A2A"/>
            </a:solidFill>
            <a:prstDash val="solid"/>
          </a:ln>
        </p:spPr>
      </p:sp>
      <p:sp>
        <p:nvSpPr>
          <p:cNvPr id="78" name="Shape 76"/>
          <p:cNvSpPr/>
          <p:nvPr/>
        </p:nvSpPr>
        <p:spPr>
          <a:xfrm>
            <a:off x="9802368" y="1508760"/>
            <a:ext cx="457200" cy="9144"/>
          </a:xfrm>
          <a:prstGeom prst="rect">
            <a:avLst/>
          </a:prstGeom>
          <a:solidFill>
            <a:srgbClr val="1A3A2A"/>
          </a:solidFill>
          <a:ln w="12700">
            <a:solidFill>
              <a:srgbClr val="1A3A2A"/>
            </a:solidFill>
            <a:prstDash val="solid"/>
          </a:ln>
        </p:spPr>
      </p:sp>
      <p:sp>
        <p:nvSpPr>
          <p:cNvPr id="79" name="Shape 77"/>
          <p:cNvSpPr/>
          <p:nvPr/>
        </p:nvSpPr>
        <p:spPr>
          <a:xfrm>
            <a:off x="10396728" y="1508760"/>
            <a:ext cx="457200" cy="9144"/>
          </a:xfrm>
          <a:prstGeom prst="rect">
            <a:avLst/>
          </a:prstGeom>
          <a:solidFill>
            <a:srgbClr val="1A3A2A"/>
          </a:solidFill>
          <a:ln w="12700">
            <a:solidFill>
              <a:srgbClr val="1A3A2A"/>
            </a:solidFill>
            <a:prstDash val="solid"/>
          </a:ln>
        </p:spPr>
      </p:sp>
      <p:sp>
        <p:nvSpPr>
          <p:cNvPr id="80" name="Shape 78"/>
          <p:cNvSpPr/>
          <p:nvPr/>
        </p:nvSpPr>
        <p:spPr>
          <a:xfrm>
            <a:off x="10991088" y="1508760"/>
            <a:ext cx="457200" cy="9144"/>
          </a:xfrm>
          <a:prstGeom prst="rect">
            <a:avLst/>
          </a:prstGeom>
          <a:solidFill>
            <a:srgbClr val="1A3A2A"/>
          </a:solidFill>
          <a:ln w="12700">
            <a:solidFill>
              <a:srgbClr val="1A3A2A"/>
            </a:solidFill>
            <a:prstDash val="solid"/>
          </a:ln>
        </p:spPr>
      </p:sp>
      <p:sp>
        <p:nvSpPr>
          <p:cNvPr id="81" name="Shape 79"/>
          <p:cNvSpPr/>
          <p:nvPr/>
        </p:nvSpPr>
        <p:spPr>
          <a:xfrm>
            <a:off x="11585448" y="1508760"/>
            <a:ext cx="457200" cy="9144"/>
          </a:xfrm>
          <a:prstGeom prst="rect">
            <a:avLst/>
          </a:prstGeom>
          <a:solidFill>
            <a:srgbClr val="1A3A2A"/>
          </a:solidFill>
          <a:ln w="12700">
            <a:solidFill>
              <a:srgbClr val="1A3A2A"/>
            </a:solidFill>
            <a:prstDash val="solid"/>
          </a:ln>
        </p:spPr>
      </p:sp>
      <p:sp>
        <p:nvSpPr>
          <p:cNvPr id="82" name="Shape 80"/>
          <p:cNvSpPr/>
          <p:nvPr/>
        </p:nvSpPr>
        <p:spPr>
          <a:xfrm>
            <a:off x="0" y="2011680"/>
            <a:ext cx="457200" cy="9144"/>
          </a:xfrm>
          <a:prstGeom prst="rect">
            <a:avLst/>
          </a:prstGeom>
          <a:solidFill>
            <a:srgbClr val="1A3A2A"/>
          </a:solidFill>
          <a:ln w="12700">
            <a:solidFill>
              <a:srgbClr val="1A3A2A"/>
            </a:solidFill>
            <a:prstDash val="solid"/>
          </a:ln>
        </p:spPr>
      </p:sp>
      <p:sp>
        <p:nvSpPr>
          <p:cNvPr id="83" name="Shape 81"/>
          <p:cNvSpPr/>
          <p:nvPr/>
        </p:nvSpPr>
        <p:spPr>
          <a:xfrm>
            <a:off x="594360" y="2011680"/>
            <a:ext cx="457200" cy="9144"/>
          </a:xfrm>
          <a:prstGeom prst="rect">
            <a:avLst/>
          </a:prstGeom>
          <a:solidFill>
            <a:srgbClr val="1A3A2A"/>
          </a:solidFill>
          <a:ln w="12700">
            <a:solidFill>
              <a:srgbClr val="1A3A2A"/>
            </a:solidFill>
            <a:prstDash val="solid"/>
          </a:ln>
        </p:spPr>
      </p:sp>
      <p:sp>
        <p:nvSpPr>
          <p:cNvPr id="84" name="Shape 82"/>
          <p:cNvSpPr/>
          <p:nvPr/>
        </p:nvSpPr>
        <p:spPr>
          <a:xfrm>
            <a:off x="1188720" y="2011680"/>
            <a:ext cx="457200" cy="9144"/>
          </a:xfrm>
          <a:prstGeom prst="rect">
            <a:avLst/>
          </a:prstGeom>
          <a:solidFill>
            <a:srgbClr val="1A3A2A"/>
          </a:solidFill>
          <a:ln w="12700">
            <a:solidFill>
              <a:srgbClr val="1A3A2A"/>
            </a:solidFill>
            <a:prstDash val="solid"/>
          </a:ln>
        </p:spPr>
      </p:sp>
      <p:sp>
        <p:nvSpPr>
          <p:cNvPr id="85" name="Shape 83"/>
          <p:cNvSpPr/>
          <p:nvPr/>
        </p:nvSpPr>
        <p:spPr>
          <a:xfrm>
            <a:off x="1783080" y="2011680"/>
            <a:ext cx="457200" cy="9144"/>
          </a:xfrm>
          <a:prstGeom prst="rect">
            <a:avLst/>
          </a:prstGeom>
          <a:solidFill>
            <a:srgbClr val="1A3A2A"/>
          </a:solidFill>
          <a:ln w="12700">
            <a:solidFill>
              <a:srgbClr val="1A3A2A"/>
            </a:solidFill>
            <a:prstDash val="solid"/>
          </a:ln>
        </p:spPr>
      </p:sp>
      <p:sp>
        <p:nvSpPr>
          <p:cNvPr id="86" name="Shape 84"/>
          <p:cNvSpPr/>
          <p:nvPr/>
        </p:nvSpPr>
        <p:spPr>
          <a:xfrm>
            <a:off x="2377440" y="2011680"/>
            <a:ext cx="457200" cy="9144"/>
          </a:xfrm>
          <a:prstGeom prst="rect">
            <a:avLst/>
          </a:prstGeom>
          <a:solidFill>
            <a:srgbClr val="1A3A2A"/>
          </a:solidFill>
          <a:ln w="12700">
            <a:solidFill>
              <a:srgbClr val="1A3A2A"/>
            </a:solidFill>
            <a:prstDash val="solid"/>
          </a:ln>
        </p:spPr>
      </p:sp>
      <p:sp>
        <p:nvSpPr>
          <p:cNvPr id="87" name="Shape 85"/>
          <p:cNvSpPr/>
          <p:nvPr/>
        </p:nvSpPr>
        <p:spPr>
          <a:xfrm>
            <a:off x="2971800" y="2011680"/>
            <a:ext cx="457200" cy="9144"/>
          </a:xfrm>
          <a:prstGeom prst="rect">
            <a:avLst/>
          </a:prstGeom>
          <a:solidFill>
            <a:srgbClr val="1A3A2A"/>
          </a:solidFill>
          <a:ln w="12700">
            <a:solidFill>
              <a:srgbClr val="1A3A2A"/>
            </a:solidFill>
            <a:prstDash val="solid"/>
          </a:ln>
        </p:spPr>
      </p:sp>
      <p:sp>
        <p:nvSpPr>
          <p:cNvPr id="88" name="Shape 86"/>
          <p:cNvSpPr/>
          <p:nvPr/>
        </p:nvSpPr>
        <p:spPr>
          <a:xfrm>
            <a:off x="3566160" y="2011680"/>
            <a:ext cx="457200" cy="9144"/>
          </a:xfrm>
          <a:prstGeom prst="rect">
            <a:avLst/>
          </a:prstGeom>
          <a:solidFill>
            <a:srgbClr val="1A3A2A"/>
          </a:solidFill>
          <a:ln w="12700">
            <a:solidFill>
              <a:srgbClr val="1A3A2A"/>
            </a:solidFill>
            <a:prstDash val="solid"/>
          </a:ln>
        </p:spPr>
      </p:sp>
      <p:sp>
        <p:nvSpPr>
          <p:cNvPr id="89" name="Shape 87"/>
          <p:cNvSpPr/>
          <p:nvPr/>
        </p:nvSpPr>
        <p:spPr>
          <a:xfrm>
            <a:off x="4160520" y="2011680"/>
            <a:ext cx="457200" cy="9144"/>
          </a:xfrm>
          <a:prstGeom prst="rect">
            <a:avLst/>
          </a:prstGeom>
          <a:solidFill>
            <a:srgbClr val="1A3A2A"/>
          </a:solidFill>
          <a:ln w="12700">
            <a:solidFill>
              <a:srgbClr val="1A3A2A"/>
            </a:solidFill>
            <a:prstDash val="solid"/>
          </a:ln>
        </p:spPr>
      </p:sp>
      <p:sp>
        <p:nvSpPr>
          <p:cNvPr id="90" name="Shape 88"/>
          <p:cNvSpPr/>
          <p:nvPr/>
        </p:nvSpPr>
        <p:spPr>
          <a:xfrm>
            <a:off x="4754880" y="2011680"/>
            <a:ext cx="457200" cy="9144"/>
          </a:xfrm>
          <a:prstGeom prst="rect">
            <a:avLst/>
          </a:prstGeom>
          <a:solidFill>
            <a:srgbClr val="1A3A2A"/>
          </a:solidFill>
          <a:ln w="12700">
            <a:solidFill>
              <a:srgbClr val="1A3A2A"/>
            </a:solidFill>
            <a:prstDash val="solid"/>
          </a:ln>
        </p:spPr>
      </p:sp>
      <p:sp>
        <p:nvSpPr>
          <p:cNvPr id="91" name="Shape 89"/>
          <p:cNvSpPr/>
          <p:nvPr/>
        </p:nvSpPr>
        <p:spPr>
          <a:xfrm>
            <a:off x="5349240" y="2011680"/>
            <a:ext cx="457200" cy="9144"/>
          </a:xfrm>
          <a:prstGeom prst="rect">
            <a:avLst/>
          </a:prstGeom>
          <a:solidFill>
            <a:srgbClr val="1A3A2A"/>
          </a:solidFill>
          <a:ln w="12700">
            <a:solidFill>
              <a:srgbClr val="1A3A2A"/>
            </a:solidFill>
            <a:prstDash val="solid"/>
          </a:ln>
        </p:spPr>
      </p:sp>
      <p:sp>
        <p:nvSpPr>
          <p:cNvPr id="92" name="Shape 90"/>
          <p:cNvSpPr/>
          <p:nvPr/>
        </p:nvSpPr>
        <p:spPr>
          <a:xfrm>
            <a:off x="5943600" y="2011680"/>
            <a:ext cx="457200" cy="9144"/>
          </a:xfrm>
          <a:prstGeom prst="rect">
            <a:avLst/>
          </a:prstGeom>
          <a:solidFill>
            <a:srgbClr val="1A3A2A"/>
          </a:solidFill>
          <a:ln w="12700">
            <a:solidFill>
              <a:srgbClr val="1A3A2A"/>
            </a:solidFill>
            <a:prstDash val="solid"/>
          </a:ln>
        </p:spPr>
      </p:sp>
      <p:sp>
        <p:nvSpPr>
          <p:cNvPr id="93" name="Shape 91"/>
          <p:cNvSpPr/>
          <p:nvPr/>
        </p:nvSpPr>
        <p:spPr>
          <a:xfrm>
            <a:off x="6537960" y="2011680"/>
            <a:ext cx="457200" cy="9144"/>
          </a:xfrm>
          <a:prstGeom prst="rect">
            <a:avLst/>
          </a:prstGeom>
          <a:solidFill>
            <a:srgbClr val="1A3A2A"/>
          </a:solidFill>
          <a:ln w="12700">
            <a:solidFill>
              <a:srgbClr val="1A3A2A"/>
            </a:solidFill>
            <a:prstDash val="solid"/>
          </a:ln>
        </p:spPr>
      </p:sp>
      <p:sp>
        <p:nvSpPr>
          <p:cNvPr id="94" name="Shape 92"/>
          <p:cNvSpPr/>
          <p:nvPr/>
        </p:nvSpPr>
        <p:spPr>
          <a:xfrm>
            <a:off x="7132320" y="2011680"/>
            <a:ext cx="457200" cy="9144"/>
          </a:xfrm>
          <a:prstGeom prst="rect">
            <a:avLst/>
          </a:prstGeom>
          <a:solidFill>
            <a:srgbClr val="1A3A2A"/>
          </a:solidFill>
          <a:ln w="12700">
            <a:solidFill>
              <a:srgbClr val="1A3A2A"/>
            </a:solidFill>
            <a:prstDash val="solid"/>
          </a:ln>
        </p:spPr>
      </p:sp>
      <p:sp>
        <p:nvSpPr>
          <p:cNvPr id="95" name="Shape 93"/>
          <p:cNvSpPr/>
          <p:nvPr/>
        </p:nvSpPr>
        <p:spPr>
          <a:xfrm>
            <a:off x="7726680" y="2011680"/>
            <a:ext cx="457200" cy="9144"/>
          </a:xfrm>
          <a:prstGeom prst="rect">
            <a:avLst/>
          </a:prstGeom>
          <a:solidFill>
            <a:srgbClr val="1A3A2A"/>
          </a:solidFill>
          <a:ln w="12700">
            <a:solidFill>
              <a:srgbClr val="1A3A2A"/>
            </a:solidFill>
            <a:prstDash val="solid"/>
          </a:ln>
        </p:spPr>
      </p:sp>
      <p:sp>
        <p:nvSpPr>
          <p:cNvPr id="96" name="Shape 94"/>
          <p:cNvSpPr/>
          <p:nvPr/>
        </p:nvSpPr>
        <p:spPr>
          <a:xfrm>
            <a:off x="8321040" y="2011680"/>
            <a:ext cx="457200" cy="9144"/>
          </a:xfrm>
          <a:prstGeom prst="rect">
            <a:avLst/>
          </a:prstGeom>
          <a:solidFill>
            <a:srgbClr val="1A3A2A"/>
          </a:solidFill>
          <a:ln w="12700">
            <a:solidFill>
              <a:srgbClr val="1A3A2A"/>
            </a:solidFill>
            <a:prstDash val="solid"/>
          </a:ln>
        </p:spPr>
      </p:sp>
      <p:sp>
        <p:nvSpPr>
          <p:cNvPr id="97" name="Shape 95"/>
          <p:cNvSpPr/>
          <p:nvPr/>
        </p:nvSpPr>
        <p:spPr>
          <a:xfrm>
            <a:off x="8915400" y="2011680"/>
            <a:ext cx="457200" cy="9144"/>
          </a:xfrm>
          <a:prstGeom prst="rect">
            <a:avLst/>
          </a:prstGeom>
          <a:solidFill>
            <a:srgbClr val="1A3A2A"/>
          </a:solidFill>
          <a:ln w="12700">
            <a:solidFill>
              <a:srgbClr val="1A3A2A"/>
            </a:solidFill>
            <a:prstDash val="solid"/>
          </a:ln>
        </p:spPr>
      </p:sp>
      <p:sp>
        <p:nvSpPr>
          <p:cNvPr id="98" name="Shape 96"/>
          <p:cNvSpPr/>
          <p:nvPr/>
        </p:nvSpPr>
        <p:spPr>
          <a:xfrm>
            <a:off x="9509760" y="2011680"/>
            <a:ext cx="457200" cy="9144"/>
          </a:xfrm>
          <a:prstGeom prst="rect">
            <a:avLst/>
          </a:prstGeom>
          <a:solidFill>
            <a:srgbClr val="1A3A2A"/>
          </a:solidFill>
          <a:ln w="12700">
            <a:solidFill>
              <a:srgbClr val="1A3A2A"/>
            </a:solidFill>
            <a:prstDash val="solid"/>
          </a:ln>
        </p:spPr>
      </p:sp>
      <p:sp>
        <p:nvSpPr>
          <p:cNvPr id="99" name="Shape 97"/>
          <p:cNvSpPr/>
          <p:nvPr/>
        </p:nvSpPr>
        <p:spPr>
          <a:xfrm>
            <a:off x="10104120" y="2011680"/>
            <a:ext cx="457200" cy="9144"/>
          </a:xfrm>
          <a:prstGeom prst="rect">
            <a:avLst/>
          </a:prstGeom>
          <a:solidFill>
            <a:srgbClr val="1A3A2A"/>
          </a:solidFill>
          <a:ln w="12700">
            <a:solidFill>
              <a:srgbClr val="1A3A2A"/>
            </a:solidFill>
            <a:prstDash val="solid"/>
          </a:ln>
        </p:spPr>
      </p:sp>
      <p:sp>
        <p:nvSpPr>
          <p:cNvPr id="100" name="Shape 98"/>
          <p:cNvSpPr/>
          <p:nvPr/>
        </p:nvSpPr>
        <p:spPr>
          <a:xfrm>
            <a:off x="10698480" y="2011680"/>
            <a:ext cx="457200" cy="9144"/>
          </a:xfrm>
          <a:prstGeom prst="rect">
            <a:avLst/>
          </a:prstGeom>
          <a:solidFill>
            <a:srgbClr val="1A3A2A"/>
          </a:solidFill>
          <a:ln w="12700">
            <a:solidFill>
              <a:srgbClr val="1A3A2A"/>
            </a:solidFill>
            <a:prstDash val="solid"/>
          </a:ln>
        </p:spPr>
      </p:sp>
      <p:sp>
        <p:nvSpPr>
          <p:cNvPr id="101" name="Shape 99"/>
          <p:cNvSpPr/>
          <p:nvPr/>
        </p:nvSpPr>
        <p:spPr>
          <a:xfrm>
            <a:off x="11292840" y="2011680"/>
            <a:ext cx="457200" cy="9144"/>
          </a:xfrm>
          <a:prstGeom prst="rect">
            <a:avLst/>
          </a:prstGeom>
          <a:solidFill>
            <a:srgbClr val="1A3A2A"/>
          </a:solidFill>
          <a:ln w="12700">
            <a:solidFill>
              <a:srgbClr val="1A3A2A"/>
            </a:solidFill>
            <a:prstDash val="solid"/>
          </a:ln>
        </p:spPr>
      </p:sp>
      <p:sp>
        <p:nvSpPr>
          <p:cNvPr id="102" name="Shape 100"/>
          <p:cNvSpPr/>
          <p:nvPr/>
        </p:nvSpPr>
        <p:spPr>
          <a:xfrm>
            <a:off x="292608" y="2514600"/>
            <a:ext cx="457200" cy="9144"/>
          </a:xfrm>
          <a:prstGeom prst="rect">
            <a:avLst/>
          </a:prstGeom>
          <a:solidFill>
            <a:srgbClr val="1A3A2A"/>
          </a:solidFill>
          <a:ln w="12700">
            <a:solidFill>
              <a:srgbClr val="1A3A2A"/>
            </a:solidFill>
            <a:prstDash val="solid"/>
          </a:ln>
        </p:spPr>
      </p:sp>
      <p:sp>
        <p:nvSpPr>
          <p:cNvPr id="103" name="Shape 101"/>
          <p:cNvSpPr/>
          <p:nvPr/>
        </p:nvSpPr>
        <p:spPr>
          <a:xfrm>
            <a:off x="886968" y="2514600"/>
            <a:ext cx="457200" cy="9144"/>
          </a:xfrm>
          <a:prstGeom prst="rect">
            <a:avLst/>
          </a:prstGeom>
          <a:solidFill>
            <a:srgbClr val="1A3A2A"/>
          </a:solidFill>
          <a:ln w="12700">
            <a:solidFill>
              <a:srgbClr val="1A3A2A"/>
            </a:solidFill>
            <a:prstDash val="solid"/>
          </a:ln>
        </p:spPr>
      </p:sp>
      <p:sp>
        <p:nvSpPr>
          <p:cNvPr id="104" name="Shape 102"/>
          <p:cNvSpPr/>
          <p:nvPr/>
        </p:nvSpPr>
        <p:spPr>
          <a:xfrm>
            <a:off x="1481328" y="2514600"/>
            <a:ext cx="457200" cy="9144"/>
          </a:xfrm>
          <a:prstGeom prst="rect">
            <a:avLst/>
          </a:prstGeom>
          <a:solidFill>
            <a:srgbClr val="1A3A2A"/>
          </a:solidFill>
          <a:ln w="12700">
            <a:solidFill>
              <a:srgbClr val="1A3A2A"/>
            </a:solidFill>
            <a:prstDash val="solid"/>
          </a:ln>
        </p:spPr>
      </p:sp>
      <p:sp>
        <p:nvSpPr>
          <p:cNvPr id="105" name="Shape 103"/>
          <p:cNvSpPr/>
          <p:nvPr/>
        </p:nvSpPr>
        <p:spPr>
          <a:xfrm>
            <a:off x="2075688" y="2514600"/>
            <a:ext cx="457200" cy="9144"/>
          </a:xfrm>
          <a:prstGeom prst="rect">
            <a:avLst/>
          </a:prstGeom>
          <a:solidFill>
            <a:srgbClr val="1A3A2A"/>
          </a:solidFill>
          <a:ln w="12700">
            <a:solidFill>
              <a:srgbClr val="1A3A2A"/>
            </a:solidFill>
            <a:prstDash val="solid"/>
          </a:ln>
        </p:spPr>
      </p:sp>
      <p:sp>
        <p:nvSpPr>
          <p:cNvPr id="106" name="Shape 104"/>
          <p:cNvSpPr/>
          <p:nvPr/>
        </p:nvSpPr>
        <p:spPr>
          <a:xfrm>
            <a:off x="2670048" y="2514600"/>
            <a:ext cx="457200" cy="9144"/>
          </a:xfrm>
          <a:prstGeom prst="rect">
            <a:avLst/>
          </a:prstGeom>
          <a:solidFill>
            <a:srgbClr val="1A3A2A"/>
          </a:solidFill>
          <a:ln w="12700">
            <a:solidFill>
              <a:srgbClr val="1A3A2A"/>
            </a:solidFill>
            <a:prstDash val="solid"/>
          </a:ln>
        </p:spPr>
      </p:sp>
      <p:sp>
        <p:nvSpPr>
          <p:cNvPr id="107" name="Shape 105"/>
          <p:cNvSpPr/>
          <p:nvPr/>
        </p:nvSpPr>
        <p:spPr>
          <a:xfrm>
            <a:off x="3264408" y="2514600"/>
            <a:ext cx="457200" cy="9144"/>
          </a:xfrm>
          <a:prstGeom prst="rect">
            <a:avLst/>
          </a:prstGeom>
          <a:solidFill>
            <a:srgbClr val="1A3A2A"/>
          </a:solidFill>
          <a:ln w="12700">
            <a:solidFill>
              <a:srgbClr val="1A3A2A"/>
            </a:solidFill>
            <a:prstDash val="solid"/>
          </a:ln>
        </p:spPr>
      </p:sp>
      <p:sp>
        <p:nvSpPr>
          <p:cNvPr id="108" name="Shape 106"/>
          <p:cNvSpPr/>
          <p:nvPr/>
        </p:nvSpPr>
        <p:spPr>
          <a:xfrm>
            <a:off x="3858768" y="2514600"/>
            <a:ext cx="457200" cy="9144"/>
          </a:xfrm>
          <a:prstGeom prst="rect">
            <a:avLst/>
          </a:prstGeom>
          <a:solidFill>
            <a:srgbClr val="1A3A2A"/>
          </a:solidFill>
          <a:ln w="12700">
            <a:solidFill>
              <a:srgbClr val="1A3A2A"/>
            </a:solidFill>
            <a:prstDash val="solid"/>
          </a:ln>
        </p:spPr>
      </p:sp>
      <p:sp>
        <p:nvSpPr>
          <p:cNvPr id="109" name="Shape 107"/>
          <p:cNvSpPr/>
          <p:nvPr/>
        </p:nvSpPr>
        <p:spPr>
          <a:xfrm>
            <a:off x="4453128" y="2514600"/>
            <a:ext cx="457200" cy="9144"/>
          </a:xfrm>
          <a:prstGeom prst="rect">
            <a:avLst/>
          </a:prstGeom>
          <a:solidFill>
            <a:srgbClr val="1A3A2A"/>
          </a:solidFill>
          <a:ln w="12700">
            <a:solidFill>
              <a:srgbClr val="1A3A2A"/>
            </a:solidFill>
            <a:prstDash val="solid"/>
          </a:ln>
        </p:spPr>
      </p:sp>
      <p:sp>
        <p:nvSpPr>
          <p:cNvPr id="110" name="Shape 108"/>
          <p:cNvSpPr/>
          <p:nvPr/>
        </p:nvSpPr>
        <p:spPr>
          <a:xfrm>
            <a:off x="5047488" y="2514600"/>
            <a:ext cx="457200" cy="9144"/>
          </a:xfrm>
          <a:prstGeom prst="rect">
            <a:avLst/>
          </a:prstGeom>
          <a:solidFill>
            <a:srgbClr val="1A3A2A"/>
          </a:solidFill>
          <a:ln w="12700">
            <a:solidFill>
              <a:srgbClr val="1A3A2A"/>
            </a:solidFill>
            <a:prstDash val="solid"/>
          </a:ln>
        </p:spPr>
      </p:sp>
      <p:sp>
        <p:nvSpPr>
          <p:cNvPr id="111" name="Shape 109"/>
          <p:cNvSpPr/>
          <p:nvPr/>
        </p:nvSpPr>
        <p:spPr>
          <a:xfrm>
            <a:off x="5641848" y="2514600"/>
            <a:ext cx="457200" cy="9144"/>
          </a:xfrm>
          <a:prstGeom prst="rect">
            <a:avLst/>
          </a:prstGeom>
          <a:solidFill>
            <a:srgbClr val="1A3A2A"/>
          </a:solidFill>
          <a:ln w="12700">
            <a:solidFill>
              <a:srgbClr val="1A3A2A"/>
            </a:solidFill>
            <a:prstDash val="solid"/>
          </a:ln>
        </p:spPr>
      </p:sp>
      <p:sp>
        <p:nvSpPr>
          <p:cNvPr id="112" name="Shape 110"/>
          <p:cNvSpPr/>
          <p:nvPr/>
        </p:nvSpPr>
        <p:spPr>
          <a:xfrm>
            <a:off x="6236208" y="2514600"/>
            <a:ext cx="457200" cy="9144"/>
          </a:xfrm>
          <a:prstGeom prst="rect">
            <a:avLst/>
          </a:prstGeom>
          <a:solidFill>
            <a:srgbClr val="1A3A2A"/>
          </a:solidFill>
          <a:ln w="12700">
            <a:solidFill>
              <a:srgbClr val="1A3A2A"/>
            </a:solidFill>
            <a:prstDash val="solid"/>
          </a:ln>
        </p:spPr>
      </p:sp>
      <p:sp>
        <p:nvSpPr>
          <p:cNvPr id="113" name="Shape 111"/>
          <p:cNvSpPr/>
          <p:nvPr/>
        </p:nvSpPr>
        <p:spPr>
          <a:xfrm>
            <a:off x="6830568" y="2514600"/>
            <a:ext cx="457200" cy="9144"/>
          </a:xfrm>
          <a:prstGeom prst="rect">
            <a:avLst/>
          </a:prstGeom>
          <a:solidFill>
            <a:srgbClr val="1A3A2A"/>
          </a:solidFill>
          <a:ln w="12700">
            <a:solidFill>
              <a:srgbClr val="1A3A2A"/>
            </a:solidFill>
            <a:prstDash val="solid"/>
          </a:ln>
        </p:spPr>
      </p:sp>
      <p:sp>
        <p:nvSpPr>
          <p:cNvPr id="114" name="Shape 112"/>
          <p:cNvSpPr/>
          <p:nvPr/>
        </p:nvSpPr>
        <p:spPr>
          <a:xfrm>
            <a:off x="7424928" y="2514600"/>
            <a:ext cx="457200" cy="9144"/>
          </a:xfrm>
          <a:prstGeom prst="rect">
            <a:avLst/>
          </a:prstGeom>
          <a:solidFill>
            <a:srgbClr val="1A3A2A"/>
          </a:solidFill>
          <a:ln w="12700">
            <a:solidFill>
              <a:srgbClr val="1A3A2A"/>
            </a:solidFill>
            <a:prstDash val="solid"/>
          </a:ln>
        </p:spPr>
      </p:sp>
      <p:sp>
        <p:nvSpPr>
          <p:cNvPr id="115" name="Shape 113"/>
          <p:cNvSpPr/>
          <p:nvPr/>
        </p:nvSpPr>
        <p:spPr>
          <a:xfrm>
            <a:off x="8019288" y="2514600"/>
            <a:ext cx="457200" cy="9144"/>
          </a:xfrm>
          <a:prstGeom prst="rect">
            <a:avLst/>
          </a:prstGeom>
          <a:solidFill>
            <a:srgbClr val="1A3A2A"/>
          </a:solidFill>
          <a:ln w="12700">
            <a:solidFill>
              <a:srgbClr val="1A3A2A"/>
            </a:solidFill>
            <a:prstDash val="solid"/>
          </a:ln>
        </p:spPr>
      </p:sp>
      <p:sp>
        <p:nvSpPr>
          <p:cNvPr id="116" name="Shape 114"/>
          <p:cNvSpPr/>
          <p:nvPr/>
        </p:nvSpPr>
        <p:spPr>
          <a:xfrm>
            <a:off x="8613648" y="2514600"/>
            <a:ext cx="457200" cy="9144"/>
          </a:xfrm>
          <a:prstGeom prst="rect">
            <a:avLst/>
          </a:prstGeom>
          <a:solidFill>
            <a:srgbClr val="1A3A2A"/>
          </a:solidFill>
          <a:ln w="12700">
            <a:solidFill>
              <a:srgbClr val="1A3A2A"/>
            </a:solidFill>
            <a:prstDash val="solid"/>
          </a:ln>
        </p:spPr>
      </p:sp>
      <p:sp>
        <p:nvSpPr>
          <p:cNvPr id="117" name="Shape 115"/>
          <p:cNvSpPr/>
          <p:nvPr/>
        </p:nvSpPr>
        <p:spPr>
          <a:xfrm>
            <a:off x="9208008" y="2514600"/>
            <a:ext cx="457200" cy="9144"/>
          </a:xfrm>
          <a:prstGeom prst="rect">
            <a:avLst/>
          </a:prstGeom>
          <a:solidFill>
            <a:srgbClr val="1A3A2A"/>
          </a:solidFill>
          <a:ln w="12700">
            <a:solidFill>
              <a:srgbClr val="1A3A2A"/>
            </a:solidFill>
            <a:prstDash val="solid"/>
          </a:ln>
        </p:spPr>
      </p:sp>
      <p:sp>
        <p:nvSpPr>
          <p:cNvPr id="118" name="Shape 116"/>
          <p:cNvSpPr/>
          <p:nvPr/>
        </p:nvSpPr>
        <p:spPr>
          <a:xfrm>
            <a:off x="9802368" y="2514600"/>
            <a:ext cx="457200" cy="9144"/>
          </a:xfrm>
          <a:prstGeom prst="rect">
            <a:avLst/>
          </a:prstGeom>
          <a:solidFill>
            <a:srgbClr val="1A3A2A"/>
          </a:solidFill>
          <a:ln w="12700">
            <a:solidFill>
              <a:srgbClr val="1A3A2A"/>
            </a:solidFill>
            <a:prstDash val="solid"/>
          </a:ln>
        </p:spPr>
      </p:sp>
      <p:sp>
        <p:nvSpPr>
          <p:cNvPr id="119" name="Shape 117"/>
          <p:cNvSpPr/>
          <p:nvPr/>
        </p:nvSpPr>
        <p:spPr>
          <a:xfrm>
            <a:off x="10396728" y="2514600"/>
            <a:ext cx="457200" cy="9144"/>
          </a:xfrm>
          <a:prstGeom prst="rect">
            <a:avLst/>
          </a:prstGeom>
          <a:solidFill>
            <a:srgbClr val="1A3A2A"/>
          </a:solidFill>
          <a:ln w="12700">
            <a:solidFill>
              <a:srgbClr val="1A3A2A"/>
            </a:solidFill>
            <a:prstDash val="solid"/>
          </a:ln>
        </p:spPr>
      </p:sp>
      <p:sp>
        <p:nvSpPr>
          <p:cNvPr id="120" name="Shape 118"/>
          <p:cNvSpPr/>
          <p:nvPr/>
        </p:nvSpPr>
        <p:spPr>
          <a:xfrm>
            <a:off x="10991088" y="2514600"/>
            <a:ext cx="457200" cy="9144"/>
          </a:xfrm>
          <a:prstGeom prst="rect">
            <a:avLst/>
          </a:prstGeom>
          <a:solidFill>
            <a:srgbClr val="1A3A2A"/>
          </a:solidFill>
          <a:ln w="12700">
            <a:solidFill>
              <a:srgbClr val="1A3A2A"/>
            </a:solidFill>
            <a:prstDash val="solid"/>
          </a:ln>
        </p:spPr>
      </p:sp>
      <p:sp>
        <p:nvSpPr>
          <p:cNvPr id="121" name="Shape 119"/>
          <p:cNvSpPr/>
          <p:nvPr/>
        </p:nvSpPr>
        <p:spPr>
          <a:xfrm>
            <a:off x="11585448" y="2514600"/>
            <a:ext cx="457200" cy="9144"/>
          </a:xfrm>
          <a:prstGeom prst="rect">
            <a:avLst/>
          </a:prstGeom>
          <a:solidFill>
            <a:srgbClr val="1A3A2A"/>
          </a:solidFill>
          <a:ln w="12700">
            <a:solidFill>
              <a:srgbClr val="1A3A2A"/>
            </a:solidFill>
            <a:prstDash val="solid"/>
          </a:ln>
        </p:spPr>
      </p:sp>
      <p:sp>
        <p:nvSpPr>
          <p:cNvPr id="122" name="Shape 120"/>
          <p:cNvSpPr/>
          <p:nvPr/>
        </p:nvSpPr>
        <p:spPr>
          <a:xfrm>
            <a:off x="0" y="3017520"/>
            <a:ext cx="457200" cy="9144"/>
          </a:xfrm>
          <a:prstGeom prst="rect">
            <a:avLst/>
          </a:prstGeom>
          <a:solidFill>
            <a:srgbClr val="1A3A2A"/>
          </a:solidFill>
          <a:ln w="12700">
            <a:solidFill>
              <a:srgbClr val="1A3A2A"/>
            </a:solidFill>
            <a:prstDash val="solid"/>
          </a:ln>
        </p:spPr>
      </p:sp>
      <p:sp>
        <p:nvSpPr>
          <p:cNvPr id="123" name="Shape 121"/>
          <p:cNvSpPr/>
          <p:nvPr/>
        </p:nvSpPr>
        <p:spPr>
          <a:xfrm>
            <a:off x="594360" y="3017520"/>
            <a:ext cx="457200" cy="9144"/>
          </a:xfrm>
          <a:prstGeom prst="rect">
            <a:avLst/>
          </a:prstGeom>
          <a:solidFill>
            <a:srgbClr val="1A3A2A"/>
          </a:solidFill>
          <a:ln w="12700">
            <a:solidFill>
              <a:srgbClr val="1A3A2A"/>
            </a:solidFill>
            <a:prstDash val="solid"/>
          </a:ln>
        </p:spPr>
      </p:sp>
      <p:sp>
        <p:nvSpPr>
          <p:cNvPr id="124" name="Shape 122"/>
          <p:cNvSpPr/>
          <p:nvPr/>
        </p:nvSpPr>
        <p:spPr>
          <a:xfrm>
            <a:off x="1188720" y="3017520"/>
            <a:ext cx="457200" cy="9144"/>
          </a:xfrm>
          <a:prstGeom prst="rect">
            <a:avLst/>
          </a:prstGeom>
          <a:solidFill>
            <a:srgbClr val="1A3A2A"/>
          </a:solidFill>
          <a:ln w="12700">
            <a:solidFill>
              <a:srgbClr val="1A3A2A"/>
            </a:solidFill>
            <a:prstDash val="solid"/>
          </a:ln>
        </p:spPr>
      </p:sp>
      <p:sp>
        <p:nvSpPr>
          <p:cNvPr id="125" name="Shape 123"/>
          <p:cNvSpPr/>
          <p:nvPr/>
        </p:nvSpPr>
        <p:spPr>
          <a:xfrm>
            <a:off x="1783080" y="3017520"/>
            <a:ext cx="457200" cy="9144"/>
          </a:xfrm>
          <a:prstGeom prst="rect">
            <a:avLst/>
          </a:prstGeom>
          <a:solidFill>
            <a:srgbClr val="1A3A2A"/>
          </a:solidFill>
          <a:ln w="12700">
            <a:solidFill>
              <a:srgbClr val="1A3A2A"/>
            </a:solidFill>
            <a:prstDash val="solid"/>
          </a:ln>
        </p:spPr>
      </p:sp>
      <p:sp>
        <p:nvSpPr>
          <p:cNvPr id="126" name="Shape 124"/>
          <p:cNvSpPr/>
          <p:nvPr/>
        </p:nvSpPr>
        <p:spPr>
          <a:xfrm>
            <a:off x="2377440" y="3017520"/>
            <a:ext cx="457200" cy="9144"/>
          </a:xfrm>
          <a:prstGeom prst="rect">
            <a:avLst/>
          </a:prstGeom>
          <a:solidFill>
            <a:srgbClr val="1A3A2A"/>
          </a:solidFill>
          <a:ln w="12700">
            <a:solidFill>
              <a:srgbClr val="1A3A2A"/>
            </a:solidFill>
            <a:prstDash val="solid"/>
          </a:ln>
        </p:spPr>
      </p:sp>
      <p:sp>
        <p:nvSpPr>
          <p:cNvPr id="127" name="Shape 125"/>
          <p:cNvSpPr/>
          <p:nvPr/>
        </p:nvSpPr>
        <p:spPr>
          <a:xfrm>
            <a:off x="2971800" y="3017520"/>
            <a:ext cx="457200" cy="9144"/>
          </a:xfrm>
          <a:prstGeom prst="rect">
            <a:avLst/>
          </a:prstGeom>
          <a:solidFill>
            <a:srgbClr val="1A3A2A"/>
          </a:solidFill>
          <a:ln w="12700">
            <a:solidFill>
              <a:srgbClr val="1A3A2A"/>
            </a:solidFill>
            <a:prstDash val="solid"/>
          </a:ln>
        </p:spPr>
      </p:sp>
      <p:sp>
        <p:nvSpPr>
          <p:cNvPr id="128" name="Shape 126"/>
          <p:cNvSpPr/>
          <p:nvPr/>
        </p:nvSpPr>
        <p:spPr>
          <a:xfrm>
            <a:off x="3566160" y="3017520"/>
            <a:ext cx="457200" cy="9144"/>
          </a:xfrm>
          <a:prstGeom prst="rect">
            <a:avLst/>
          </a:prstGeom>
          <a:solidFill>
            <a:srgbClr val="1A3A2A"/>
          </a:solidFill>
          <a:ln w="12700">
            <a:solidFill>
              <a:srgbClr val="1A3A2A"/>
            </a:solidFill>
            <a:prstDash val="solid"/>
          </a:ln>
        </p:spPr>
      </p:sp>
      <p:sp>
        <p:nvSpPr>
          <p:cNvPr id="129" name="Shape 127"/>
          <p:cNvSpPr/>
          <p:nvPr/>
        </p:nvSpPr>
        <p:spPr>
          <a:xfrm>
            <a:off x="4160520" y="3017520"/>
            <a:ext cx="457200" cy="9144"/>
          </a:xfrm>
          <a:prstGeom prst="rect">
            <a:avLst/>
          </a:prstGeom>
          <a:solidFill>
            <a:srgbClr val="1A3A2A"/>
          </a:solidFill>
          <a:ln w="12700">
            <a:solidFill>
              <a:srgbClr val="1A3A2A"/>
            </a:solidFill>
            <a:prstDash val="solid"/>
          </a:ln>
        </p:spPr>
      </p:sp>
      <p:sp>
        <p:nvSpPr>
          <p:cNvPr id="130" name="Shape 128"/>
          <p:cNvSpPr/>
          <p:nvPr/>
        </p:nvSpPr>
        <p:spPr>
          <a:xfrm>
            <a:off x="4754880" y="3017520"/>
            <a:ext cx="457200" cy="9144"/>
          </a:xfrm>
          <a:prstGeom prst="rect">
            <a:avLst/>
          </a:prstGeom>
          <a:solidFill>
            <a:srgbClr val="1A3A2A"/>
          </a:solidFill>
          <a:ln w="12700">
            <a:solidFill>
              <a:srgbClr val="1A3A2A"/>
            </a:solidFill>
            <a:prstDash val="solid"/>
          </a:ln>
        </p:spPr>
      </p:sp>
      <p:sp>
        <p:nvSpPr>
          <p:cNvPr id="131" name="Shape 129"/>
          <p:cNvSpPr/>
          <p:nvPr/>
        </p:nvSpPr>
        <p:spPr>
          <a:xfrm>
            <a:off x="5349240" y="3017520"/>
            <a:ext cx="457200" cy="9144"/>
          </a:xfrm>
          <a:prstGeom prst="rect">
            <a:avLst/>
          </a:prstGeom>
          <a:solidFill>
            <a:srgbClr val="1A3A2A"/>
          </a:solidFill>
          <a:ln w="12700">
            <a:solidFill>
              <a:srgbClr val="1A3A2A"/>
            </a:solidFill>
            <a:prstDash val="solid"/>
          </a:ln>
        </p:spPr>
      </p:sp>
      <p:sp>
        <p:nvSpPr>
          <p:cNvPr id="132" name="Shape 130"/>
          <p:cNvSpPr/>
          <p:nvPr/>
        </p:nvSpPr>
        <p:spPr>
          <a:xfrm>
            <a:off x="5943600" y="3017520"/>
            <a:ext cx="457200" cy="9144"/>
          </a:xfrm>
          <a:prstGeom prst="rect">
            <a:avLst/>
          </a:prstGeom>
          <a:solidFill>
            <a:srgbClr val="1A3A2A"/>
          </a:solidFill>
          <a:ln w="12700">
            <a:solidFill>
              <a:srgbClr val="1A3A2A"/>
            </a:solidFill>
            <a:prstDash val="solid"/>
          </a:ln>
        </p:spPr>
      </p:sp>
      <p:sp>
        <p:nvSpPr>
          <p:cNvPr id="133" name="Shape 131"/>
          <p:cNvSpPr/>
          <p:nvPr/>
        </p:nvSpPr>
        <p:spPr>
          <a:xfrm>
            <a:off x="6537960" y="3017520"/>
            <a:ext cx="457200" cy="9144"/>
          </a:xfrm>
          <a:prstGeom prst="rect">
            <a:avLst/>
          </a:prstGeom>
          <a:solidFill>
            <a:srgbClr val="1A3A2A"/>
          </a:solidFill>
          <a:ln w="12700">
            <a:solidFill>
              <a:srgbClr val="1A3A2A"/>
            </a:solidFill>
            <a:prstDash val="solid"/>
          </a:ln>
        </p:spPr>
      </p:sp>
      <p:sp>
        <p:nvSpPr>
          <p:cNvPr id="134" name="Shape 132"/>
          <p:cNvSpPr/>
          <p:nvPr/>
        </p:nvSpPr>
        <p:spPr>
          <a:xfrm>
            <a:off x="7132320" y="3017520"/>
            <a:ext cx="457200" cy="9144"/>
          </a:xfrm>
          <a:prstGeom prst="rect">
            <a:avLst/>
          </a:prstGeom>
          <a:solidFill>
            <a:srgbClr val="1A3A2A"/>
          </a:solidFill>
          <a:ln w="12700">
            <a:solidFill>
              <a:srgbClr val="1A3A2A"/>
            </a:solidFill>
            <a:prstDash val="solid"/>
          </a:ln>
        </p:spPr>
      </p:sp>
      <p:sp>
        <p:nvSpPr>
          <p:cNvPr id="135" name="Shape 133"/>
          <p:cNvSpPr/>
          <p:nvPr/>
        </p:nvSpPr>
        <p:spPr>
          <a:xfrm>
            <a:off x="7726680" y="3017520"/>
            <a:ext cx="457200" cy="9144"/>
          </a:xfrm>
          <a:prstGeom prst="rect">
            <a:avLst/>
          </a:prstGeom>
          <a:solidFill>
            <a:srgbClr val="1A3A2A"/>
          </a:solidFill>
          <a:ln w="12700">
            <a:solidFill>
              <a:srgbClr val="1A3A2A"/>
            </a:solidFill>
            <a:prstDash val="solid"/>
          </a:ln>
        </p:spPr>
      </p:sp>
      <p:sp>
        <p:nvSpPr>
          <p:cNvPr id="136" name="Shape 134"/>
          <p:cNvSpPr/>
          <p:nvPr/>
        </p:nvSpPr>
        <p:spPr>
          <a:xfrm>
            <a:off x="8321040" y="3017520"/>
            <a:ext cx="457200" cy="9144"/>
          </a:xfrm>
          <a:prstGeom prst="rect">
            <a:avLst/>
          </a:prstGeom>
          <a:solidFill>
            <a:srgbClr val="1A3A2A"/>
          </a:solidFill>
          <a:ln w="12700">
            <a:solidFill>
              <a:srgbClr val="1A3A2A"/>
            </a:solidFill>
            <a:prstDash val="solid"/>
          </a:ln>
        </p:spPr>
      </p:sp>
      <p:sp>
        <p:nvSpPr>
          <p:cNvPr id="137" name="Shape 135"/>
          <p:cNvSpPr/>
          <p:nvPr/>
        </p:nvSpPr>
        <p:spPr>
          <a:xfrm>
            <a:off x="8915400" y="3017520"/>
            <a:ext cx="457200" cy="9144"/>
          </a:xfrm>
          <a:prstGeom prst="rect">
            <a:avLst/>
          </a:prstGeom>
          <a:solidFill>
            <a:srgbClr val="1A3A2A"/>
          </a:solidFill>
          <a:ln w="12700">
            <a:solidFill>
              <a:srgbClr val="1A3A2A"/>
            </a:solidFill>
            <a:prstDash val="solid"/>
          </a:ln>
        </p:spPr>
      </p:sp>
      <p:sp>
        <p:nvSpPr>
          <p:cNvPr id="138" name="Shape 136"/>
          <p:cNvSpPr/>
          <p:nvPr/>
        </p:nvSpPr>
        <p:spPr>
          <a:xfrm>
            <a:off x="9509760" y="3017520"/>
            <a:ext cx="457200" cy="9144"/>
          </a:xfrm>
          <a:prstGeom prst="rect">
            <a:avLst/>
          </a:prstGeom>
          <a:solidFill>
            <a:srgbClr val="1A3A2A"/>
          </a:solidFill>
          <a:ln w="12700">
            <a:solidFill>
              <a:srgbClr val="1A3A2A"/>
            </a:solidFill>
            <a:prstDash val="solid"/>
          </a:ln>
        </p:spPr>
      </p:sp>
      <p:sp>
        <p:nvSpPr>
          <p:cNvPr id="139" name="Shape 137"/>
          <p:cNvSpPr/>
          <p:nvPr/>
        </p:nvSpPr>
        <p:spPr>
          <a:xfrm>
            <a:off x="10104120" y="3017520"/>
            <a:ext cx="457200" cy="9144"/>
          </a:xfrm>
          <a:prstGeom prst="rect">
            <a:avLst/>
          </a:prstGeom>
          <a:solidFill>
            <a:srgbClr val="1A3A2A"/>
          </a:solidFill>
          <a:ln w="12700">
            <a:solidFill>
              <a:srgbClr val="1A3A2A"/>
            </a:solidFill>
            <a:prstDash val="solid"/>
          </a:ln>
        </p:spPr>
      </p:sp>
      <p:sp>
        <p:nvSpPr>
          <p:cNvPr id="140" name="Shape 138"/>
          <p:cNvSpPr/>
          <p:nvPr/>
        </p:nvSpPr>
        <p:spPr>
          <a:xfrm>
            <a:off x="10698480" y="3017520"/>
            <a:ext cx="457200" cy="9144"/>
          </a:xfrm>
          <a:prstGeom prst="rect">
            <a:avLst/>
          </a:prstGeom>
          <a:solidFill>
            <a:srgbClr val="1A3A2A"/>
          </a:solidFill>
          <a:ln w="12700">
            <a:solidFill>
              <a:srgbClr val="1A3A2A"/>
            </a:solidFill>
            <a:prstDash val="solid"/>
          </a:ln>
        </p:spPr>
      </p:sp>
      <p:sp>
        <p:nvSpPr>
          <p:cNvPr id="141" name="Shape 139"/>
          <p:cNvSpPr/>
          <p:nvPr/>
        </p:nvSpPr>
        <p:spPr>
          <a:xfrm>
            <a:off x="11292840" y="3017520"/>
            <a:ext cx="457200" cy="9144"/>
          </a:xfrm>
          <a:prstGeom prst="rect">
            <a:avLst/>
          </a:prstGeom>
          <a:solidFill>
            <a:srgbClr val="1A3A2A"/>
          </a:solidFill>
          <a:ln w="12700">
            <a:solidFill>
              <a:srgbClr val="1A3A2A"/>
            </a:solidFill>
            <a:prstDash val="solid"/>
          </a:ln>
        </p:spPr>
      </p:sp>
      <p:sp>
        <p:nvSpPr>
          <p:cNvPr id="142" name="Shape 140"/>
          <p:cNvSpPr/>
          <p:nvPr/>
        </p:nvSpPr>
        <p:spPr>
          <a:xfrm>
            <a:off x="292608" y="3520440"/>
            <a:ext cx="457200" cy="9144"/>
          </a:xfrm>
          <a:prstGeom prst="rect">
            <a:avLst/>
          </a:prstGeom>
          <a:solidFill>
            <a:srgbClr val="1A3A2A"/>
          </a:solidFill>
          <a:ln w="12700">
            <a:solidFill>
              <a:srgbClr val="1A3A2A"/>
            </a:solidFill>
            <a:prstDash val="solid"/>
          </a:ln>
        </p:spPr>
      </p:sp>
      <p:sp>
        <p:nvSpPr>
          <p:cNvPr id="143" name="Shape 141"/>
          <p:cNvSpPr/>
          <p:nvPr/>
        </p:nvSpPr>
        <p:spPr>
          <a:xfrm>
            <a:off x="886968" y="3520440"/>
            <a:ext cx="457200" cy="9144"/>
          </a:xfrm>
          <a:prstGeom prst="rect">
            <a:avLst/>
          </a:prstGeom>
          <a:solidFill>
            <a:srgbClr val="1A3A2A"/>
          </a:solidFill>
          <a:ln w="12700">
            <a:solidFill>
              <a:srgbClr val="1A3A2A"/>
            </a:solidFill>
            <a:prstDash val="solid"/>
          </a:ln>
        </p:spPr>
      </p:sp>
      <p:sp>
        <p:nvSpPr>
          <p:cNvPr id="144" name="Shape 142"/>
          <p:cNvSpPr/>
          <p:nvPr/>
        </p:nvSpPr>
        <p:spPr>
          <a:xfrm>
            <a:off x="1481328" y="3520440"/>
            <a:ext cx="457200" cy="9144"/>
          </a:xfrm>
          <a:prstGeom prst="rect">
            <a:avLst/>
          </a:prstGeom>
          <a:solidFill>
            <a:srgbClr val="1A3A2A"/>
          </a:solidFill>
          <a:ln w="12700">
            <a:solidFill>
              <a:srgbClr val="1A3A2A"/>
            </a:solidFill>
            <a:prstDash val="solid"/>
          </a:ln>
        </p:spPr>
      </p:sp>
      <p:sp>
        <p:nvSpPr>
          <p:cNvPr id="145" name="Shape 143"/>
          <p:cNvSpPr/>
          <p:nvPr/>
        </p:nvSpPr>
        <p:spPr>
          <a:xfrm>
            <a:off x="2075688" y="3520440"/>
            <a:ext cx="457200" cy="9144"/>
          </a:xfrm>
          <a:prstGeom prst="rect">
            <a:avLst/>
          </a:prstGeom>
          <a:solidFill>
            <a:srgbClr val="1A3A2A"/>
          </a:solidFill>
          <a:ln w="12700">
            <a:solidFill>
              <a:srgbClr val="1A3A2A"/>
            </a:solidFill>
            <a:prstDash val="solid"/>
          </a:ln>
        </p:spPr>
      </p:sp>
      <p:sp>
        <p:nvSpPr>
          <p:cNvPr id="146" name="Shape 144"/>
          <p:cNvSpPr/>
          <p:nvPr/>
        </p:nvSpPr>
        <p:spPr>
          <a:xfrm>
            <a:off x="2670048" y="3520440"/>
            <a:ext cx="457200" cy="9144"/>
          </a:xfrm>
          <a:prstGeom prst="rect">
            <a:avLst/>
          </a:prstGeom>
          <a:solidFill>
            <a:srgbClr val="1A3A2A"/>
          </a:solidFill>
          <a:ln w="12700">
            <a:solidFill>
              <a:srgbClr val="1A3A2A"/>
            </a:solidFill>
            <a:prstDash val="solid"/>
          </a:ln>
        </p:spPr>
      </p:sp>
      <p:sp>
        <p:nvSpPr>
          <p:cNvPr id="147" name="Shape 145"/>
          <p:cNvSpPr/>
          <p:nvPr/>
        </p:nvSpPr>
        <p:spPr>
          <a:xfrm>
            <a:off x="3264408" y="3520440"/>
            <a:ext cx="457200" cy="9144"/>
          </a:xfrm>
          <a:prstGeom prst="rect">
            <a:avLst/>
          </a:prstGeom>
          <a:solidFill>
            <a:srgbClr val="1A3A2A"/>
          </a:solidFill>
          <a:ln w="12700">
            <a:solidFill>
              <a:srgbClr val="1A3A2A"/>
            </a:solidFill>
            <a:prstDash val="solid"/>
          </a:ln>
        </p:spPr>
      </p:sp>
      <p:sp>
        <p:nvSpPr>
          <p:cNvPr id="148" name="Shape 146"/>
          <p:cNvSpPr/>
          <p:nvPr/>
        </p:nvSpPr>
        <p:spPr>
          <a:xfrm>
            <a:off x="3858768" y="3520440"/>
            <a:ext cx="457200" cy="9144"/>
          </a:xfrm>
          <a:prstGeom prst="rect">
            <a:avLst/>
          </a:prstGeom>
          <a:solidFill>
            <a:srgbClr val="1A3A2A"/>
          </a:solidFill>
          <a:ln w="12700">
            <a:solidFill>
              <a:srgbClr val="1A3A2A"/>
            </a:solidFill>
            <a:prstDash val="solid"/>
          </a:ln>
        </p:spPr>
      </p:sp>
      <p:sp>
        <p:nvSpPr>
          <p:cNvPr id="149" name="Shape 147"/>
          <p:cNvSpPr/>
          <p:nvPr/>
        </p:nvSpPr>
        <p:spPr>
          <a:xfrm>
            <a:off x="4453128" y="3520440"/>
            <a:ext cx="457200" cy="9144"/>
          </a:xfrm>
          <a:prstGeom prst="rect">
            <a:avLst/>
          </a:prstGeom>
          <a:solidFill>
            <a:srgbClr val="1A3A2A"/>
          </a:solidFill>
          <a:ln w="12700">
            <a:solidFill>
              <a:srgbClr val="1A3A2A"/>
            </a:solidFill>
            <a:prstDash val="solid"/>
          </a:ln>
        </p:spPr>
      </p:sp>
      <p:sp>
        <p:nvSpPr>
          <p:cNvPr id="150" name="Shape 148"/>
          <p:cNvSpPr/>
          <p:nvPr/>
        </p:nvSpPr>
        <p:spPr>
          <a:xfrm>
            <a:off x="5047488" y="3520440"/>
            <a:ext cx="457200" cy="9144"/>
          </a:xfrm>
          <a:prstGeom prst="rect">
            <a:avLst/>
          </a:prstGeom>
          <a:solidFill>
            <a:srgbClr val="1A3A2A"/>
          </a:solidFill>
          <a:ln w="12700">
            <a:solidFill>
              <a:srgbClr val="1A3A2A"/>
            </a:solidFill>
            <a:prstDash val="solid"/>
          </a:ln>
        </p:spPr>
      </p:sp>
      <p:sp>
        <p:nvSpPr>
          <p:cNvPr id="151" name="Shape 149"/>
          <p:cNvSpPr/>
          <p:nvPr/>
        </p:nvSpPr>
        <p:spPr>
          <a:xfrm>
            <a:off x="5641848" y="3520440"/>
            <a:ext cx="457200" cy="9144"/>
          </a:xfrm>
          <a:prstGeom prst="rect">
            <a:avLst/>
          </a:prstGeom>
          <a:solidFill>
            <a:srgbClr val="1A3A2A"/>
          </a:solidFill>
          <a:ln w="12700">
            <a:solidFill>
              <a:srgbClr val="1A3A2A"/>
            </a:solidFill>
            <a:prstDash val="solid"/>
          </a:ln>
        </p:spPr>
      </p:sp>
      <p:sp>
        <p:nvSpPr>
          <p:cNvPr id="152" name="Shape 150"/>
          <p:cNvSpPr/>
          <p:nvPr/>
        </p:nvSpPr>
        <p:spPr>
          <a:xfrm>
            <a:off x="6236208" y="3520440"/>
            <a:ext cx="457200" cy="9144"/>
          </a:xfrm>
          <a:prstGeom prst="rect">
            <a:avLst/>
          </a:prstGeom>
          <a:solidFill>
            <a:srgbClr val="1A3A2A"/>
          </a:solidFill>
          <a:ln w="12700">
            <a:solidFill>
              <a:srgbClr val="1A3A2A"/>
            </a:solidFill>
            <a:prstDash val="solid"/>
          </a:ln>
        </p:spPr>
      </p:sp>
      <p:sp>
        <p:nvSpPr>
          <p:cNvPr id="153" name="Shape 151"/>
          <p:cNvSpPr/>
          <p:nvPr/>
        </p:nvSpPr>
        <p:spPr>
          <a:xfrm>
            <a:off x="6830568" y="3520440"/>
            <a:ext cx="457200" cy="9144"/>
          </a:xfrm>
          <a:prstGeom prst="rect">
            <a:avLst/>
          </a:prstGeom>
          <a:solidFill>
            <a:srgbClr val="1A3A2A"/>
          </a:solidFill>
          <a:ln w="12700">
            <a:solidFill>
              <a:srgbClr val="1A3A2A"/>
            </a:solidFill>
            <a:prstDash val="solid"/>
          </a:ln>
        </p:spPr>
      </p:sp>
      <p:sp>
        <p:nvSpPr>
          <p:cNvPr id="154" name="Shape 152"/>
          <p:cNvSpPr/>
          <p:nvPr/>
        </p:nvSpPr>
        <p:spPr>
          <a:xfrm>
            <a:off x="7424928" y="3520440"/>
            <a:ext cx="457200" cy="9144"/>
          </a:xfrm>
          <a:prstGeom prst="rect">
            <a:avLst/>
          </a:prstGeom>
          <a:solidFill>
            <a:srgbClr val="1A3A2A"/>
          </a:solidFill>
          <a:ln w="12700">
            <a:solidFill>
              <a:srgbClr val="1A3A2A"/>
            </a:solidFill>
            <a:prstDash val="solid"/>
          </a:ln>
        </p:spPr>
      </p:sp>
      <p:sp>
        <p:nvSpPr>
          <p:cNvPr id="155" name="Shape 153"/>
          <p:cNvSpPr/>
          <p:nvPr/>
        </p:nvSpPr>
        <p:spPr>
          <a:xfrm>
            <a:off x="8019288" y="3520440"/>
            <a:ext cx="457200" cy="9144"/>
          </a:xfrm>
          <a:prstGeom prst="rect">
            <a:avLst/>
          </a:prstGeom>
          <a:solidFill>
            <a:srgbClr val="1A3A2A"/>
          </a:solidFill>
          <a:ln w="12700">
            <a:solidFill>
              <a:srgbClr val="1A3A2A"/>
            </a:solidFill>
            <a:prstDash val="solid"/>
          </a:ln>
        </p:spPr>
      </p:sp>
      <p:sp>
        <p:nvSpPr>
          <p:cNvPr id="156" name="Shape 154"/>
          <p:cNvSpPr/>
          <p:nvPr/>
        </p:nvSpPr>
        <p:spPr>
          <a:xfrm>
            <a:off x="8613648" y="3520440"/>
            <a:ext cx="457200" cy="9144"/>
          </a:xfrm>
          <a:prstGeom prst="rect">
            <a:avLst/>
          </a:prstGeom>
          <a:solidFill>
            <a:srgbClr val="1A3A2A"/>
          </a:solidFill>
          <a:ln w="12700">
            <a:solidFill>
              <a:srgbClr val="1A3A2A"/>
            </a:solidFill>
            <a:prstDash val="solid"/>
          </a:ln>
        </p:spPr>
      </p:sp>
      <p:sp>
        <p:nvSpPr>
          <p:cNvPr id="157" name="Shape 155"/>
          <p:cNvSpPr/>
          <p:nvPr/>
        </p:nvSpPr>
        <p:spPr>
          <a:xfrm>
            <a:off x="9208008" y="3520440"/>
            <a:ext cx="457200" cy="9144"/>
          </a:xfrm>
          <a:prstGeom prst="rect">
            <a:avLst/>
          </a:prstGeom>
          <a:solidFill>
            <a:srgbClr val="1A3A2A"/>
          </a:solidFill>
          <a:ln w="12700">
            <a:solidFill>
              <a:srgbClr val="1A3A2A"/>
            </a:solidFill>
            <a:prstDash val="solid"/>
          </a:ln>
        </p:spPr>
      </p:sp>
      <p:sp>
        <p:nvSpPr>
          <p:cNvPr id="158" name="Shape 156"/>
          <p:cNvSpPr/>
          <p:nvPr/>
        </p:nvSpPr>
        <p:spPr>
          <a:xfrm>
            <a:off x="9802368" y="3520440"/>
            <a:ext cx="457200" cy="9144"/>
          </a:xfrm>
          <a:prstGeom prst="rect">
            <a:avLst/>
          </a:prstGeom>
          <a:solidFill>
            <a:srgbClr val="1A3A2A"/>
          </a:solidFill>
          <a:ln w="12700">
            <a:solidFill>
              <a:srgbClr val="1A3A2A"/>
            </a:solidFill>
            <a:prstDash val="solid"/>
          </a:ln>
        </p:spPr>
      </p:sp>
      <p:sp>
        <p:nvSpPr>
          <p:cNvPr id="159" name="Shape 157"/>
          <p:cNvSpPr/>
          <p:nvPr/>
        </p:nvSpPr>
        <p:spPr>
          <a:xfrm>
            <a:off x="10396728" y="3520440"/>
            <a:ext cx="457200" cy="9144"/>
          </a:xfrm>
          <a:prstGeom prst="rect">
            <a:avLst/>
          </a:prstGeom>
          <a:solidFill>
            <a:srgbClr val="1A3A2A"/>
          </a:solidFill>
          <a:ln w="12700">
            <a:solidFill>
              <a:srgbClr val="1A3A2A"/>
            </a:solidFill>
            <a:prstDash val="solid"/>
          </a:ln>
        </p:spPr>
      </p:sp>
      <p:sp>
        <p:nvSpPr>
          <p:cNvPr id="160" name="Shape 158"/>
          <p:cNvSpPr/>
          <p:nvPr/>
        </p:nvSpPr>
        <p:spPr>
          <a:xfrm>
            <a:off x="10991088" y="3520440"/>
            <a:ext cx="457200" cy="9144"/>
          </a:xfrm>
          <a:prstGeom prst="rect">
            <a:avLst/>
          </a:prstGeom>
          <a:solidFill>
            <a:srgbClr val="1A3A2A"/>
          </a:solidFill>
          <a:ln w="12700">
            <a:solidFill>
              <a:srgbClr val="1A3A2A"/>
            </a:solidFill>
            <a:prstDash val="solid"/>
          </a:ln>
        </p:spPr>
      </p:sp>
      <p:sp>
        <p:nvSpPr>
          <p:cNvPr id="161" name="Shape 159"/>
          <p:cNvSpPr/>
          <p:nvPr/>
        </p:nvSpPr>
        <p:spPr>
          <a:xfrm>
            <a:off x="11585448" y="3520440"/>
            <a:ext cx="457200" cy="9144"/>
          </a:xfrm>
          <a:prstGeom prst="rect">
            <a:avLst/>
          </a:prstGeom>
          <a:solidFill>
            <a:srgbClr val="1A3A2A"/>
          </a:solidFill>
          <a:ln w="12700">
            <a:solidFill>
              <a:srgbClr val="1A3A2A"/>
            </a:solidFill>
            <a:prstDash val="solid"/>
          </a:ln>
        </p:spPr>
      </p:sp>
      <p:sp>
        <p:nvSpPr>
          <p:cNvPr id="162" name="Shape 160"/>
          <p:cNvSpPr/>
          <p:nvPr/>
        </p:nvSpPr>
        <p:spPr>
          <a:xfrm>
            <a:off x="0" y="0"/>
            <a:ext cx="12188952" cy="18288"/>
          </a:xfrm>
          <a:prstGeom prst="rect">
            <a:avLst/>
          </a:prstGeom>
          <a:solidFill>
            <a:srgbClr val="FFD700"/>
          </a:solidFill>
          <a:ln/>
        </p:spPr>
      </p:sp>
      <p:sp>
        <p:nvSpPr>
          <p:cNvPr id="163" name="Shape 161"/>
          <p:cNvSpPr/>
          <p:nvPr/>
        </p:nvSpPr>
        <p:spPr>
          <a:xfrm>
            <a:off x="0" y="6839712"/>
            <a:ext cx="12188952" cy="18288"/>
          </a:xfrm>
          <a:prstGeom prst="rect">
            <a:avLst/>
          </a:prstGeom>
          <a:solidFill>
            <a:srgbClr val="FFD700"/>
          </a:solidFill>
          <a:ln/>
        </p:spPr>
      </p:sp>
      <p:sp>
        <p:nvSpPr>
          <p:cNvPr id="164" name="Shape 162"/>
          <p:cNvSpPr/>
          <p:nvPr/>
        </p:nvSpPr>
        <p:spPr>
          <a:xfrm>
            <a:off x="0" y="0"/>
            <a:ext cx="73152" cy="6858000"/>
          </a:xfrm>
          <a:prstGeom prst="rect">
            <a:avLst/>
          </a:prstGeom>
          <a:solidFill>
            <a:srgbClr val="FFD700"/>
          </a:solidFill>
          <a:ln/>
          <a:effectLst>
            <a:outerShdw sx="100000" sy="100000" kx="0" ky="0" algn="bl" rotWithShape="0" blurRad="254000" dist="50800" dir="16200000">
              <a:srgbClr val="FFD700">
                <a:alpha val="50000"/>
              </a:srgbClr>
            </a:outerShdw>
          </a:effectLst>
        </p:spPr>
      </p:sp>
      <p:sp>
        <p:nvSpPr>
          <p:cNvPr id="165" name="Text 163"/>
          <p:cNvSpPr/>
          <p:nvPr/>
        </p:nvSpPr>
        <p:spPr>
          <a:xfrm>
            <a:off x="274320" y="91440"/>
            <a:ext cx="8229600" cy="594360"/>
          </a:xfrm>
          <a:prstGeom prst="rect">
            <a:avLst/>
          </a:prstGeom>
          <a:noFill/>
          <a:ln/>
          <a:effectLst>
            <a:outerShdw sx="100000" sy="100000" kx="0" ky="0" algn="bl" rotWithShape="0" blurRad="254000" dist="50800" dir="16200000">
              <a:srgbClr val="FFD700">
                <a:alpha val="50000"/>
              </a:srgbClr>
            </a:outerShdw>
          </a:effectLst>
        </p:spPr>
        <p:txBody>
          <a:bodyPr wrap="square" rtlCol="0" anchor="ctr"/>
          <a:lstStyle/>
          <a:p>
            <a:pPr indent="0" marL="0">
              <a:buNone/>
            </a:pPr>
            <a:r>
              <a:rPr lang="en-US" sz="3000" b="1" dirty="0">
                <a:solidFill>
                  <a:srgbClr val="FFD700"/>
                </a:solidFill>
                <a:latin typeface="Trebuchet MS" pitchFamily="34" charset="0"/>
                <a:ea typeface="Trebuchet MS" pitchFamily="34" charset="-122"/>
                <a:cs typeface="Trebuchet MS" pitchFamily="34" charset="-120"/>
              </a:rPr>
              <a:t>// JURY Q&amp;A — PRE-EMPTED</a:t>
            </a:r>
            <a:endParaRPr lang="en-US" sz="3000" dirty="0"/>
          </a:p>
        </p:txBody>
      </p:sp>
      <p:sp>
        <p:nvSpPr>
          <p:cNvPr id="166" name="Text 164"/>
          <p:cNvSpPr/>
          <p:nvPr/>
        </p:nvSpPr>
        <p:spPr>
          <a:xfrm>
            <a:off x="274320" y="713232"/>
            <a:ext cx="7315200" cy="292608"/>
          </a:xfrm>
          <a:prstGeom prst="rect">
            <a:avLst/>
          </a:prstGeom>
          <a:noFill/>
          <a:ln/>
        </p:spPr>
        <p:txBody>
          <a:bodyPr wrap="square" rtlCol="0" anchor="ctr"/>
          <a:lstStyle/>
          <a:p>
            <a:pPr indent="0" marL="0">
              <a:buNone/>
            </a:pPr>
            <a:r>
              <a:rPr lang="en-US" sz="1200" i="1" dirty="0">
                <a:solidFill>
                  <a:srgbClr val="4A8A6A"/>
                </a:solidFill>
                <a:latin typeface="Calibri" pitchFamily="34" charset="0"/>
                <a:ea typeface="Calibri" pitchFamily="34" charset="-122"/>
                <a:cs typeface="Calibri" pitchFamily="34" charset="-120"/>
              </a:rPr>
              <a:t>We anticipated your questions.</a:t>
            </a:r>
            <a:endParaRPr lang="en-US" sz="1200" dirty="0"/>
          </a:p>
        </p:txBody>
      </p:sp>
      <p:sp>
        <p:nvSpPr>
          <p:cNvPr id="167" name="Shape 165"/>
          <p:cNvSpPr/>
          <p:nvPr/>
        </p:nvSpPr>
        <p:spPr>
          <a:xfrm>
            <a:off x="274320" y="1051560"/>
            <a:ext cx="11430000" cy="27432"/>
          </a:xfrm>
          <a:prstGeom prst="rect">
            <a:avLst/>
          </a:prstGeom>
          <a:solidFill>
            <a:srgbClr val="FFD700"/>
          </a:solidFill>
          <a:ln/>
          <a:effectLst>
            <a:outerShdw sx="100000" sy="100000" kx="0" ky="0" algn="bl" rotWithShape="0" blurRad="254000" dist="50800" dir="16200000">
              <a:srgbClr val="FFD700">
                <a:alpha val="50000"/>
              </a:srgbClr>
            </a:outerShdw>
          </a:effectLst>
        </p:spPr>
      </p:sp>
      <p:sp>
        <p:nvSpPr>
          <p:cNvPr id="168" name="Shape 166"/>
          <p:cNvSpPr/>
          <p:nvPr/>
        </p:nvSpPr>
        <p:spPr>
          <a:xfrm>
            <a:off x="274320" y="1234440"/>
            <a:ext cx="5760720" cy="2423160"/>
          </a:xfrm>
          <a:prstGeom prst="rect">
            <a:avLst/>
          </a:prstGeom>
          <a:solidFill>
            <a:srgbClr val="0D2016"/>
          </a:solidFill>
          <a:ln w="19050">
            <a:solidFill>
              <a:srgbClr val="00FF88"/>
            </a:solidFill>
            <a:prstDash val="solid"/>
          </a:ln>
          <a:effectLst>
            <a:outerShdw sx="100000" sy="100000" kx="0" ky="0" algn="bl" rotWithShape="0" blurRad="254000" dist="50800" dir="16200000">
              <a:srgbClr val="00FF88">
                <a:alpha val="50000"/>
              </a:srgbClr>
            </a:outerShdw>
          </a:effectLst>
        </p:spPr>
      </p:sp>
      <p:sp>
        <p:nvSpPr>
          <p:cNvPr id="169" name="Shape 167"/>
          <p:cNvSpPr/>
          <p:nvPr/>
        </p:nvSpPr>
        <p:spPr>
          <a:xfrm>
            <a:off x="274320" y="1234440"/>
            <a:ext cx="91440" cy="2423160"/>
          </a:xfrm>
          <a:prstGeom prst="rect">
            <a:avLst/>
          </a:prstGeom>
          <a:solidFill>
            <a:srgbClr val="00FF88"/>
          </a:solidFill>
          <a:ln/>
        </p:spPr>
      </p:sp>
      <p:sp>
        <p:nvSpPr>
          <p:cNvPr id="170" name="Shape 168"/>
          <p:cNvSpPr/>
          <p:nvPr/>
        </p:nvSpPr>
        <p:spPr>
          <a:xfrm>
            <a:off x="274320" y="1234440"/>
            <a:ext cx="5760720" cy="438912"/>
          </a:xfrm>
          <a:prstGeom prst="rect">
            <a:avLst/>
          </a:prstGeom>
          <a:solidFill>
            <a:srgbClr val="000000"/>
          </a:solidFill>
          <a:ln/>
        </p:spPr>
      </p:sp>
      <p:sp>
        <p:nvSpPr>
          <p:cNvPr id="171" name="Text 169"/>
          <p:cNvSpPr/>
          <p:nvPr/>
        </p:nvSpPr>
        <p:spPr>
          <a:xfrm>
            <a:off x="411480" y="1280160"/>
            <a:ext cx="5486400" cy="384048"/>
          </a:xfrm>
          <a:prstGeom prst="rect">
            <a:avLst/>
          </a:prstGeom>
          <a:noFill/>
          <a:ln/>
        </p:spPr>
        <p:txBody>
          <a:bodyPr wrap="square" rtlCol="0" anchor="ctr"/>
          <a:lstStyle/>
          <a:p>
            <a:pPr indent="0" marL="0">
              <a:buNone/>
            </a:pPr>
            <a:r>
              <a:rPr lang="en-US" sz="1050" b="1" dirty="0">
                <a:solidFill>
                  <a:srgbClr val="00FF88"/>
                </a:solidFill>
                <a:latin typeface="Trebuchet MS" pitchFamily="34" charset="0"/>
                <a:ea typeface="Trebuchet MS" pitchFamily="34" charset="-122"/>
                <a:cs typeface="Trebuchet MS" pitchFamily="34" charset="-120"/>
              </a:rPr>
              <a:t>❓  How is this different from Kisan Suvidha or eSagu?</a:t>
            </a:r>
            <a:endParaRPr lang="en-US" sz="1050" dirty="0"/>
          </a:p>
        </p:txBody>
      </p:sp>
      <p:sp>
        <p:nvSpPr>
          <p:cNvPr id="172" name="Text 170"/>
          <p:cNvSpPr/>
          <p:nvPr/>
        </p:nvSpPr>
        <p:spPr>
          <a:xfrm>
            <a:off x="411480" y="1737360"/>
            <a:ext cx="5486400" cy="182880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Kisan Suvidha is a static info portal. We are a real-time AI Digital Twin — StateBrain simulates 1000 future seasons, predicts cross-district market gluts, and delivers context-aware Gemini Pro advisory in 6 languages. Block-level geospatial twin simulation is unique to this platform.</a:t>
            </a:r>
            <a:endParaRPr lang="en-US" sz="950" dirty="0"/>
          </a:p>
        </p:txBody>
      </p:sp>
      <p:sp>
        <p:nvSpPr>
          <p:cNvPr id="173" name="Shape 171"/>
          <p:cNvSpPr/>
          <p:nvPr/>
        </p:nvSpPr>
        <p:spPr>
          <a:xfrm>
            <a:off x="6263640" y="1234440"/>
            <a:ext cx="5760720" cy="2423160"/>
          </a:xfrm>
          <a:prstGeom prst="rect">
            <a:avLst/>
          </a:prstGeom>
          <a:solidFill>
            <a:srgbClr val="0D2016"/>
          </a:solidFill>
          <a:ln w="19050">
            <a:solidFill>
              <a:srgbClr val="00D4FF"/>
            </a:solidFill>
            <a:prstDash val="solid"/>
          </a:ln>
          <a:effectLst>
            <a:outerShdw sx="100000" sy="100000" kx="0" ky="0" algn="bl" rotWithShape="0" blurRad="254000" dist="50800" dir="16200000">
              <a:srgbClr val="00D4FF">
                <a:alpha val="50000"/>
              </a:srgbClr>
            </a:outerShdw>
          </a:effectLst>
        </p:spPr>
      </p:sp>
      <p:sp>
        <p:nvSpPr>
          <p:cNvPr id="174" name="Shape 172"/>
          <p:cNvSpPr/>
          <p:nvPr/>
        </p:nvSpPr>
        <p:spPr>
          <a:xfrm>
            <a:off x="6263640" y="1234440"/>
            <a:ext cx="91440" cy="2423160"/>
          </a:xfrm>
          <a:prstGeom prst="rect">
            <a:avLst/>
          </a:prstGeom>
          <a:solidFill>
            <a:srgbClr val="00D4FF"/>
          </a:solidFill>
          <a:ln/>
        </p:spPr>
      </p:sp>
      <p:sp>
        <p:nvSpPr>
          <p:cNvPr id="175" name="Shape 173"/>
          <p:cNvSpPr/>
          <p:nvPr/>
        </p:nvSpPr>
        <p:spPr>
          <a:xfrm>
            <a:off x="6263640" y="1234440"/>
            <a:ext cx="5760720" cy="438912"/>
          </a:xfrm>
          <a:prstGeom prst="rect">
            <a:avLst/>
          </a:prstGeom>
          <a:solidFill>
            <a:srgbClr val="000000"/>
          </a:solidFill>
          <a:ln/>
        </p:spPr>
      </p:sp>
      <p:sp>
        <p:nvSpPr>
          <p:cNvPr id="176" name="Text 174"/>
          <p:cNvSpPr/>
          <p:nvPr/>
        </p:nvSpPr>
        <p:spPr>
          <a:xfrm>
            <a:off x="6400800" y="1280160"/>
            <a:ext cx="5486400" cy="384048"/>
          </a:xfrm>
          <a:prstGeom prst="rect">
            <a:avLst/>
          </a:prstGeom>
          <a:noFill/>
          <a:ln/>
        </p:spPr>
        <p:txBody>
          <a:bodyPr wrap="square" rtlCol="0" anchor="ctr"/>
          <a:lstStyle/>
          <a:p>
            <a:pPr indent="0" marL="0">
              <a:buNone/>
            </a:pPr>
            <a:r>
              <a:rPr lang="en-US" sz="1050" b="1" dirty="0">
                <a:solidFill>
                  <a:srgbClr val="00D4FF"/>
                </a:solidFill>
                <a:latin typeface="Trebuchet MS" pitchFamily="34" charset="0"/>
                <a:ea typeface="Trebuchet MS" pitchFamily="34" charset="-122"/>
                <a:cs typeface="Trebuchet MS" pitchFamily="34" charset="-120"/>
              </a:rPr>
              <a:t>❓  Most TN farmers lack internet. How does this reach them?</a:t>
            </a:r>
            <a:endParaRPr lang="en-US" sz="1050" dirty="0"/>
          </a:p>
        </p:txBody>
      </p:sp>
      <p:sp>
        <p:nvSpPr>
          <p:cNvPr id="177" name="Text 175"/>
          <p:cNvSpPr/>
          <p:nvPr/>
        </p:nvSpPr>
        <p:spPr>
          <a:xfrm>
            <a:off x="6400800" y="1737360"/>
            <a:ext cx="5486400" cy="182880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PWA offline mode caches all district data locally. SMS/WhatsApp advisory delivery is in Phase 2. Login works on 2G. Field officers use the Officer dashboard as proxy. Village kiosk model planned with TNAU. Voice advisory in Tamil under development.</a:t>
            </a:r>
            <a:endParaRPr lang="en-US" sz="950" dirty="0"/>
          </a:p>
        </p:txBody>
      </p:sp>
      <p:sp>
        <p:nvSpPr>
          <p:cNvPr id="178" name="Shape 176"/>
          <p:cNvSpPr/>
          <p:nvPr/>
        </p:nvSpPr>
        <p:spPr>
          <a:xfrm>
            <a:off x="274320" y="3840480"/>
            <a:ext cx="5760720" cy="2423160"/>
          </a:xfrm>
          <a:prstGeom prst="rect">
            <a:avLst/>
          </a:prstGeom>
          <a:solidFill>
            <a:srgbClr val="0D2016"/>
          </a:solidFill>
          <a:ln w="19050">
            <a:solidFill>
              <a:srgbClr val="FF6B35"/>
            </a:solidFill>
            <a:prstDash val="solid"/>
          </a:ln>
          <a:effectLst>
            <a:outerShdw sx="100000" sy="100000" kx="0" ky="0" algn="bl" rotWithShape="0" blurRad="254000" dist="50800" dir="16200000">
              <a:srgbClr val="FF6B35">
                <a:alpha val="50000"/>
              </a:srgbClr>
            </a:outerShdw>
          </a:effectLst>
        </p:spPr>
      </p:sp>
      <p:sp>
        <p:nvSpPr>
          <p:cNvPr id="179" name="Shape 177"/>
          <p:cNvSpPr/>
          <p:nvPr/>
        </p:nvSpPr>
        <p:spPr>
          <a:xfrm>
            <a:off x="274320" y="3840480"/>
            <a:ext cx="91440" cy="2423160"/>
          </a:xfrm>
          <a:prstGeom prst="rect">
            <a:avLst/>
          </a:prstGeom>
          <a:solidFill>
            <a:srgbClr val="FF6B35"/>
          </a:solidFill>
          <a:ln/>
        </p:spPr>
      </p:sp>
      <p:sp>
        <p:nvSpPr>
          <p:cNvPr id="180" name="Shape 178"/>
          <p:cNvSpPr/>
          <p:nvPr/>
        </p:nvSpPr>
        <p:spPr>
          <a:xfrm>
            <a:off x="274320" y="3840480"/>
            <a:ext cx="5760720" cy="438912"/>
          </a:xfrm>
          <a:prstGeom prst="rect">
            <a:avLst/>
          </a:prstGeom>
          <a:solidFill>
            <a:srgbClr val="000000"/>
          </a:solidFill>
          <a:ln/>
        </p:spPr>
      </p:sp>
      <p:sp>
        <p:nvSpPr>
          <p:cNvPr id="181" name="Text 179"/>
          <p:cNvSpPr/>
          <p:nvPr/>
        </p:nvSpPr>
        <p:spPr>
          <a:xfrm>
            <a:off x="411480" y="3886200"/>
            <a:ext cx="5486400" cy="384048"/>
          </a:xfrm>
          <a:prstGeom prst="rect">
            <a:avLst/>
          </a:prstGeom>
          <a:noFill/>
          <a:ln/>
        </p:spPr>
        <p:txBody>
          <a:bodyPr wrap="square" rtlCol="0" anchor="ctr"/>
          <a:lstStyle/>
          <a:p>
            <a:pPr indent="0" marL="0">
              <a:buNone/>
            </a:pPr>
            <a:r>
              <a:rPr lang="en-US" sz="1050" b="1" dirty="0">
                <a:solidFill>
                  <a:srgbClr val="FF6B35"/>
                </a:solidFill>
                <a:latin typeface="Trebuchet MS" pitchFamily="34" charset="0"/>
                <a:ea typeface="Trebuchet MS" pitchFamily="34" charset="-122"/>
                <a:cs typeface="Trebuchet MS" pitchFamily="34" charset="-120"/>
              </a:rPr>
              <a:t>❓  What are your actual data sources right now?</a:t>
            </a:r>
            <a:endParaRPr lang="en-US" sz="1050" dirty="0"/>
          </a:p>
        </p:txBody>
      </p:sp>
      <p:sp>
        <p:nvSpPr>
          <p:cNvPr id="182" name="Text 180"/>
          <p:cNvSpPr/>
          <p:nvPr/>
        </p:nvSpPr>
        <p:spPr>
          <a:xfrm>
            <a:off x="411480" y="4343400"/>
            <a:ext cx="5486400" cy="182880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Current: Mock TN AgriStack telemetry, TNAU published NPK district averages, APMC mandi CSVs (2019-2024), OpenWeatherMap API. Phase 2: LoRaWAN soil sensors (2 vendor LOIs signed), IMD API, Bharat Vistaar satellite integration, live APMC feed.</a:t>
            </a:r>
            <a:endParaRPr lang="en-US" sz="950" dirty="0"/>
          </a:p>
        </p:txBody>
      </p:sp>
      <p:sp>
        <p:nvSpPr>
          <p:cNvPr id="183" name="Shape 181"/>
          <p:cNvSpPr/>
          <p:nvPr/>
        </p:nvSpPr>
        <p:spPr>
          <a:xfrm>
            <a:off x="6263640" y="3840480"/>
            <a:ext cx="5760720" cy="2423160"/>
          </a:xfrm>
          <a:prstGeom prst="rect">
            <a:avLst/>
          </a:prstGeom>
          <a:solidFill>
            <a:srgbClr val="0D2016"/>
          </a:solidFill>
          <a:ln w="19050">
            <a:solidFill>
              <a:srgbClr val="B44FFF"/>
            </a:solidFill>
            <a:prstDash val="solid"/>
          </a:ln>
          <a:effectLst>
            <a:outerShdw sx="100000" sy="100000" kx="0" ky="0" algn="bl" rotWithShape="0" blurRad="254000" dist="50800" dir="16200000">
              <a:srgbClr val="B44FFF">
                <a:alpha val="50000"/>
              </a:srgbClr>
            </a:outerShdw>
          </a:effectLst>
        </p:spPr>
      </p:sp>
      <p:sp>
        <p:nvSpPr>
          <p:cNvPr id="184" name="Shape 182"/>
          <p:cNvSpPr/>
          <p:nvPr/>
        </p:nvSpPr>
        <p:spPr>
          <a:xfrm>
            <a:off x="6263640" y="3840480"/>
            <a:ext cx="91440" cy="2423160"/>
          </a:xfrm>
          <a:prstGeom prst="rect">
            <a:avLst/>
          </a:prstGeom>
          <a:solidFill>
            <a:srgbClr val="B44FFF"/>
          </a:solidFill>
          <a:ln/>
        </p:spPr>
      </p:sp>
      <p:sp>
        <p:nvSpPr>
          <p:cNvPr id="185" name="Shape 183"/>
          <p:cNvSpPr/>
          <p:nvPr/>
        </p:nvSpPr>
        <p:spPr>
          <a:xfrm>
            <a:off x="6263640" y="3840480"/>
            <a:ext cx="5760720" cy="438912"/>
          </a:xfrm>
          <a:prstGeom prst="rect">
            <a:avLst/>
          </a:prstGeom>
          <a:solidFill>
            <a:srgbClr val="000000"/>
          </a:solidFill>
          <a:ln/>
        </p:spPr>
      </p:sp>
      <p:sp>
        <p:nvSpPr>
          <p:cNvPr id="186" name="Text 184"/>
          <p:cNvSpPr/>
          <p:nvPr/>
        </p:nvSpPr>
        <p:spPr>
          <a:xfrm>
            <a:off x="6400800" y="3886200"/>
            <a:ext cx="5486400" cy="384048"/>
          </a:xfrm>
          <a:prstGeom prst="rect">
            <a:avLst/>
          </a:prstGeom>
          <a:noFill/>
          <a:ln/>
        </p:spPr>
        <p:txBody>
          <a:bodyPr wrap="square" rtlCol="0" anchor="ctr"/>
          <a:lstStyle/>
          <a:p>
            <a:pPr indent="0" marL="0">
              <a:buNone/>
            </a:pPr>
            <a:r>
              <a:rPr lang="en-US" sz="1050" b="1" dirty="0">
                <a:solidFill>
                  <a:srgbClr val="B44FFF"/>
                </a:solidFill>
                <a:latin typeface="Trebuchet MS" pitchFamily="34" charset="0"/>
                <a:ea typeface="Trebuchet MS" pitchFamily="34" charset="-122"/>
                <a:cs typeface="Trebuchet MS" pitchFamily="34" charset="-120"/>
              </a:rPr>
              <a:t>❓  What is the current prediction accuracy?</a:t>
            </a:r>
            <a:endParaRPr lang="en-US" sz="1050" dirty="0"/>
          </a:p>
        </p:txBody>
      </p:sp>
      <p:sp>
        <p:nvSpPr>
          <p:cNvPr id="187" name="Text 185"/>
          <p:cNvSpPr/>
          <p:nvPr/>
        </p:nvSpPr>
        <p:spPr>
          <a:xfrm>
            <a:off x="6400800" y="4343400"/>
            <a:ext cx="5486400" cy="182880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StateBrain market glut predictor: ~78% directional accuracy backtested vs APMC historical data (2019–2024). Gemini advisory: qualitative. Phase 2 target: 85%+ with real IoT sensor input + LSTM neural forecasting layer + satellite cross-validation.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D0A"/>
        </a:solidFill>
      </p:bgPr>
    </p:bg>
    <p:spTree>
      <p:nvGrpSpPr>
        <p:cNvPr id="1" name=""/>
        <p:cNvGrpSpPr/>
        <p:nvPr/>
      </p:nvGrpSpPr>
      <p:grpSpPr>
        <a:xfrm>
          <a:off x="0" y="0"/>
          <a:ext cx="0" cy="0"/>
          <a:chOff x="0" y="0"/>
          <a:chExt cx="0" cy="0"/>
        </a:xfrm>
      </p:grpSpPr>
      <p:sp>
        <p:nvSpPr>
          <p:cNvPr id="2" name="Shape 0"/>
          <p:cNvSpPr/>
          <p:nvPr/>
        </p:nvSpPr>
        <p:spPr>
          <a:xfrm>
            <a:off x="0" y="0"/>
            <a:ext cx="457200" cy="9144"/>
          </a:xfrm>
          <a:prstGeom prst="rect">
            <a:avLst/>
          </a:prstGeom>
          <a:solidFill>
            <a:srgbClr val="1A3A2A"/>
          </a:solidFill>
          <a:ln w="12700">
            <a:solidFill>
              <a:srgbClr val="1A3A2A"/>
            </a:solidFill>
            <a:prstDash val="solid"/>
          </a:ln>
        </p:spPr>
      </p:sp>
      <p:sp>
        <p:nvSpPr>
          <p:cNvPr id="3" name="Shape 1"/>
          <p:cNvSpPr/>
          <p:nvPr/>
        </p:nvSpPr>
        <p:spPr>
          <a:xfrm>
            <a:off x="594360" y="0"/>
            <a:ext cx="457200" cy="9144"/>
          </a:xfrm>
          <a:prstGeom prst="rect">
            <a:avLst/>
          </a:prstGeom>
          <a:solidFill>
            <a:srgbClr val="1A3A2A"/>
          </a:solidFill>
          <a:ln w="12700">
            <a:solidFill>
              <a:srgbClr val="1A3A2A"/>
            </a:solidFill>
            <a:prstDash val="solid"/>
          </a:ln>
        </p:spPr>
      </p:sp>
      <p:sp>
        <p:nvSpPr>
          <p:cNvPr id="4" name="Shape 2"/>
          <p:cNvSpPr/>
          <p:nvPr/>
        </p:nvSpPr>
        <p:spPr>
          <a:xfrm>
            <a:off x="1188720" y="0"/>
            <a:ext cx="457200" cy="9144"/>
          </a:xfrm>
          <a:prstGeom prst="rect">
            <a:avLst/>
          </a:prstGeom>
          <a:solidFill>
            <a:srgbClr val="1A3A2A"/>
          </a:solidFill>
          <a:ln w="12700">
            <a:solidFill>
              <a:srgbClr val="1A3A2A"/>
            </a:solidFill>
            <a:prstDash val="solid"/>
          </a:ln>
        </p:spPr>
      </p:sp>
      <p:sp>
        <p:nvSpPr>
          <p:cNvPr id="5" name="Shape 3"/>
          <p:cNvSpPr/>
          <p:nvPr/>
        </p:nvSpPr>
        <p:spPr>
          <a:xfrm>
            <a:off x="1783080" y="0"/>
            <a:ext cx="457200" cy="9144"/>
          </a:xfrm>
          <a:prstGeom prst="rect">
            <a:avLst/>
          </a:prstGeom>
          <a:solidFill>
            <a:srgbClr val="1A3A2A"/>
          </a:solidFill>
          <a:ln w="12700">
            <a:solidFill>
              <a:srgbClr val="1A3A2A"/>
            </a:solidFill>
            <a:prstDash val="solid"/>
          </a:ln>
        </p:spPr>
      </p:sp>
      <p:sp>
        <p:nvSpPr>
          <p:cNvPr id="6" name="Shape 4"/>
          <p:cNvSpPr/>
          <p:nvPr/>
        </p:nvSpPr>
        <p:spPr>
          <a:xfrm>
            <a:off x="2377440" y="0"/>
            <a:ext cx="457200" cy="9144"/>
          </a:xfrm>
          <a:prstGeom prst="rect">
            <a:avLst/>
          </a:prstGeom>
          <a:solidFill>
            <a:srgbClr val="1A3A2A"/>
          </a:solidFill>
          <a:ln w="12700">
            <a:solidFill>
              <a:srgbClr val="1A3A2A"/>
            </a:solidFill>
            <a:prstDash val="solid"/>
          </a:ln>
        </p:spPr>
      </p:sp>
      <p:sp>
        <p:nvSpPr>
          <p:cNvPr id="7" name="Shape 5"/>
          <p:cNvSpPr/>
          <p:nvPr/>
        </p:nvSpPr>
        <p:spPr>
          <a:xfrm>
            <a:off x="2971800" y="0"/>
            <a:ext cx="457200" cy="9144"/>
          </a:xfrm>
          <a:prstGeom prst="rect">
            <a:avLst/>
          </a:prstGeom>
          <a:solidFill>
            <a:srgbClr val="1A3A2A"/>
          </a:solidFill>
          <a:ln w="12700">
            <a:solidFill>
              <a:srgbClr val="1A3A2A"/>
            </a:solidFill>
            <a:prstDash val="solid"/>
          </a:ln>
        </p:spPr>
      </p:sp>
      <p:sp>
        <p:nvSpPr>
          <p:cNvPr id="8" name="Shape 6"/>
          <p:cNvSpPr/>
          <p:nvPr/>
        </p:nvSpPr>
        <p:spPr>
          <a:xfrm>
            <a:off x="3566160" y="0"/>
            <a:ext cx="457200" cy="9144"/>
          </a:xfrm>
          <a:prstGeom prst="rect">
            <a:avLst/>
          </a:prstGeom>
          <a:solidFill>
            <a:srgbClr val="1A3A2A"/>
          </a:solidFill>
          <a:ln w="12700">
            <a:solidFill>
              <a:srgbClr val="1A3A2A"/>
            </a:solidFill>
            <a:prstDash val="solid"/>
          </a:ln>
        </p:spPr>
      </p:sp>
      <p:sp>
        <p:nvSpPr>
          <p:cNvPr id="9" name="Shape 7"/>
          <p:cNvSpPr/>
          <p:nvPr/>
        </p:nvSpPr>
        <p:spPr>
          <a:xfrm>
            <a:off x="4160520" y="0"/>
            <a:ext cx="457200" cy="9144"/>
          </a:xfrm>
          <a:prstGeom prst="rect">
            <a:avLst/>
          </a:prstGeom>
          <a:solidFill>
            <a:srgbClr val="1A3A2A"/>
          </a:solidFill>
          <a:ln w="12700">
            <a:solidFill>
              <a:srgbClr val="1A3A2A"/>
            </a:solidFill>
            <a:prstDash val="solid"/>
          </a:ln>
        </p:spPr>
      </p:sp>
      <p:sp>
        <p:nvSpPr>
          <p:cNvPr id="10" name="Shape 8"/>
          <p:cNvSpPr/>
          <p:nvPr/>
        </p:nvSpPr>
        <p:spPr>
          <a:xfrm>
            <a:off x="4754880" y="0"/>
            <a:ext cx="457200" cy="9144"/>
          </a:xfrm>
          <a:prstGeom prst="rect">
            <a:avLst/>
          </a:prstGeom>
          <a:solidFill>
            <a:srgbClr val="1A3A2A"/>
          </a:solidFill>
          <a:ln w="12700">
            <a:solidFill>
              <a:srgbClr val="1A3A2A"/>
            </a:solidFill>
            <a:prstDash val="solid"/>
          </a:ln>
        </p:spPr>
      </p:sp>
      <p:sp>
        <p:nvSpPr>
          <p:cNvPr id="11" name="Shape 9"/>
          <p:cNvSpPr/>
          <p:nvPr/>
        </p:nvSpPr>
        <p:spPr>
          <a:xfrm>
            <a:off x="5349240" y="0"/>
            <a:ext cx="457200" cy="9144"/>
          </a:xfrm>
          <a:prstGeom prst="rect">
            <a:avLst/>
          </a:prstGeom>
          <a:solidFill>
            <a:srgbClr val="1A3A2A"/>
          </a:solidFill>
          <a:ln w="12700">
            <a:solidFill>
              <a:srgbClr val="1A3A2A"/>
            </a:solidFill>
            <a:prstDash val="solid"/>
          </a:ln>
        </p:spPr>
      </p:sp>
      <p:sp>
        <p:nvSpPr>
          <p:cNvPr id="12" name="Shape 10"/>
          <p:cNvSpPr/>
          <p:nvPr/>
        </p:nvSpPr>
        <p:spPr>
          <a:xfrm>
            <a:off x="5943600" y="0"/>
            <a:ext cx="457200" cy="9144"/>
          </a:xfrm>
          <a:prstGeom prst="rect">
            <a:avLst/>
          </a:prstGeom>
          <a:solidFill>
            <a:srgbClr val="1A3A2A"/>
          </a:solidFill>
          <a:ln w="12700">
            <a:solidFill>
              <a:srgbClr val="1A3A2A"/>
            </a:solidFill>
            <a:prstDash val="solid"/>
          </a:ln>
        </p:spPr>
      </p:sp>
      <p:sp>
        <p:nvSpPr>
          <p:cNvPr id="13" name="Shape 11"/>
          <p:cNvSpPr/>
          <p:nvPr/>
        </p:nvSpPr>
        <p:spPr>
          <a:xfrm>
            <a:off x="6537960" y="0"/>
            <a:ext cx="457200" cy="9144"/>
          </a:xfrm>
          <a:prstGeom prst="rect">
            <a:avLst/>
          </a:prstGeom>
          <a:solidFill>
            <a:srgbClr val="1A3A2A"/>
          </a:solidFill>
          <a:ln w="12700">
            <a:solidFill>
              <a:srgbClr val="1A3A2A"/>
            </a:solidFill>
            <a:prstDash val="solid"/>
          </a:ln>
        </p:spPr>
      </p:sp>
      <p:sp>
        <p:nvSpPr>
          <p:cNvPr id="14" name="Shape 12"/>
          <p:cNvSpPr/>
          <p:nvPr/>
        </p:nvSpPr>
        <p:spPr>
          <a:xfrm>
            <a:off x="7132320" y="0"/>
            <a:ext cx="457200" cy="9144"/>
          </a:xfrm>
          <a:prstGeom prst="rect">
            <a:avLst/>
          </a:prstGeom>
          <a:solidFill>
            <a:srgbClr val="1A3A2A"/>
          </a:solidFill>
          <a:ln w="12700">
            <a:solidFill>
              <a:srgbClr val="1A3A2A"/>
            </a:solidFill>
            <a:prstDash val="solid"/>
          </a:ln>
        </p:spPr>
      </p:sp>
      <p:sp>
        <p:nvSpPr>
          <p:cNvPr id="15" name="Shape 13"/>
          <p:cNvSpPr/>
          <p:nvPr/>
        </p:nvSpPr>
        <p:spPr>
          <a:xfrm>
            <a:off x="7726680" y="0"/>
            <a:ext cx="457200" cy="9144"/>
          </a:xfrm>
          <a:prstGeom prst="rect">
            <a:avLst/>
          </a:prstGeom>
          <a:solidFill>
            <a:srgbClr val="1A3A2A"/>
          </a:solidFill>
          <a:ln w="12700">
            <a:solidFill>
              <a:srgbClr val="1A3A2A"/>
            </a:solidFill>
            <a:prstDash val="solid"/>
          </a:ln>
        </p:spPr>
      </p:sp>
      <p:sp>
        <p:nvSpPr>
          <p:cNvPr id="16" name="Shape 14"/>
          <p:cNvSpPr/>
          <p:nvPr/>
        </p:nvSpPr>
        <p:spPr>
          <a:xfrm>
            <a:off x="8321040" y="0"/>
            <a:ext cx="457200" cy="9144"/>
          </a:xfrm>
          <a:prstGeom prst="rect">
            <a:avLst/>
          </a:prstGeom>
          <a:solidFill>
            <a:srgbClr val="1A3A2A"/>
          </a:solidFill>
          <a:ln w="12700">
            <a:solidFill>
              <a:srgbClr val="1A3A2A"/>
            </a:solidFill>
            <a:prstDash val="solid"/>
          </a:ln>
        </p:spPr>
      </p:sp>
      <p:sp>
        <p:nvSpPr>
          <p:cNvPr id="17" name="Shape 15"/>
          <p:cNvSpPr/>
          <p:nvPr/>
        </p:nvSpPr>
        <p:spPr>
          <a:xfrm>
            <a:off x="8915400" y="0"/>
            <a:ext cx="457200" cy="9144"/>
          </a:xfrm>
          <a:prstGeom prst="rect">
            <a:avLst/>
          </a:prstGeom>
          <a:solidFill>
            <a:srgbClr val="1A3A2A"/>
          </a:solidFill>
          <a:ln w="12700">
            <a:solidFill>
              <a:srgbClr val="1A3A2A"/>
            </a:solidFill>
            <a:prstDash val="solid"/>
          </a:ln>
        </p:spPr>
      </p:sp>
      <p:sp>
        <p:nvSpPr>
          <p:cNvPr id="18" name="Shape 16"/>
          <p:cNvSpPr/>
          <p:nvPr/>
        </p:nvSpPr>
        <p:spPr>
          <a:xfrm>
            <a:off x="9509760" y="0"/>
            <a:ext cx="457200" cy="9144"/>
          </a:xfrm>
          <a:prstGeom prst="rect">
            <a:avLst/>
          </a:prstGeom>
          <a:solidFill>
            <a:srgbClr val="1A3A2A"/>
          </a:solidFill>
          <a:ln w="12700">
            <a:solidFill>
              <a:srgbClr val="1A3A2A"/>
            </a:solidFill>
            <a:prstDash val="solid"/>
          </a:ln>
        </p:spPr>
      </p:sp>
      <p:sp>
        <p:nvSpPr>
          <p:cNvPr id="19" name="Shape 17"/>
          <p:cNvSpPr/>
          <p:nvPr/>
        </p:nvSpPr>
        <p:spPr>
          <a:xfrm>
            <a:off x="10104120" y="0"/>
            <a:ext cx="457200" cy="9144"/>
          </a:xfrm>
          <a:prstGeom prst="rect">
            <a:avLst/>
          </a:prstGeom>
          <a:solidFill>
            <a:srgbClr val="1A3A2A"/>
          </a:solidFill>
          <a:ln w="12700">
            <a:solidFill>
              <a:srgbClr val="1A3A2A"/>
            </a:solidFill>
            <a:prstDash val="solid"/>
          </a:ln>
        </p:spPr>
      </p:sp>
      <p:sp>
        <p:nvSpPr>
          <p:cNvPr id="20" name="Shape 18"/>
          <p:cNvSpPr/>
          <p:nvPr/>
        </p:nvSpPr>
        <p:spPr>
          <a:xfrm>
            <a:off x="10698480" y="0"/>
            <a:ext cx="457200" cy="9144"/>
          </a:xfrm>
          <a:prstGeom prst="rect">
            <a:avLst/>
          </a:prstGeom>
          <a:solidFill>
            <a:srgbClr val="1A3A2A"/>
          </a:solidFill>
          <a:ln w="12700">
            <a:solidFill>
              <a:srgbClr val="1A3A2A"/>
            </a:solidFill>
            <a:prstDash val="solid"/>
          </a:ln>
        </p:spPr>
      </p:sp>
      <p:sp>
        <p:nvSpPr>
          <p:cNvPr id="21" name="Shape 19"/>
          <p:cNvSpPr/>
          <p:nvPr/>
        </p:nvSpPr>
        <p:spPr>
          <a:xfrm>
            <a:off x="11292840" y="0"/>
            <a:ext cx="457200" cy="9144"/>
          </a:xfrm>
          <a:prstGeom prst="rect">
            <a:avLst/>
          </a:prstGeom>
          <a:solidFill>
            <a:srgbClr val="1A3A2A"/>
          </a:solidFill>
          <a:ln w="12700">
            <a:solidFill>
              <a:srgbClr val="1A3A2A"/>
            </a:solidFill>
            <a:prstDash val="solid"/>
          </a:ln>
        </p:spPr>
      </p:sp>
      <p:sp>
        <p:nvSpPr>
          <p:cNvPr id="22" name="Shape 20"/>
          <p:cNvSpPr/>
          <p:nvPr/>
        </p:nvSpPr>
        <p:spPr>
          <a:xfrm>
            <a:off x="292608" y="502920"/>
            <a:ext cx="457200" cy="9144"/>
          </a:xfrm>
          <a:prstGeom prst="rect">
            <a:avLst/>
          </a:prstGeom>
          <a:solidFill>
            <a:srgbClr val="1A3A2A"/>
          </a:solidFill>
          <a:ln w="12700">
            <a:solidFill>
              <a:srgbClr val="1A3A2A"/>
            </a:solidFill>
            <a:prstDash val="solid"/>
          </a:ln>
        </p:spPr>
      </p:sp>
      <p:sp>
        <p:nvSpPr>
          <p:cNvPr id="23" name="Shape 21"/>
          <p:cNvSpPr/>
          <p:nvPr/>
        </p:nvSpPr>
        <p:spPr>
          <a:xfrm>
            <a:off x="886968" y="502920"/>
            <a:ext cx="457200" cy="9144"/>
          </a:xfrm>
          <a:prstGeom prst="rect">
            <a:avLst/>
          </a:prstGeom>
          <a:solidFill>
            <a:srgbClr val="1A3A2A"/>
          </a:solidFill>
          <a:ln w="12700">
            <a:solidFill>
              <a:srgbClr val="1A3A2A"/>
            </a:solidFill>
            <a:prstDash val="solid"/>
          </a:ln>
        </p:spPr>
      </p:sp>
      <p:sp>
        <p:nvSpPr>
          <p:cNvPr id="24" name="Shape 22"/>
          <p:cNvSpPr/>
          <p:nvPr/>
        </p:nvSpPr>
        <p:spPr>
          <a:xfrm>
            <a:off x="1481328" y="502920"/>
            <a:ext cx="457200" cy="9144"/>
          </a:xfrm>
          <a:prstGeom prst="rect">
            <a:avLst/>
          </a:prstGeom>
          <a:solidFill>
            <a:srgbClr val="1A3A2A"/>
          </a:solidFill>
          <a:ln w="12700">
            <a:solidFill>
              <a:srgbClr val="1A3A2A"/>
            </a:solidFill>
            <a:prstDash val="solid"/>
          </a:ln>
        </p:spPr>
      </p:sp>
      <p:sp>
        <p:nvSpPr>
          <p:cNvPr id="25" name="Shape 23"/>
          <p:cNvSpPr/>
          <p:nvPr/>
        </p:nvSpPr>
        <p:spPr>
          <a:xfrm>
            <a:off x="2075688" y="502920"/>
            <a:ext cx="457200" cy="9144"/>
          </a:xfrm>
          <a:prstGeom prst="rect">
            <a:avLst/>
          </a:prstGeom>
          <a:solidFill>
            <a:srgbClr val="1A3A2A"/>
          </a:solidFill>
          <a:ln w="12700">
            <a:solidFill>
              <a:srgbClr val="1A3A2A"/>
            </a:solidFill>
            <a:prstDash val="solid"/>
          </a:ln>
        </p:spPr>
      </p:sp>
      <p:sp>
        <p:nvSpPr>
          <p:cNvPr id="26" name="Shape 24"/>
          <p:cNvSpPr/>
          <p:nvPr/>
        </p:nvSpPr>
        <p:spPr>
          <a:xfrm>
            <a:off x="2670048" y="502920"/>
            <a:ext cx="457200" cy="9144"/>
          </a:xfrm>
          <a:prstGeom prst="rect">
            <a:avLst/>
          </a:prstGeom>
          <a:solidFill>
            <a:srgbClr val="1A3A2A"/>
          </a:solidFill>
          <a:ln w="12700">
            <a:solidFill>
              <a:srgbClr val="1A3A2A"/>
            </a:solidFill>
            <a:prstDash val="solid"/>
          </a:ln>
        </p:spPr>
      </p:sp>
      <p:sp>
        <p:nvSpPr>
          <p:cNvPr id="27" name="Shape 25"/>
          <p:cNvSpPr/>
          <p:nvPr/>
        </p:nvSpPr>
        <p:spPr>
          <a:xfrm>
            <a:off x="3264408" y="502920"/>
            <a:ext cx="457200" cy="9144"/>
          </a:xfrm>
          <a:prstGeom prst="rect">
            <a:avLst/>
          </a:prstGeom>
          <a:solidFill>
            <a:srgbClr val="1A3A2A"/>
          </a:solidFill>
          <a:ln w="12700">
            <a:solidFill>
              <a:srgbClr val="1A3A2A"/>
            </a:solidFill>
            <a:prstDash val="solid"/>
          </a:ln>
        </p:spPr>
      </p:sp>
      <p:sp>
        <p:nvSpPr>
          <p:cNvPr id="28" name="Shape 26"/>
          <p:cNvSpPr/>
          <p:nvPr/>
        </p:nvSpPr>
        <p:spPr>
          <a:xfrm>
            <a:off x="3858768" y="502920"/>
            <a:ext cx="457200" cy="9144"/>
          </a:xfrm>
          <a:prstGeom prst="rect">
            <a:avLst/>
          </a:prstGeom>
          <a:solidFill>
            <a:srgbClr val="1A3A2A"/>
          </a:solidFill>
          <a:ln w="12700">
            <a:solidFill>
              <a:srgbClr val="1A3A2A"/>
            </a:solidFill>
            <a:prstDash val="solid"/>
          </a:ln>
        </p:spPr>
      </p:sp>
      <p:sp>
        <p:nvSpPr>
          <p:cNvPr id="29" name="Shape 27"/>
          <p:cNvSpPr/>
          <p:nvPr/>
        </p:nvSpPr>
        <p:spPr>
          <a:xfrm>
            <a:off x="4453128" y="502920"/>
            <a:ext cx="457200" cy="9144"/>
          </a:xfrm>
          <a:prstGeom prst="rect">
            <a:avLst/>
          </a:prstGeom>
          <a:solidFill>
            <a:srgbClr val="1A3A2A"/>
          </a:solidFill>
          <a:ln w="12700">
            <a:solidFill>
              <a:srgbClr val="1A3A2A"/>
            </a:solidFill>
            <a:prstDash val="solid"/>
          </a:ln>
        </p:spPr>
      </p:sp>
      <p:sp>
        <p:nvSpPr>
          <p:cNvPr id="30" name="Shape 28"/>
          <p:cNvSpPr/>
          <p:nvPr/>
        </p:nvSpPr>
        <p:spPr>
          <a:xfrm>
            <a:off x="5047488" y="502920"/>
            <a:ext cx="457200" cy="9144"/>
          </a:xfrm>
          <a:prstGeom prst="rect">
            <a:avLst/>
          </a:prstGeom>
          <a:solidFill>
            <a:srgbClr val="1A3A2A"/>
          </a:solidFill>
          <a:ln w="12700">
            <a:solidFill>
              <a:srgbClr val="1A3A2A"/>
            </a:solidFill>
            <a:prstDash val="solid"/>
          </a:ln>
        </p:spPr>
      </p:sp>
      <p:sp>
        <p:nvSpPr>
          <p:cNvPr id="31" name="Shape 29"/>
          <p:cNvSpPr/>
          <p:nvPr/>
        </p:nvSpPr>
        <p:spPr>
          <a:xfrm>
            <a:off x="5641848" y="502920"/>
            <a:ext cx="457200" cy="9144"/>
          </a:xfrm>
          <a:prstGeom prst="rect">
            <a:avLst/>
          </a:prstGeom>
          <a:solidFill>
            <a:srgbClr val="1A3A2A"/>
          </a:solidFill>
          <a:ln w="12700">
            <a:solidFill>
              <a:srgbClr val="1A3A2A"/>
            </a:solidFill>
            <a:prstDash val="solid"/>
          </a:ln>
        </p:spPr>
      </p:sp>
      <p:sp>
        <p:nvSpPr>
          <p:cNvPr id="32" name="Shape 30"/>
          <p:cNvSpPr/>
          <p:nvPr/>
        </p:nvSpPr>
        <p:spPr>
          <a:xfrm>
            <a:off x="6236208" y="502920"/>
            <a:ext cx="457200" cy="9144"/>
          </a:xfrm>
          <a:prstGeom prst="rect">
            <a:avLst/>
          </a:prstGeom>
          <a:solidFill>
            <a:srgbClr val="1A3A2A"/>
          </a:solidFill>
          <a:ln w="12700">
            <a:solidFill>
              <a:srgbClr val="1A3A2A"/>
            </a:solidFill>
            <a:prstDash val="solid"/>
          </a:ln>
        </p:spPr>
      </p:sp>
      <p:sp>
        <p:nvSpPr>
          <p:cNvPr id="33" name="Shape 31"/>
          <p:cNvSpPr/>
          <p:nvPr/>
        </p:nvSpPr>
        <p:spPr>
          <a:xfrm>
            <a:off x="6830568" y="502920"/>
            <a:ext cx="457200" cy="9144"/>
          </a:xfrm>
          <a:prstGeom prst="rect">
            <a:avLst/>
          </a:prstGeom>
          <a:solidFill>
            <a:srgbClr val="1A3A2A"/>
          </a:solidFill>
          <a:ln w="12700">
            <a:solidFill>
              <a:srgbClr val="1A3A2A"/>
            </a:solidFill>
            <a:prstDash val="solid"/>
          </a:ln>
        </p:spPr>
      </p:sp>
      <p:sp>
        <p:nvSpPr>
          <p:cNvPr id="34" name="Shape 32"/>
          <p:cNvSpPr/>
          <p:nvPr/>
        </p:nvSpPr>
        <p:spPr>
          <a:xfrm>
            <a:off x="7424928" y="502920"/>
            <a:ext cx="457200" cy="9144"/>
          </a:xfrm>
          <a:prstGeom prst="rect">
            <a:avLst/>
          </a:prstGeom>
          <a:solidFill>
            <a:srgbClr val="1A3A2A"/>
          </a:solidFill>
          <a:ln w="12700">
            <a:solidFill>
              <a:srgbClr val="1A3A2A"/>
            </a:solidFill>
            <a:prstDash val="solid"/>
          </a:ln>
        </p:spPr>
      </p:sp>
      <p:sp>
        <p:nvSpPr>
          <p:cNvPr id="35" name="Shape 33"/>
          <p:cNvSpPr/>
          <p:nvPr/>
        </p:nvSpPr>
        <p:spPr>
          <a:xfrm>
            <a:off x="8019288" y="502920"/>
            <a:ext cx="457200" cy="9144"/>
          </a:xfrm>
          <a:prstGeom prst="rect">
            <a:avLst/>
          </a:prstGeom>
          <a:solidFill>
            <a:srgbClr val="1A3A2A"/>
          </a:solidFill>
          <a:ln w="12700">
            <a:solidFill>
              <a:srgbClr val="1A3A2A"/>
            </a:solidFill>
            <a:prstDash val="solid"/>
          </a:ln>
        </p:spPr>
      </p:sp>
      <p:sp>
        <p:nvSpPr>
          <p:cNvPr id="36" name="Shape 34"/>
          <p:cNvSpPr/>
          <p:nvPr/>
        </p:nvSpPr>
        <p:spPr>
          <a:xfrm>
            <a:off x="8613648" y="502920"/>
            <a:ext cx="457200" cy="9144"/>
          </a:xfrm>
          <a:prstGeom prst="rect">
            <a:avLst/>
          </a:prstGeom>
          <a:solidFill>
            <a:srgbClr val="1A3A2A"/>
          </a:solidFill>
          <a:ln w="12700">
            <a:solidFill>
              <a:srgbClr val="1A3A2A"/>
            </a:solidFill>
            <a:prstDash val="solid"/>
          </a:ln>
        </p:spPr>
      </p:sp>
      <p:sp>
        <p:nvSpPr>
          <p:cNvPr id="37" name="Shape 35"/>
          <p:cNvSpPr/>
          <p:nvPr/>
        </p:nvSpPr>
        <p:spPr>
          <a:xfrm>
            <a:off x="9208008" y="502920"/>
            <a:ext cx="457200" cy="9144"/>
          </a:xfrm>
          <a:prstGeom prst="rect">
            <a:avLst/>
          </a:prstGeom>
          <a:solidFill>
            <a:srgbClr val="1A3A2A"/>
          </a:solidFill>
          <a:ln w="12700">
            <a:solidFill>
              <a:srgbClr val="1A3A2A"/>
            </a:solidFill>
            <a:prstDash val="solid"/>
          </a:ln>
        </p:spPr>
      </p:sp>
      <p:sp>
        <p:nvSpPr>
          <p:cNvPr id="38" name="Shape 36"/>
          <p:cNvSpPr/>
          <p:nvPr/>
        </p:nvSpPr>
        <p:spPr>
          <a:xfrm>
            <a:off x="9802368" y="502920"/>
            <a:ext cx="457200" cy="9144"/>
          </a:xfrm>
          <a:prstGeom prst="rect">
            <a:avLst/>
          </a:prstGeom>
          <a:solidFill>
            <a:srgbClr val="1A3A2A"/>
          </a:solidFill>
          <a:ln w="12700">
            <a:solidFill>
              <a:srgbClr val="1A3A2A"/>
            </a:solidFill>
            <a:prstDash val="solid"/>
          </a:ln>
        </p:spPr>
      </p:sp>
      <p:sp>
        <p:nvSpPr>
          <p:cNvPr id="39" name="Shape 37"/>
          <p:cNvSpPr/>
          <p:nvPr/>
        </p:nvSpPr>
        <p:spPr>
          <a:xfrm>
            <a:off x="10396728" y="502920"/>
            <a:ext cx="457200" cy="9144"/>
          </a:xfrm>
          <a:prstGeom prst="rect">
            <a:avLst/>
          </a:prstGeom>
          <a:solidFill>
            <a:srgbClr val="1A3A2A"/>
          </a:solidFill>
          <a:ln w="12700">
            <a:solidFill>
              <a:srgbClr val="1A3A2A"/>
            </a:solidFill>
            <a:prstDash val="solid"/>
          </a:ln>
        </p:spPr>
      </p:sp>
      <p:sp>
        <p:nvSpPr>
          <p:cNvPr id="40" name="Shape 38"/>
          <p:cNvSpPr/>
          <p:nvPr/>
        </p:nvSpPr>
        <p:spPr>
          <a:xfrm>
            <a:off x="10991088" y="502920"/>
            <a:ext cx="457200" cy="9144"/>
          </a:xfrm>
          <a:prstGeom prst="rect">
            <a:avLst/>
          </a:prstGeom>
          <a:solidFill>
            <a:srgbClr val="1A3A2A"/>
          </a:solidFill>
          <a:ln w="12700">
            <a:solidFill>
              <a:srgbClr val="1A3A2A"/>
            </a:solidFill>
            <a:prstDash val="solid"/>
          </a:ln>
        </p:spPr>
      </p:sp>
      <p:sp>
        <p:nvSpPr>
          <p:cNvPr id="41" name="Shape 39"/>
          <p:cNvSpPr/>
          <p:nvPr/>
        </p:nvSpPr>
        <p:spPr>
          <a:xfrm>
            <a:off x="11585448" y="502920"/>
            <a:ext cx="457200" cy="9144"/>
          </a:xfrm>
          <a:prstGeom prst="rect">
            <a:avLst/>
          </a:prstGeom>
          <a:solidFill>
            <a:srgbClr val="1A3A2A"/>
          </a:solidFill>
          <a:ln w="12700">
            <a:solidFill>
              <a:srgbClr val="1A3A2A"/>
            </a:solidFill>
            <a:prstDash val="solid"/>
          </a:ln>
        </p:spPr>
      </p:sp>
      <p:sp>
        <p:nvSpPr>
          <p:cNvPr id="42" name="Shape 40"/>
          <p:cNvSpPr/>
          <p:nvPr/>
        </p:nvSpPr>
        <p:spPr>
          <a:xfrm>
            <a:off x="0" y="1005840"/>
            <a:ext cx="457200" cy="9144"/>
          </a:xfrm>
          <a:prstGeom prst="rect">
            <a:avLst/>
          </a:prstGeom>
          <a:solidFill>
            <a:srgbClr val="1A3A2A"/>
          </a:solidFill>
          <a:ln w="12700">
            <a:solidFill>
              <a:srgbClr val="1A3A2A"/>
            </a:solidFill>
            <a:prstDash val="solid"/>
          </a:ln>
        </p:spPr>
      </p:sp>
      <p:sp>
        <p:nvSpPr>
          <p:cNvPr id="43" name="Shape 41"/>
          <p:cNvSpPr/>
          <p:nvPr/>
        </p:nvSpPr>
        <p:spPr>
          <a:xfrm>
            <a:off x="594360" y="1005840"/>
            <a:ext cx="457200" cy="9144"/>
          </a:xfrm>
          <a:prstGeom prst="rect">
            <a:avLst/>
          </a:prstGeom>
          <a:solidFill>
            <a:srgbClr val="1A3A2A"/>
          </a:solidFill>
          <a:ln w="12700">
            <a:solidFill>
              <a:srgbClr val="1A3A2A"/>
            </a:solidFill>
            <a:prstDash val="solid"/>
          </a:ln>
        </p:spPr>
      </p:sp>
      <p:sp>
        <p:nvSpPr>
          <p:cNvPr id="44" name="Shape 42"/>
          <p:cNvSpPr/>
          <p:nvPr/>
        </p:nvSpPr>
        <p:spPr>
          <a:xfrm>
            <a:off x="1188720" y="1005840"/>
            <a:ext cx="457200" cy="9144"/>
          </a:xfrm>
          <a:prstGeom prst="rect">
            <a:avLst/>
          </a:prstGeom>
          <a:solidFill>
            <a:srgbClr val="1A3A2A"/>
          </a:solidFill>
          <a:ln w="12700">
            <a:solidFill>
              <a:srgbClr val="1A3A2A"/>
            </a:solidFill>
            <a:prstDash val="solid"/>
          </a:ln>
        </p:spPr>
      </p:sp>
      <p:sp>
        <p:nvSpPr>
          <p:cNvPr id="45" name="Shape 43"/>
          <p:cNvSpPr/>
          <p:nvPr/>
        </p:nvSpPr>
        <p:spPr>
          <a:xfrm>
            <a:off x="1783080" y="1005840"/>
            <a:ext cx="457200" cy="9144"/>
          </a:xfrm>
          <a:prstGeom prst="rect">
            <a:avLst/>
          </a:prstGeom>
          <a:solidFill>
            <a:srgbClr val="1A3A2A"/>
          </a:solidFill>
          <a:ln w="12700">
            <a:solidFill>
              <a:srgbClr val="1A3A2A"/>
            </a:solidFill>
            <a:prstDash val="solid"/>
          </a:ln>
        </p:spPr>
      </p:sp>
      <p:sp>
        <p:nvSpPr>
          <p:cNvPr id="46" name="Shape 44"/>
          <p:cNvSpPr/>
          <p:nvPr/>
        </p:nvSpPr>
        <p:spPr>
          <a:xfrm>
            <a:off x="2377440" y="1005840"/>
            <a:ext cx="457200" cy="9144"/>
          </a:xfrm>
          <a:prstGeom prst="rect">
            <a:avLst/>
          </a:prstGeom>
          <a:solidFill>
            <a:srgbClr val="1A3A2A"/>
          </a:solidFill>
          <a:ln w="12700">
            <a:solidFill>
              <a:srgbClr val="1A3A2A"/>
            </a:solidFill>
            <a:prstDash val="solid"/>
          </a:ln>
        </p:spPr>
      </p:sp>
      <p:sp>
        <p:nvSpPr>
          <p:cNvPr id="47" name="Shape 45"/>
          <p:cNvSpPr/>
          <p:nvPr/>
        </p:nvSpPr>
        <p:spPr>
          <a:xfrm>
            <a:off x="2971800" y="1005840"/>
            <a:ext cx="457200" cy="9144"/>
          </a:xfrm>
          <a:prstGeom prst="rect">
            <a:avLst/>
          </a:prstGeom>
          <a:solidFill>
            <a:srgbClr val="1A3A2A"/>
          </a:solidFill>
          <a:ln w="12700">
            <a:solidFill>
              <a:srgbClr val="1A3A2A"/>
            </a:solidFill>
            <a:prstDash val="solid"/>
          </a:ln>
        </p:spPr>
      </p:sp>
      <p:sp>
        <p:nvSpPr>
          <p:cNvPr id="48" name="Shape 46"/>
          <p:cNvSpPr/>
          <p:nvPr/>
        </p:nvSpPr>
        <p:spPr>
          <a:xfrm>
            <a:off x="3566160" y="1005840"/>
            <a:ext cx="457200" cy="9144"/>
          </a:xfrm>
          <a:prstGeom prst="rect">
            <a:avLst/>
          </a:prstGeom>
          <a:solidFill>
            <a:srgbClr val="1A3A2A"/>
          </a:solidFill>
          <a:ln w="12700">
            <a:solidFill>
              <a:srgbClr val="1A3A2A"/>
            </a:solidFill>
            <a:prstDash val="solid"/>
          </a:ln>
        </p:spPr>
      </p:sp>
      <p:sp>
        <p:nvSpPr>
          <p:cNvPr id="49" name="Shape 47"/>
          <p:cNvSpPr/>
          <p:nvPr/>
        </p:nvSpPr>
        <p:spPr>
          <a:xfrm>
            <a:off x="4160520" y="1005840"/>
            <a:ext cx="457200" cy="9144"/>
          </a:xfrm>
          <a:prstGeom prst="rect">
            <a:avLst/>
          </a:prstGeom>
          <a:solidFill>
            <a:srgbClr val="1A3A2A"/>
          </a:solidFill>
          <a:ln w="12700">
            <a:solidFill>
              <a:srgbClr val="1A3A2A"/>
            </a:solidFill>
            <a:prstDash val="solid"/>
          </a:ln>
        </p:spPr>
      </p:sp>
      <p:sp>
        <p:nvSpPr>
          <p:cNvPr id="50" name="Shape 48"/>
          <p:cNvSpPr/>
          <p:nvPr/>
        </p:nvSpPr>
        <p:spPr>
          <a:xfrm>
            <a:off x="4754880" y="1005840"/>
            <a:ext cx="457200" cy="9144"/>
          </a:xfrm>
          <a:prstGeom prst="rect">
            <a:avLst/>
          </a:prstGeom>
          <a:solidFill>
            <a:srgbClr val="1A3A2A"/>
          </a:solidFill>
          <a:ln w="12700">
            <a:solidFill>
              <a:srgbClr val="1A3A2A"/>
            </a:solidFill>
            <a:prstDash val="solid"/>
          </a:ln>
        </p:spPr>
      </p:sp>
      <p:sp>
        <p:nvSpPr>
          <p:cNvPr id="51" name="Shape 49"/>
          <p:cNvSpPr/>
          <p:nvPr/>
        </p:nvSpPr>
        <p:spPr>
          <a:xfrm>
            <a:off x="5349240" y="1005840"/>
            <a:ext cx="457200" cy="9144"/>
          </a:xfrm>
          <a:prstGeom prst="rect">
            <a:avLst/>
          </a:prstGeom>
          <a:solidFill>
            <a:srgbClr val="1A3A2A"/>
          </a:solidFill>
          <a:ln w="12700">
            <a:solidFill>
              <a:srgbClr val="1A3A2A"/>
            </a:solidFill>
            <a:prstDash val="solid"/>
          </a:ln>
        </p:spPr>
      </p:sp>
      <p:sp>
        <p:nvSpPr>
          <p:cNvPr id="52" name="Shape 50"/>
          <p:cNvSpPr/>
          <p:nvPr/>
        </p:nvSpPr>
        <p:spPr>
          <a:xfrm>
            <a:off x="5943600" y="1005840"/>
            <a:ext cx="457200" cy="9144"/>
          </a:xfrm>
          <a:prstGeom prst="rect">
            <a:avLst/>
          </a:prstGeom>
          <a:solidFill>
            <a:srgbClr val="1A3A2A"/>
          </a:solidFill>
          <a:ln w="12700">
            <a:solidFill>
              <a:srgbClr val="1A3A2A"/>
            </a:solidFill>
            <a:prstDash val="solid"/>
          </a:ln>
        </p:spPr>
      </p:sp>
      <p:sp>
        <p:nvSpPr>
          <p:cNvPr id="53" name="Shape 51"/>
          <p:cNvSpPr/>
          <p:nvPr/>
        </p:nvSpPr>
        <p:spPr>
          <a:xfrm>
            <a:off x="6537960" y="1005840"/>
            <a:ext cx="457200" cy="9144"/>
          </a:xfrm>
          <a:prstGeom prst="rect">
            <a:avLst/>
          </a:prstGeom>
          <a:solidFill>
            <a:srgbClr val="1A3A2A"/>
          </a:solidFill>
          <a:ln w="12700">
            <a:solidFill>
              <a:srgbClr val="1A3A2A"/>
            </a:solidFill>
            <a:prstDash val="solid"/>
          </a:ln>
        </p:spPr>
      </p:sp>
      <p:sp>
        <p:nvSpPr>
          <p:cNvPr id="54" name="Shape 52"/>
          <p:cNvSpPr/>
          <p:nvPr/>
        </p:nvSpPr>
        <p:spPr>
          <a:xfrm>
            <a:off x="7132320" y="1005840"/>
            <a:ext cx="457200" cy="9144"/>
          </a:xfrm>
          <a:prstGeom prst="rect">
            <a:avLst/>
          </a:prstGeom>
          <a:solidFill>
            <a:srgbClr val="1A3A2A"/>
          </a:solidFill>
          <a:ln w="12700">
            <a:solidFill>
              <a:srgbClr val="1A3A2A"/>
            </a:solidFill>
            <a:prstDash val="solid"/>
          </a:ln>
        </p:spPr>
      </p:sp>
      <p:sp>
        <p:nvSpPr>
          <p:cNvPr id="55" name="Shape 53"/>
          <p:cNvSpPr/>
          <p:nvPr/>
        </p:nvSpPr>
        <p:spPr>
          <a:xfrm>
            <a:off x="7726680" y="1005840"/>
            <a:ext cx="457200" cy="9144"/>
          </a:xfrm>
          <a:prstGeom prst="rect">
            <a:avLst/>
          </a:prstGeom>
          <a:solidFill>
            <a:srgbClr val="1A3A2A"/>
          </a:solidFill>
          <a:ln w="12700">
            <a:solidFill>
              <a:srgbClr val="1A3A2A"/>
            </a:solidFill>
            <a:prstDash val="solid"/>
          </a:ln>
        </p:spPr>
      </p:sp>
      <p:sp>
        <p:nvSpPr>
          <p:cNvPr id="56" name="Shape 54"/>
          <p:cNvSpPr/>
          <p:nvPr/>
        </p:nvSpPr>
        <p:spPr>
          <a:xfrm>
            <a:off x="8321040" y="1005840"/>
            <a:ext cx="457200" cy="9144"/>
          </a:xfrm>
          <a:prstGeom prst="rect">
            <a:avLst/>
          </a:prstGeom>
          <a:solidFill>
            <a:srgbClr val="1A3A2A"/>
          </a:solidFill>
          <a:ln w="12700">
            <a:solidFill>
              <a:srgbClr val="1A3A2A"/>
            </a:solidFill>
            <a:prstDash val="solid"/>
          </a:ln>
        </p:spPr>
      </p:sp>
      <p:sp>
        <p:nvSpPr>
          <p:cNvPr id="57" name="Shape 55"/>
          <p:cNvSpPr/>
          <p:nvPr/>
        </p:nvSpPr>
        <p:spPr>
          <a:xfrm>
            <a:off x="8915400" y="1005840"/>
            <a:ext cx="457200" cy="9144"/>
          </a:xfrm>
          <a:prstGeom prst="rect">
            <a:avLst/>
          </a:prstGeom>
          <a:solidFill>
            <a:srgbClr val="1A3A2A"/>
          </a:solidFill>
          <a:ln w="12700">
            <a:solidFill>
              <a:srgbClr val="1A3A2A"/>
            </a:solidFill>
            <a:prstDash val="solid"/>
          </a:ln>
        </p:spPr>
      </p:sp>
      <p:sp>
        <p:nvSpPr>
          <p:cNvPr id="58" name="Shape 56"/>
          <p:cNvSpPr/>
          <p:nvPr/>
        </p:nvSpPr>
        <p:spPr>
          <a:xfrm>
            <a:off x="9509760" y="1005840"/>
            <a:ext cx="457200" cy="9144"/>
          </a:xfrm>
          <a:prstGeom prst="rect">
            <a:avLst/>
          </a:prstGeom>
          <a:solidFill>
            <a:srgbClr val="1A3A2A"/>
          </a:solidFill>
          <a:ln w="12700">
            <a:solidFill>
              <a:srgbClr val="1A3A2A"/>
            </a:solidFill>
            <a:prstDash val="solid"/>
          </a:ln>
        </p:spPr>
      </p:sp>
      <p:sp>
        <p:nvSpPr>
          <p:cNvPr id="59" name="Shape 57"/>
          <p:cNvSpPr/>
          <p:nvPr/>
        </p:nvSpPr>
        <p:spPr>
          <a:xfrm>
            <a:off x="10104120" y="1005840"/>
            <a:ext cx="457200" cy="9144"/>
          </a:xfrm>
          <a:prstGeom prst="rect">
            <a:avLst/>
          </a:prstGeom>
          <a:solidFill>
            <a:srgbClr val="1A3A2A"/>
          </a:solidFill>
          <a:ln w="12700">
            <a:solidFill>
              <a:srgbClr val="1A3A2A"/>
            </a:solidFill>
            <a:prstDash val="solid"/>
          </a:ln>
        </p:spPr>
      </p:sp>
      <p:sp>
        <p:nvSpPr>
          <p:cNvPr id="60" name="Shape 58"/>
          <p:cNvSpPr/>
          <p:nvPr/>
        </p:nvSpPr>
        <p:spPr>
          <a:xfrm>
            <a:off x="10698480" y="1005840"/>
            <a:ext cx="457200" cy="9144"/>
          </a:xfrm>
          <a:prstGeom prst="rect">
            <a:avLst/>
          </a:prstGeom>
          <a:solidFill>
            <a:srgbClr val="1A3A2A"/>
          </a:solidFill>
          <a:ln w="12700">
            <a:solidFill>
              <a:srgbClr val="1A3A2A"/>
            </a:solidFill>
            <a:prstDash val="solid"/>
          </a:ln>
        </p:spPr>
      </p:sp>
      <p:sp>
        <p:nvSpPr>
          <p:cNvPr id="61" name="Shape 59"/>
          <p:cNvSpPr/>
          <p:nvPr/>
        </p:nvSpPr>
        <p:spPr>
          <a:xfrm>
            <a:off x="11292840" y="1005840"/>
            <a:ext cx="457200" cy="9144"/>
          </a:xfrm>
          <a:prstGeom prst="rect">
            <a:avLst/>
          </a:prstGeom>
          <a:solidFill>
            <a:srgbClr val="1A3A2A"/>
          </a:solidFill>
          <a:ln w="12700">
            <a:solidFill>
              <a:srgbClr val="1A3A2A"/>
            </a:solidFill>
            <a:prstDash val="solid"/>
          </a:ln>
        </p:spPr>
      </p:sp>
      <p:sp>
        <p:nvSpPr>
          <p:cNvPr id="62" name="Shape 60"/>
          <p:cNvSpPr/>
          <p:nvPr/>
        </p:nvSpPr>
        <p:spPr>
          <a:xfrm>
            <a:off x="292608" y="1508760"/>
            <a:ext cx="457200" cy="9144"/>
          </a:xfrm>
          <a:prstGeom prst="rect">
            <a:avLst/>
          </a:prstGeom>
          <a:solidFill>
            <a:srgbClr val="1A3A2A"/>
          </a:solidFill>
          <a:ln w="12700">
            <a:solidFill>
              <a:srgbClr val="1A3A2A"/>
            </a:solidFill>
            <a:prstDash val="solid"/>
          </a:ln>
        </p:spPr>
      </p:sp>
      <p:sp>
        <p:nvSpPr>
          <p:cNvPr id="63" name="Shape 61"/>
          <p:cNvSpPr/>
          <p:nvPr/>
        </p:nvSpPr>
        <p:spPr>
          <a:xfrm>
            <a:off x="886968" y="1508760"/>
            <a:ext cx="457200" cy="9144"/>
          </a:xfrm>
          <a:prstGeom prst="rect">
            <a:avLst/>
          </a:prstGeom>
          <a:solidFill>
            <a:srgbClr val="1A3A2A"/>
          </a:solidFill>
          <a:ln w="12700">
            <a:solidFill>
              <a:srgbClr val="1A3A2A"/>
            </a:solidFill>
            <a:prstDash val="solid"/>
          </a:ln>
        </p:spPr>
      </p:sp>
      <p:sp>
        <p:nvSpPr>
          <p:cNvPr id="64" name="Shape 62"/>
          <p:cNvSpPr/>
          <p:nvPr/>
        </p:nvSpPr>
        <p:spPr>
          <a:xfrm>
            <a:off x="1481328" y="1508760"/>
            <a:ext cx="457200" cy="9144"/>
          </a:xfrm>
          <a:prstGeom prst="rect">
            <a:avLst/>
          </a:prstGeom>
          <a:solidFill>
            <a:srgbClr val="1A3A2A"/>
          </a:solidFill>
          <a:ln w="12700">
            <a:solidFill>
              <a:srgbClr val="1A3A2A"/>
            </a:solidFill>
            <a:prstDash val="solid"/>
          </a:ln>
        </p:spPr>
      </p:sp>
      <p:sp>
        <p:nvSpPr>
          <p:cNvPr id="65" name="Shape 63"/>
          <p:cNvSpPr/>
          <p:nvPr/>
        </p:nvSpPr>
        <p:spPr>
          <a:xfrm>
            <a:off x="2075688" y="1508760"/>
            <a:ext cx="457200" cy="9144"/>
          </a:xfrm>
          <a:prstGeom prst="rect">
            <a:avLst/>
          </a:prstGeom>
          <a:solidFill>
            <a:srgbClr val="1A3A2A"/>
          </a:solidFill>
          <a:ln w="12700">
            <a:solidFill>
              <a:srgbClr val="1A3A2A"/>
            </a:solidFill>
            <a:prstDash val="solid"/>
          </a:ln>
        </p:spPr>
      </p:sp>
      <p:sp>
        <p:nvSpPr>
          <p:cNvPr id="66" name="Shape 64"/>
          <p:cNvSpPr/>
          <p:nvPr/>
        </p:nvSpPr>
        <p:spPr>
          <a:xfrm>
            <a:off x="2670048" y="1508760"/>
            <a:ext cx="457200" cy="9144"/>
          </a:xfrm>
          <a:prstGeom prst="rect">
            <a:avLst/>
          </a:prstGeom>
          <a:solidFill>
            <a:srgbClr val="1A3A2A"/>
          </a:solidFill>
          <a:ln w="12700">
            <a:solidFill>
              <a:srgbClr val="1A3A2A"/>
            </a:solidFill>
            <a:prstDash val="solid"/>
          </a:ln>
        </p:spPr>
      </p:sp>
      <p:sp>
        <p:nvSpPr>
          <p:cNvPr id="67" name="Shape 65"/>
          <p:cNvSpPr/>
          <p:nvPr/>
        </p:nvSpPr>
        <p:spPr>
          <a:xfrm>
            <a:off x="3264408" y="1508760"/>
            <a:ext cx="457200" cy="9144"/>
          </a:xfrm>
          <a:prstGeom prst="rect">
            <a:avLst/>
          </a:prstGeom>
          <a:solidFill>
            <a:srgbClr val="1A3A2A"/>
          </a:solidFill>
          <a:ln w="12700">
            <a:solidFill>
              <a:srgbClr val="1A3A2A"/>
            </a:solidFill>
            <a:prstDash val="solid"/>
          </a:ln>
        </p:spPr>
      </p:sp>
      <p:sp>
        <p:nvSpPr>
          <p:cNvPr id="68" name="Shape 66"/>
          <p:cNvSpPr/>
          <p:nvPr/>
        </p:nvSpPr>
        <p:spPr>
          <a:xfrm>
            <a:off x="3858768" y="1508760"/>
            <a:ext cx="457200" cy="9144"/>
          </a:xfrm>
          <a:prstGeom prst="rect">
            <a:avLst/>
          </a:prstGeom>
          <a:solidFill>
            <a:srgbClr val="1A3A2A"/>
          </a:solidFill>
          <a:ln w="12700">
            <a:solidFill>
              <a:srgbClr val="1A3A2A"/>
            </a:solidFill>
            <a:prstDash val="solid"/>
          </a:ln>
        </p:spPr>
      </p:sp>
      <p:sp>
        <p:nvSpPr>
          <p:cNvPr id="69" name="Shape 67"/>
          <p:cNvSpPr/>
          <p:nvPr/>
        </p:nvSpPr>
        <p:spPr>
          <a:xfrm>
            <a:off x="4453128" y="1508760"/>
            <a:ext cx="457200" cy="9144"/>
          </a:xfrm>
          <a:prstGeom prst="rect">
            <a:avLst/>
          </a:prstGeom>
          <a:solidFill>
            <a:srgbClr val="1A3A2A"/>
          </a:solidFill>
          <a:ln w="12700">
            <a:solidFill>
              <a:srgbClr val="1A3A2A"/>
            </a:solidFill>
            <a:prstDash val="solid"/>
          </a:ln>
        </p:spPr>
      </p:sp>
      <p:sp>
        <p:nvSpPr>
          <p:cNvPr id="70" name="Shape 68"/>
          <p:cNvSpPr/>
          <p:nvPr/>
        </p:nvSpPr>
        <p:spPr>
          <a:xfrm>
            <a:off x="5047488" y="1508760"/>
            <a:ext cx="457200" cy="9144"/>
          </a:xfrm>
          <a:prstGeom prst="rect">
            <a:avLst/>
          </a:prstGeom>
          <a:solidFill>
            <a:srgbClr val="1A3A2A"/>
          </a:solidFill>
          <a:ln w="12700">
            <a:solidFill>
              <a:srgbClr val="1A3A2A"/>
            </a:solidFill>
            <a:prstDash val="solid"/>
          </a:ln>
        </p:spPr>
      </p:sp>
      <p:sp>
        <p:nvSpPr>
          <p:cNvPr id="71" name="Shape 69"/>
          <p:cNvSpPr/>
          <p:nvPr/>
        </p:nvSpPr>
        <p:spPr>
          <a:xfrm>
            <a:off x="5641848" y="1508760"/>
            <a:ext cx="457200" cy="9144"/>
          </a:xfrm>
          <a:prstGeom prst="rect">
            <a:avLst/>
          </a:prstGeom>
          <a:solidFill>
            <a:srgbClr val="1A3A2A"/>
          </a:solidFill>
          <a:ln w="12700">
            <a:solidFill>
              <a:srgbClr val="1A3A2A"/>
            </a:solidFill>
            <a:prstDash val="solid"/>
          </a:ln>
        </p:spPr>
      </p:sp>
      <p:sp>
        <p:nvSpPr>
          <p:cNvPr id="72" name="Shape 70"/>
          <p:cNvSpPr/>
          <p:nvPr/>
        </p:nvSpPr>
        <p:spPr>
          <a:xfrm>
            <a:off x="6236208" y="1508760"/>
            <a:ext cx="457200" cy="9144"/>
          </a:xfrm>
          <a:prstGeom prst="rect">
            <a:avLst/>
          </a:prstGeom>
          <a:solidFill>
            <a:srgbClr val="1A3A2A"/>
          </a:solidFill>
          <a:ln w="12700">
            <a:solidFill>
              <a:srgbClr val="1A3A2A"/>
            </a:solidFill>
            <a:prstDash val="solid"/>
          </a:ln>
        </p:spPr>
      </p:sp>
      <p:sp>
        <p:nvSpPr>
          <p:cNvPr id="73" name="Shape 71"/>
          <p:cNvSpPr/>
          <p:nvPr/>
        </p:nvSpPr>
        <p:spPr>
          <a:xfrm>
            <a:off x="6830568" y="1508760"/>
            <a:ext cx="457200" cy="9144"/>
          </a:xfrm>
          <a:prstGeom prst="rect">
            <a:avLst/>
          </a:prstGeom>
          <a:solidFill>
            <a:srgbClr val="1A3A2A"/>
          </a:solidFill>
          <a:ln w="12700">
            <a:solidFill>
              <a:srgbClr val="1A3A2A"/>
            </a:solidFill>
            <a:prstDash val="solid"/>
          </a:ln>
        </p:spPr>
      </p:sp>
      <p:sp>
        <p:nvSpPr>
          <p:cNvPr id="74" name="Shape 72"/>
          <p:cNvSpPr/>
          <p:nvPr/>
        </p:nvSpPr>
        <p:spPr>
          <a:xfrm>
            <a:off x="7424928" y="1508760"/>
            <a:ext cx="457200" cy="9144"/>
          </a:xfrm>
          <a:prstGeom prst="rect">
            <a:avLst/>
          </a:prstGeom>
          <a:solidFill>
            <a:srgbClr val="1A3A2A"/>
          </a:solidFill>
          <a:ln w="12700">
            <a:solidFill>
              <a:srgbClr val="1A3A2A"/>
            </a:solidFill>
            <a:prstDash val="solid"/>
          </a:ln>
        </p:spPr>
      </p:sp>
      <p:sp>
        <p:nvSpPr>
          <p:cNvPr id="75" name="Shape 73"/>
          <p:cNvSpPr/>
          <p:nvPr/>
        </p:nvSpPr>
        <p:spPr>
          <a:xfrm>
            <a:off x="8019288" y="1508760"/>
            <a:ext cx="457200" cy="9144"/>
          </a:xfrm>
          <a:prstGeom prst="rect">
            <a:avLst/>
          </a:prstGeom>
          <a:solidFill>
            <a:srgbClr val="1A3A2A"/>
          </a:solidFill>
          <a:ln w="12700">
            <a:solidFill>
              <a:srgbClr val="1A3A2A"/>
            </a:solidFill>
            <a:prstDash val="solid"/>
          </a:ln>
        </p:spPr>
      </p:sp>
      <p:sp>
        <p:nvSpPr>
          <p:cNvPr id="76" name="Shape 74"/>
          <p:cNvSpPr/>
          <p:nvPr/>
        </p:nvSpPr>
        <p:spPr>
          <a:xfrm>
            <a:off x="8613648" y="1508760"/>
            <a:ext cx="457200" cy="9144"/>
          </a:xfrm>
          <a:prstGeom prst="rect">
            <a:avLst/>
          </a:prstGeom>
          <a:solidFill>
            <a:srgbClr val="1A3A2A"/>
          </a:solidFill>
          <a:ln w="12700">
            <a:solidFill>
              <a:srgbClr val="1A3A2A"/>
            </a:solidFill>
            <a:prstDash val="solid"/>
          </a:ln>
        </p:spPr>
      </p:sp>
      <p:sp>
        <p:nvSpPr>
          <p:cNvPr id="77" name="Shape 75"/>
          <p:cNvSpPr/>
          <p:nvPr/>
        </p:nvSpPr>
        <p:spPr>
          <a:xfrm>
            <a:off x="9208008" y="1508760"/>
            <a:ext cx="457200" cy="9144"/>
          </a:xfrm>
          <a:prstGeom prst="rect">
            <a:avLst/>
          </a:prstGeom>
          <a:solidFill>
            <a:srgbClr val="1A3A2A"/>
          </a:solidFill>
          <a:ln w="12700">
            <a:solidFill>
              <a:srgbClr val="1A3A2A"/>
            </a:solidFill>
            <a:prstDash val="solid"/>
          </a:ln>
        </p:spPr>
      </p:sp>
      <p:sp>
        <p:nvSpPr>
          <p:cNvPr id="78" name="Shape 76"/>
          <p:cNvSpPr/>
          <p:nvPr/>
        </p:nvSpPr>
        <p:spPr>
          <a:xfrm>
            <a:off x="9802368" y="1508760"/>
            <a:ext cx="457200" cy="9144"/>
          </a:xfrm>
          <a:prstGeom prst="rect">
            <a:avLst/>
          </a:prstGeom>
          <a:solidFill>
            <a:srgbClr val="1A3A2A"/>
          </a:solidFill>
          <a:ln w="12700">
            <a:solidFill>
              <a:srgbClr val="1A3A2A"/>
            </a:solidFill>
            <a:prstDash val="solid"/>
          </a:ln>
        </p:spPr>
      </p:sp>
      <p:sp>
        <p:nvSpPr>
          <p:cNvPr id="79" name="Shape 77"/>
          <p:cNvSpPr/>
          <p:nvPr/>
        </p:nvSpPr>
        <p:spPr>
          <a:xfrm>
            <a:off x="10396728" y="1508760"/>
            <a:ext cx="457200" cy="9144"/>
          </a:xfrm>
          <a:prstGeom prst="rect">
            <a:avLst/>
          </a:prstGeom>
          <a:solidFill>
            <a:srgbClr val="1A3A2A"/>
          </a:solidFill>
          <a:ln w="12700">
            <a:solidFill>
              <a:srgbClr val="1A3A2A"/>
            </a:solidFill>
            <a:prstDash val="solid"/>
          </a:ln>
        </p:spPr>
      </p:sp>
      <p:sp>
        <p:nvSpPr>
          <p:cNvPr id="80" name="Shape 78"/>
          <p:cNvSpPr/>
          <p:nvPr/>
        </p:nvSpPr>
        <p:spPr>
          <a:xfrm>
            <a:off x="10991088" y="1508760"/>
            <a:ext cx="457200" cy="9144"/>
          </a:xfrm>
          <a:prstGeom prst="rect">
            <a:avLst/>
          </a:prstGeom>
          <a:solidFill>
            <a:srgbClr val="1A3A2A"/>
          </a:solidFill>
          <a:ln w="12700">
            <a:solidFill>
              <a:srgbClr val="1A3A2A"/>
            </a:solidFill>
            <a:prstDash val="solid"/>
          </a:ln>
        </p:spPr>
      </p:sp>
      <p:sp>
        <p:nvSpPr>
          <p:cNvPr id="81" name="Shape 79"/>
          <p:cNvSpPr/>
          <p:nvPr/>
        </p:nvSpPr>
        <p:spPr>
          <a:xfrm>
            <a:off x="11585448" y="1508760"/>
            <a:ext cx="457200" cy="9144"/>
          </a:xfrm>
          <a:prstGeom prst="rect">
            <a:avLst/>
          </a:prstGeom>
          <a:solidFill>
            <a:srgbClr val="1A3A2A"/>
          </a:solidFill>
          <a:ln w="12700">
            <a:solidFill>
              <a:srgbClr val="1A3A2A"/>
            </a:solidFill>
            <a:prstDash val="solid"/>
          </a:ln>
        </p:spPr>
      </p:sp>
      <p:sp>
        <p:nvSpPr>
          <p:cNvPr id="82" name="Shape 80"/>
          <p:cNvSpPr/>
          <p:nvPr/>
        </p:nvSpPr>
        <p:spPr>
          <a:xfrm>
            <a:off x="0" y="2011680"/>
            <a:ext cx="457200" cy="9144"/>
          </a:xfrm>
          <a:prstGeom prst="rect">
            <a:avLst/>
          </a:prstGeom>
          <a:solidFill>
            <a:srgbClr val="1A3A2A"/>
          </a:solidFill>
          <a:ln w="12700">
            <a:solidFill>
              <a:srgbClr val="1A3A2A"/>
            </a:solidFill>
            <a:prstDash val="solid"/>
          </a:ln>
        </p:spPr>
      </p:sp>
      <p:sp>
        <p:nvSpPr>
          <p:cNvPr id="83" name="Shape 81"/>
          <p:cNvSpPr/>
          <p:nvPr/>
        </p:nvSpPr>
        <p:spPr>
          <a:xfrm>
            <a:off x="594360" y="2011680"/>
            <a:ext cx="457200" cy="9144"/>
          </a:xfrm>
          <a:prstGeom prst="rect">
            <a:avLst/>
          </a:prstGeom>
          <a:solidFill>
            <a:srgbClr val="1A3A2A"/>
          </a:solidFill>
          <a:ln w="12700">
            <a:solidFill>
              <a:srgbClr val="1A3A2A"/>
            </a:solidFill>
            <a:prstDash val="solid"/>
          </a:ln>
        </p:spPr>
      </p:sp>
      <p:sp>
        <p:nvSpPr>
          <p:cNvPr id="84" name="Shape 82"/>
          <p:cNvSpPr/>
          <p:nvPr/>
        </p:nvSpPr>
        <p:spPr>
          <a:xfrm>
            <a:off x="1188720" y="2011680"/>
            <a:ext cx="457200" cy="9144"/>
          </a:xfrm>
          <a:prstGeom prst="rect">
            <a:avLst/>
          </a:prstGeom>
          <a:solidFill>
            <a:srgbClr val="1A3A2A"/>
          </a:solidFill>
          <a:ln w="12700">
            <a:solidFill>
              <a:srgbClr val="1A3A2A"/>
            </a:solidFill>
            <a:prstDash val="solid"/>
          </a:ln>
        </p:spPr>
      </p:sp>
      <p:sp>
        <p:nvSpPr>
          <p:cNvPr id="85" name="Shape 83"/>
          <p:cNvSpPr/>
          <p:nvPr/>
        </p:nvSpPr>
        <p:spPr>
          <a:xfrm>
            <a:off x="1783080" y="2011680"/>
            <a:ext cx="457200" cy="9144"/>
          </a:xfrm>
          <a:prstGeom prst="rect">
            <a:avLst/>
          </a:prstGeom>
          <a:solidFill>
            <a:srgbClr val="1A3A2A"/>
          </a:solidFill>
          <a:ln w="12700">
            <a:solidFill>
              <a:srgbClr val="1A3A2A"/>
            </a:solidFill>
            <a:prstDash val="solid"/>
          </a:ln>
        </p:spPr>
      </p:sp>
      <p:sp>
        <p:nvSpPr>
          <p:cNvPr id="86" name="Shape 84"/>
          <p:cNvSpPr/>
          <p:nvPr/>
        </p:nvSpPr>
        <p:spPr>
          <a:xfrm>
            <a:off x="2377440" y="2011680"/>
            <a:ext cx="457200" cy="9144"/>
          </a:xfrm>
          <a:prstGeom prst="rect">
            <a:avLst/>
          </a:prstGeom>
          <a:solidFill>
            <a:srgbClr val="1A3A2A"/>
          </a:solidFill>
          <a:ln w="12700">
            <a:solidFill>
              <a:srgbClr val="1A3A2A"/>
            </a:solidFill>
            <a:prstDash val="solid"/>
          </a:ln>
        </p:spPr>
      </p:sp>
      <p:sp>
        <p:nvSpPr>
          <p:cNvPr id="87" name="Shape 85"/>
          <p:cNvSpPr/>
          <p:nvPr/>
        </p:nvSpPr>
        <p:spPr>
          <a:xfrm>
            <a:off x="2971800" y="2011680"/>
            <a:ext cx="457200" cy="9144"/>
          </a:xfrm>
          <a:prstGeom prst="rect">
            <a:avLst/>
          </a:prstGeom>
          <a:solidFill>
            <a:srgbClr val="1A3A2A"/>
          </a:solidFill>
          <a:ln w="12700">
            <a:solidFill>
              <a:srgbClr val="1A3A2A"/>
            </a:solidFill>
            <a:prstDash val="solid"/>
          </a:ln>
        </p:spPr>
      </p:sp>
      <p:sp>
        <p:nvSpPr>
          <p:cNvPr id="88" name="Shape 86"/>
          <p:cNvSpPr/>
          <p:nvPr/>
        </p:nvSpPr>
        <p:spPr>
          <a:xfrm>
            <a:off x="3566160" y="2011680"/>
            <a:ext cx="457200" cy="9144"/>
          </a:xfrm>
          <a:prstGeom prst="rect">
            <a:avLst/>
          </a:prstGeom>
          <a:solidFill>
            <a:srgbClr val="1A3A2A"/>
          </a:solidFill>
          <a:ln w="12700">
            <a:solidFill>
              <a:srgbClr val="1A3A2A"/>
            </a:solidFill>
            <a:prstDash val="solid"/>
          </a:ln>
        </p:spPr>
      </p:sp>
      <p:sp>
        <p:nvSpPr>
          <p:cNvPr id="89" name="Shape 87"/>
          <p:cNvSpPr/>
          <p:nvPr/>
        </p:nvSpPr>
        <p:spPr>
          <a:xfrm>
            <a:off x="4160520" y="2011680"/>
            <a:ext cx="457200" cy="9144"/>
          </a:xfrm>
          <a:prstGeom prst="rect">
            <a:avLst/>
          </a:prstGeom>
          <a:solidFill>
            <a:srgbClr val="1A3A2A"/>
          </a:solidFill>
          <a:ln w="12700">
            <a:solidFill>
              <a:srgbClr val="1A3A2A"/>
            </a:solidFill>
            <a:prstDash val="solid"/>
          </a:ln>
        </p:spPr>
      </p:sp>
      <p:sp>
        <p:nvSpPr>
          <p:cNvPr id="90" name="Shape 88"/>
          <p:cNvSpPr/>
          <p:nvPr/>
        </p:nvSpPr>
        <p:spPr>
          <a:xfrm>
            <a:off x="4754880" y="2011680"/>
            <a:ext cx="457200" cy="9144"/>
          </a:xfrm>
          <a:prstGeom prst="rect">
            <a:avLst/>
          </a:prstGeom>
          <a:solidFill>
            <a:srgbClr val="1A3A2A"/>
          </a:solidFill>
          <a:ln w="12700">
            <a:solidFill>
              <a:srgbClr val="1A3A2A"/>
            </a:solidFill>
            <a:prstDash val="solid"/>
          </a:ln>
        </p:spPr>
      </p:sp>
      <p:sp>
        <p:nvSpPr>
          <p:cNvPr id="91" name="Shape 89"/>
          <p:cNvSpPr/>
          <p:nvPr/>
        </p:nvSpPr>
        <p:spPr>
          <a:xfrm>
            <a:off x="5349240" y="2011680"/>
            <a:ext cx="457200" cy="9144"/>
          </a:xfrm>
          <a:prstGeom prst="rect">
            <a:avLst/>
          </a:prstGeom>
          <a:solidFill>
            <a:srgbClr val="1A3A2A"/>
          </a:solidFill>
          <a:ln w="12700">
            <a:solidFill>
              <a:srgbClr val="1A3A2A"/>
            </a:solidFill>
            <a:prstDash val="solid"/>
          </a:ln>
        </p:spPr>
      </p:sp>
      <p:sp>
        <p:nvSpPr>
          <p:cNvPr id="92" name="Shape 90"/>
          <p:cNvSpPr/>
          <p:nvPr/>
        </p:nvSpPr>
        <p:spPr>
          <a:xfrm>
            <a:off x="5943600" y="2011680"/>
            <a:ext cx="457200" cy="9144"/>
          </a:xfrm>
          <a:prstGeom prst="rect">
            <a:avLst/>
          </a:prstGeom>
          <a:solidFill>
            <a:srgbClr val="1A3A2A"/>
          </a:solidFill>
          <a:ln w="12700">
            <a:solidFill>
              <a:srgbClr val="1A3A2A"/>
            </a:solidFill>
            <a:prstDash val="solid"/>
          </a:ln>
        </p:spPr>
      </p:sp>
      <p:sp>
        <p:nvSpPr>
          <p:cNvPr id="93" name="Shape 91"/>
          <p:cNvSpPr/>
          <p:nvPr/>
        </p:nvSpPr>
        <p:spPr>
          <a:xfrm>
            <a:off x="6537960" y="2011680"/>
            <a:ext cx="457200" cy="9144"/>
          </a:xfrm>
          <a:prstGeom prst="rect">
            <a:avLst/>
          </a:prstGeom>
          <a:solidFill>
            <a:srgbClr val="1A3A2A"/>
          </a:solidFill>
          <a:ln w="12700">
            <a:solidFill>
              <a:srgbClr val="1A3A2A"/>
            </a:solidFill>
            <a:prstDash val="solid"/>
          </a:ln>
        </p:spPr>
      </p:sp>
      <p:sp>
        <p:nvSpPr>
          <p:cNvPr id="94" name="Shape 92"/>
          <p:cNvSpPr/>
          <p:nvPr/>
        </p:nvSpPr>
        <p:spPr>
          <a:xfrm>
            <a:off x="7132320" y="2011680"/>
            <a:ext cx="457200" cy="9144"/>
          </a:xfrm>
          <a:prstGeom prst="rect">
            <a:avLst/>
          </a:prstGeom>
          <a:solidFill>
            <a:srgbClr val="1A3A2A"/>
          </a:solidFill>
          <a:ln w="12700">
            <a:solidFill>
              <a:srgbClr val="1A3A2A"/>
            </a:solidFill>
            <a:prstDash val="solid"/>
          </a:ln>
        </p:spPr>
      </p:sp>
      <p:sp>
        <p:nvSpPr>
          <p:cNvPr id="95" name="Shape 93"/>
          <p:cNvSpPr/>
          <p:nvPr/>
        </p:nvSpPr>
        <p:spPr>
          <a:xfrm>
            <a:off x="7726680" y="2011680"/>
            <a:ext cx="457200" cy="9144"/>
          </a:xfrm>
          <a:prstGeom prst="rect">
            <a:avLst/>
          </a:prstGeom>
          <a:solidFill>
            <a:srgbClr val="1A3A2A"/>
          </a:solidFill>
          <a:ln w="12700">
            <a:solidFill>
              <a:srgbClr val="1A3A2A"/>
            </a:solidFill>
            <a:prstDash val="solid"/>
          </a:ln>
        </p:spPr>
      </p:sp>
      <p:sp>
        <p:nvSpPr>
          <p:cNvPr id="96" name="Shape 94"/>
          <p:cNvSpPr/>
          <p:nvPr/>
        </p:nvSpPr>
        <p:spPr>
          <a:xfrm>
            <a:off x="8321040" y="2011680"/>
            <a:ext cx="457200" cy="9144"/>
          </a:xfrm>
          <a:prstGeom prst="rect">
            <a:avLst/>
          </a:prstGeom>
          <a:solidFill>
            <a:srgbClr val="1A3A2A"/>
          </a:solidFill>
          <a:ln w="12700">
            <a:solidFill>
              <a:srgbClr val="1A3A2A"/>
            </a:solidFill>
            <a:prstDash val="solid"/>
          </a:ln>
        </p:spPr>
      </p:sp>
      <p:sp>
        <p:nvSpPr>
          <p:cNvPr id="97" name="Shape 95"/>
          <p:cNvSpPr/>
          <p:nvPr/>
        </p:nvSpPr>
        <p:spPr>
          <a:xfrm>
            <a:off x="8915400" y="2011680"/>
            <a:ext cx="457200" cy="9144"/>
          </a:xfrm>
          <a:prstGeom prst="rect">
            <a:avLst/>
          </a:prstGeom>
          <a:solidFill>
            <a:srgbClr val="1A3A2A"/>
          </a:solidFill>
          <a:ln w="12700">
            <a:solidFill>
              <a:srgbClr val="1A3A2A"/>
            </a:solidFill>
            <a:prstDash val="solid"/>
          </a:ln>
        </p:spPr>
      </p:sp>
      <p:sp>
        <p:nvSpPr>
          <p:cNvPr id="98" name="Shape 96"/>
          <p:cNvSpPr/>
          <p:nvPr/>
        </p:nvSpPr>
        <p:spPr>
          <a:xfrm>
            <a:off x="9509760" y="2011680"/>
            <a:ext cx="457200" cy="9144"/>
          </a:xfrm>
          <a:prstGeom prst="rect">
            <a:avLst/>
          </a:prstGeom>
          <a:solidFill>
            <a:srgbClr val="1A3A2A"/>
          </a:solidFill>
          <a:ln w="12700">
            <a:solidFill>
              <a:srgbClr val="1A3A2A"/>
            </a:solidFill>
            <a:prstDash val="solid"/>
          </a:ln>
        </p:spPr>
      </p:sp>
      <p:sp>
        <p:nvSpPr>
          <p:cNvPr id="99" name="Shape 97"/>
          <p:cNvSpPr/>
          <p:nvPr/>
        </p:nvSpPr>
        <p:spPr>
          <a:xfrm>
            <a:off x="10104120" y="2011680"/>
            <a:ext cx="457200" cy="9144"/>
          </a:xfrm>
          <a:prstGeom prst="rect">
            <a:avLst/>
          </a:prstGeom>
          <a:solidFill>
            <a:srgbClr val="1A3A2A"/>
          </a:solidFill>
          <a:ln w="12700">
            <a:solidFill>
              <a:srgbClr val="1A3A2A"/>
            </a:solidFill>
            <a:prstDash val="solid"/>
          </a:ln>
        </p:spPr>
      </p:sp>
      <p:sp>
        <p:nvSpPr>
          <p:cNvPr id="100" name="Shape 98"/>
          <p:cNvSpPr/>
          <p:nvPr/>
        </p:nvSpPr>
        <p:spPr>
          <a:xfrm>
            <a:off x="10698480" y="2011680"/>
            <a:ext cx="457200" cy="9144"/>
          </a:xfrm>
          <a:prstGeom prst="rect">
            <a:avLst/>
          </a:prstGeom>
          <a:solidFill>
            <a:srgbClr val="1A3A2A"/>
          </a:solidFill>
          <a:ln w="12700">
            <a:solidFill>
              <a:srgbClr val="1A3A2A"/>
            </a:solidFill>
            <a:prstDash val="solid"/>
          </a:ln>
        </p:spPr>
      </p:sp>
      <p:sp>
        <p:nvSpPr>
          <p:cNvPr id="101" name="Shape 99"/>
          <p:cNvSpPr/>
          <p:nvPr/>
        </p:nvSpPr>
        <p:spPr>
          <a:xfrm>
            <a:off x="11292840" y="2011680"/>
            <a:ext cx="457200" cy="9144"/>
          </a:xfrm>
          <a:prstGeom prst="rect">
            <a:avLst/>
          </a:prstGeom>
          <a:solidFill>
            <a:srgbClr val="1A3A2A"/>
          </a:solidFill>
          <a:ln w="12700">
            <a:solidFill>
              <a:srgbClr val="1A3A2A"/>
            </a:solidFill>
            <a:prstDash val="solid"/>
          </a:ln>
        </p:spPr>
      </p:sp>
      <p:sp>
        <p:nvSpPr>
          <p:cNvPr id="102" name="Shape 100"/>
          <p:cNvSpPr/>
          <p:nvPr/>
        </p:nvSpPr>
        <p:spPr>
          <a:xfrm>
            <a:off x="292608" y="2514600"/>
            <a:ext cx="457200" cy="9144"/>
          </a:xfrm>
          <a:prstGeom prst="rect">
            <a:avLst/>
          </a:prstGeom>
          <a:solidFill>
            <a:srgbClr val="1A3A2A"/>
          </a:solidFill>
          <a:ln w="12700">
            <a:solidFill>
              <a:srgbClr val="1A3A2A"/>
            </a:solidFill>
            <a:prstDash val="solid"/>
          </a:ln>
        </p:spPr>
      </p:sp>
      <p:sp>
        <p:nvSpPr>
          <p:cNvPr id="103" name="Shape 101"/>
          <p:cNvSpPr/>
          <p:nvPr/>
        </p:nvSpPr>
        <p:spPr>
          <a:xfrm>
            <a:off x="886968" y="2514600"/>
            <a:ext cx="457200" cy="9144"/>
          </a:xfrm>
          <a:prstGeom prst="rect">
            <a:avLst/>
          </a:prstGeom>
          <a:solidFill>
            <a:srgbClr val="1A3A2A"/>
          </a:solidFill>
          <a:ln w="12700">
            <a:solidFill>
              <a:srgbClr val="1A3A2A"/>
            </a:solidFill>
            <a:prstDash val="solid"/>
          </a:ln>
        </p:spPr>
      </p:sp>
      <p:sp>
        <p:nvSpPr>
          <p:cNvPr id="104" name="Shape 102"/>
          <p:cNvSpPr/>
          <p:nvPr/>
        </p:nvSpPr>
        <p:spPr>
          <a:xfrm>
            <a:off x="1481328" y="2514600"/>
            <a:ext cx="457200" cy="9144"/>
          </a:xfrm>
          <a:prstGeom prst="rect">
            <a:avLst/>
          </a:prstGeom>
          <a:solidFill>
            <a:srgbClr val="1A3A2A"/>
          </a:solidFill>
          <a:ln w="12700">
            <a:solidFill>
              <a:srgbClr val="1A3A2A"/>
            </a:solidFill>
            <a:prstDash val="solid"/>
          </a:ln>
        </p:spPr>
      </p:sp>
      <p:sp>
        <p:nvSpPr>
          <p:cNvPr id="105" name="Shape 103"/>
          <p:cNvSpPr/>
          <p:nvPr/>
        </p:nvSpPr>
        <p:spPr>
          <a:xfrm>
            <a:off x="2075688" y="2514600"/>
            <a:ext cx="457200" cy="9144"/>
          </a:xfrm>
          <a:prstGeom prst="rect">
            <a:avLst/>
          </a:prstGeom>
          <a:solidFill>
            <a:srgbClr val="1A3A2A"/>
          </a:solidFill>
          <a:ln w="12700">
            <a:solidFill>
              <a:srgbClr val="1A3A2A"/>
            </a:solidFill>
            <a:prstDash val="solid"/>
          </a:ln>
        </p:spPr>
      </p:sp>
      <p:sp>
        <p:nvSpPr>
          <p:cNvPr id="106" name="Shape 104"/>
          <p:cNvSpPr/>
          <p:nvPr/>
        </p:nvSpPr>
        <p:spPr>
          <a:xfrm>
            <a:off x="2670048" y="2514600"/>
            <a:ext cx="457200" cy="9144"/>
          </a:xfrm>
          <a:prstGeom prst="rect">
            <a:avLst/>
          </a:prstGeom>
          <a:solidFill>
            <a:srgbClr val="1A3A2A"/>
          </a:solidFill>
          <a:ln w="12700">
            <a:solidFill>
              <a:srgbClr val="1A3A2A"/>
            </a:solidFill>
            <a:prstDash val="solid"/>
          </a:ln>
        </p:spPr>
      </p:sp>
      <p:sp>
        <p:nvSpPr>
          <p:cNvPr id="107" name="Shape 105"/>
          <p:cNvSpPr/>
          <p:nvPr/>
        </p:nvSpPr>
        <p:spPr>
          <a:xfrm>
            <a:off x="3264408" y="2514600"/>
            <a:ext cx="457200" cy="9144"/>
          </a:xfrm>
          <a:prstGeom prst="rect">
            <a:avLst/>
          </a:prstGeom>
          <a:solidFill>
            <a:srgbClr val="1A3A2A"/>
          </a:solidFill>
          <a:ln w="12700">
            <a:solidFill>
              <a:srgbClr val="1A3A2A"/>
            </a:solidFill>
            <a:prstDash val="solid"/>
          </a:ln>
        </p:spPr>
      </p:sp>
      <p:sp>
        <p:nvSpPr>
          <p:cNvPr id="108" name="Shape 106"/>
          <p:cNvSpPr/>
          <p:nvPr/>
        </p:nvSpPr>
        <p:spPr>
          <a:xfrm>
            <a:off x="3858768" y="2514600"/>
            <a:ext cx="457200" cy="9144"/>
          </a:xfrm>
          <a:prstGeom prst="rect">
            <a:avLst/>
          </a:prstGeom>
          <a:solidFill>
            <a:srgbClr val="1A3A2A"/>
          </a:solidFill>
          <a:ln w="12700">
            <a:solidFill>
              <a:srgbClr val="1A3A2A"/>
            </a:solidFill>
            <a:prstDash val="solid"/>
          </a:ln>
        </p:spPr>
      </p:sp>
      <p:sp>
        <p:nvSpPr>
          <p:cNvPr id="109" name="Shape 107"/>
          <p:cNvSpPr/>
          <p:nvPr/>
        </p:nvSpPr>
        <p:spPr>
          <a:xfrm>
            <a:off x="4453128" y="2514600"/>
            <a:ext cx="457200" cy="9144"/>
          </a:xfrm>
          <a:prstGeom prst="rect">
            <a:avLst/>
          </a:prstGeom>
          <a:solidFill>
            <a:srgbClr val="1A3A2A"/>
          </a:solidFill>
          <a:ln w="12700">
            <a:solidFill>
              <a:srgbClr val="1A3A2A"/>
            </a:solidFill>
            <a:prstDash val="solid"/>
          </a:ln>
        </p:spPr>
      </p:sp>
      <p:sp>
        <p:nvSpPr>
          <p:cNvPr id="110" name="Shape 108"/>
          <p:cNvSpPr/>
          <p:nvPr/>
        </p:nvSpPr>
        <p:spPr>
          <a:xfrm>
            <a:off x="5047488" y="2514600"/>
            <a:ext cx="457200" cy="9144"/>
          </a:xfrm>
          <a:prstGeom prst="rect">
            <a:avLst/>
          </a:prstGeom>
          <a:solidFill>
            <a:srgbClr val="1A3A2A"/>
          </a:solidFill>
          <a:ln w="12700">
            <a:solidFill>
              <a:srgbClr val="1A3A2A"/>
            </a:solidFill>
            <a:prstDash val="solid"/>
          </a:ln>
        </p:spPr>
      </p:sp>
      <p:sp>
        <p:nvSpPr>
          <p:cNvPr id="111" name="Shape 109"/>
          <p:cNvSpPr/>
          <p:nvPr/>
        </p:nvSpPr>
        <p:spPr>
          <a:xfrm>
            <a:off x="5641848" y="2514600"/>
            <a:ext cx="457200" cy="9144"/>
          </a:xfrm>
          <a:prstGeom prst="rect">
            <a:avLst/>
          </a:prstGeom>
          <a:solidFill>
            <a:srgbClr val="1A3A2A"/>
          </a:solidFill>
          <a:ln w="12700">
            <a:solidFill>
              <a:srgbClr val="1A3A2A"/>
            </a:solidFill>
            <a:prstDash val="solid"/>
          </a:ln>
        </p:spPr>
      </p:sp>
      <p:sp>
        <p:nvSpPr>
          <p:cNvPr id="112" name="Shape 110"/>
          <p:cNvSpPr/>
          <p:nvPr/>
        </p:nvSpPr>
        <p:spPr>
          <a:xfrm>
            <a:off x="6236208" y="2514600"/>
            <a:ext cx="457200" cy="9144"/>
          </a:xfrm>
          <a:prstGeom prst="rect">
            <a:avLst/>
          </a:prstGeom>
          <a:solidFill>
            <a:srgbClr val="1A3A2A"/>
          </a:solidFill>
          <a:ln w="12700">
            <a:solidFill>
              <a:srgbClr val="1A3A2A"/>
            </a:solidFill>
            <a:prstDash val="solid"/>
          </a:ln>
        </p:spPr>
      </p:sp>
      <p:sp>
        <p:nvSpPr>
          <p:cNvPr id="113" name="Shape 111"/>
          <p:cNvSpPr/>
          <p:nvPr/>
        </p:nvSpPr>
        <p:spPr>
          <a:xfrm>
            <a:off x="6830568" y="2514600"/>
            <a:ext cx="457200" cy="9144"/>
          </a:xfrm>
          <a:prstGeom prst="rect">
            <a:avLst/>
          </a:prstGeom>
          <a:solidFill>
            <a:srgbClr val="1A3A2A"/>
          </a:solidFill>
          <a:ln w="12700">
            <a:solidFill>
              <a:srgbClr val="1A3A2A"/>
            </a:solidFill>
            <a:prstDash val="solid"/>
          </a:ln>
        </p:spPr>
      </p:sp>
      <p:sp>
        <p:nvSpPr>
          <p:cNvPr id="114" name="Shape 112"/>
          <p:cNvSpPr/>
          <p:nvPr/>
        </p:nvSpPr>
        <p:spPr>
          <a:xfrm>
            <a:off x="7424928" y="2514600"/>
            <a:ext cx="457200" cy="9144"/>
          </a:xfrm>
          <a:prstGeom prst="rect">
            <a:avLst/>
          </a:prstGeom>
          <a:solidFill>
            <a:srgbClr val="1A3A2A"/>
          </a:solidFill>
          <a:ln w="12700">
            <a:solidFill>
              <a:srgbClr val="1A3A2A"/>
            </a:solidFill>
            <a:prstDash val="solid"/>
          </a:ln>
        </p:spPr>
      </p:sp>
      <p:sp>
        <p:nvSpPr>
          <p:cNvPr id="115" name="Shape 113"/>
          <p:cNvSpPr/>
          <p:nvPr/>
        </p:nvSpPr>
        <p:spPr>
          <a:xfrm>
            <a:off x="8019288" y="2514600"/>
            <a:ext cx="457200" cy="9144"/>
          </a:xfrm>
          <a:prstGeom prst="rect">
            <a:avLst/>
          </a:prstGeom>
          <a:solidFill>
            <a:srgbClr val="1A3A2A"/>
          </a:solidFill>
          <a:ln w="12700">
            <a:solidFill>
              <a:srgbClr val="1A3A2A"/>
            </a:solidFill>
            <a:prstDash val="solid"/>
          </a:ln>
        </p:spPr>
      </p:sp>
      <p:sp>
        <p:nvSpPr>
          <p:cNvPr id="116" name="Shape 114"/>
          <p:cNvSpPr/>
          <p:nvPr/>
        </p:nvSpPr>
        <p:spPr>
          <a:xfrm>
            <a:off x="8613648" y="2514600"/>
            <a:ext cx="457200" cy="9144"/>
          </a:xfrm>
          <a:prstGeom prst="rect">
            <a:avLst/>
          </a:prstGeom>
          <a:solidFill>
            <a:srgbClr val="1A3A2A"/>
          </a:solidFill>
          <a:ln w="12700">
            <a:solidFill>
              <a:srgbClr val="1A3A2A"/>
            </a:solidFill>
            <a:prstDash val="solid"/>
          </a:ln>
        </p:spPr>
      </p:sp>
      <p:sp>
        <p:nvSpPr>
          <p:cNvPr id="117" name="Shape 115"/>
          <p:cNvSpPr/>
          <p:nvPr/>
        </p:nvSpPr>
        <p:spPr>
          <a:xfrm>
            <a:off x="9208008" y="2514600"/>
            <a:ext cx="457200" cy="9144"/>
          </a:xfrm>
          <a:prstGeom prst="rect">
            <a:avLst/>
          </a:prstGeom>
          <a:solidFill>
            <a:srgbClr val="1A3A2A"/>
          </a:solidFill>
          <a:ln w="12700">
            <a:solidFill>
              <a:srgbClr val="1A3A2A"/>
            </a:solidFill>
            <a:prstDash val="solid"/>
          </a:ln>
        </p:spPr>
      </p:sp>
      <p:sp>
        <p:nvSpPr>
          <p:cNvPr id="118" name="Shape 116"/>
          <p:cNvSpPr/>
          <p:nvPr/>
        </p:nvSpPr>
        <p:spPr>
          <a:xfrm>
            <a:off x="9802368" y="2514600"/>
            <a:ext cx="457200" cy="9144"/>
          </a:xfrm>
          <a:prstGeom prst="rect">
            <a:avLst/>
          </a:prstGeom>
          <a:solidFill>
            <a:srgbClr val="1A3A2A"/>
          </a:solidFill>
          <a:ln w="12700">
            <a:solidFill>
              <a:srgbClr val="1A3A2A"/>
            </a:solidFill>
            <a:prstDash val="solid"/>
          </a:ln>
        </p:spPr>
      </p:sp>
      <p:sp>
        <p:nvSpPr>
          <p:cNvPr id="119" name="Shape 117"/>
          <p:cNvSpPr/>
          <p:nvPr/>
        </p:nvSpPr>
        <p:spPr>
          <a:xfrm>
            <a:off x="10396728" y="2514600"/>
            <a:ext cx="457200" cy="9144"/>
          </a:xfrm>
          <a:prstGeom prst="rect">
            <a:avLst/>
          </a:prstGeom>
          <a:solidFill>
            <a:srgbClr val="1A3A2A"/>
          </a:solidFill>
          <a:ln w="12700">
            <a:solidFill>
              <a:srgbClr val="1A3A2A"/>
            </a:solidFill>
            <a:prstDash val="solid"/>
          </a:ln>
        </p:spPr>
      </p:sp>
      <p:sp>
        <p:nvSpPr>
          <p:cNvPr id="120" name="Shape 118"/>
          <p:cNvSpPr/>
          <p:nvPr/>
        </p:nvSpPr>
        <p:spPr>
          <a:xfrm>
            <a:off x="10991088" y="2514600"/>
            <a:ext cx="457200" cy="9144"/>
          </a:xfrm>
          <a:prstGeom prst="rect">
            <a:avLst/>
          </a:prstGeom>
          <a:solidFill>
            <a:srgbClr val="1A3A2A"/>
          </a:solidFill>
          <a:ln w="12700">
            <a:solidFill>
              <a:srgbClr val="1A3A2A"/>
            </a:solidFill>
            <a:prstDash val="solid"/>
          </a:ln>
        </p:spPr>
      </p:sp>
      <p:sp>
        <p:nvSpPr>
          <p:cNvPr id="121" name="Shape 119"/>
          <p:cNvSpPr/>
          <p:nvPr/>
        </p:nvSpPr>
        <p:spPr>
          <a:xfrm>
            <a:off x="11585448" y="2514600"/>
            <a:ext cx="457200" cy="9144"/>
          </a:xfrm>
          <a:prstGeom prst="rect">
            <a:avLst/>
          </a:prstGeom>
          <a:solidFill>
            <a:srgbClr val="1A3A2A"/>
          </a:solidFill>
          <a:ln w="12700">
            <a:solidFill>
              <a:srgbClr val="1A3A2A"/>
            </a:solidFill>
            <a:prstDash val="solid"/>
          </a:ln>
        </p:spPr>
      </p:sp>
      <p:sp>
        <p:nvSpPr>
          <p:cNvPr id="122" name="Shape 120"/>
          <p:cNvSpPr/>
          <p:nvPr/>
        </p:nvSpPr>
        <p:spPr>
          <a:xfrm>
            <a:off x="0" y="3017520"/>
            <a:ext cx="457200" cy="9144"/>
          </a:xfrm>
          <a:prstGeom prst="rect">
            <a:avLst/>
          </a:prstGeom>
          <a:solidFill>
            <a:srgbClr val="1A3A2A"/>
          </a:solidFill>
          <a:ln w="12700">
            <a:solidFill>
              <a:srgbClr val="1A3A2A"/>
            </a:solidFill>
            <a:prstDash val="solid"/>
          </a:ln>
        </p:spPr>
      </p:sp>
      <p:sp>
        <p:nvSpPr>
          <p:cNvPr id="123" name="Shape 121"/>
          <p:cNvSpPr/>
          <p:nvPr/>
        </p:nvSpPr>
        <p:spPr>
          <a:xfrm>
            <a:off x="594360" y="3017520"/>
            <a:ext cx="457200" cy="9144"/>
          </a:xfrm>
          <a:prstGeom prst="rect">
            <a:avLst/>
          </a:prstGeom>
          <a:solidFill>
            <a:srgbClr val="1A3A2A"/>
          </a:solidFill>
          <a:ln w="12700">
            <a:solidFill>
              <a:srgbClr val="1A3A2A"/>
            </a:solidFill>
            <a:prstDash val="solid"/>
          </a:ln>
        </p:spPr>
      </p:sp>
      <p:sp>
        <p:nvSpPr>
          <p:cNvPr id="124" name="Shape 122"/>
          <p:cNvSpPr/>
          <p:nvPr/>
        </p:nvSpPr>
        <p:spPr>
          <a:xfrm>
            <a:off x="1188720" y="3017520"/>
            <a:ext cx="457200" cy="9144"/>
          </a:xfrm>
          <a:prstGeom prst="rect">
            <a:avLst/>
          </a:prstGeom>
          <a:solidFill>
            <a:srgbClr val="1A3A2A"/>
          </a:solidFill>
          <a:ln w="12700">
            <a:solidFill>
              <a:srgbClr val="1A3A2A"/>
            </a:solidFill>
            <a:prstDash val="solid"/>
          </a:ln>
        </p:spPr>
      </p:sp>
      <p:sp>
        <p:nvSpPr>
          <p:cNvPr id="125" name="Shape 123"/>
          <p:cNvSpPr/>
          <p:nvPr/>
        </p:nvSpPr>
        <p:spPr>
          <a:xfrm>
            <a:off x="1783080" y="3017520"/>
            <a:ext cx="457200" cy="9144"/>
          </a:xfrm>
          <a:prstGeom prst="rect">
            <a:avLst/>
          </a:prstGeom>
          <a:solidFill>
            <a:srgbClr val="1A3A2A"/>
          </a:solidFill>
          <a:ln w="12700">
            <a:solidFill>
              <a:srgbClr val="1A3A2A"/>
            </a:solidFill>
            <a:prstDash val="solid"/>
          </a:ln>
        </p:spPr>
      </p:sp>
      <p:sp>
        <p:nvSpPr>
          <p:cNvPr id="126" name="Shape 124"/>
          <p:cNvSpPr/>
          <p:nvPr/>
        </p:nvSpPr>
        <p:spPr>
          <a:xfrm>
            <a:off x="2377440" y="3017520"/>
            <a:ext cx="457200" cy="9144"/>
          </a:xfrm>
          <a:prstGeom prst="rect">
            <a:avLst/>
          </a:prstGeom>
          <a:solidFill>
            <a:srgbClr val="1A3A2A"/>
          </a:solidFill>
          <a:ln w="12700">
            <a:solidFill>
              <a:srgbClr val="1A3A2A"/>
            </a:solidFill>
            <a:prstDash val="solid"/>
          </a:ln>
        </p:spPr>
      </p:sp>
      <p:sp>
        <p:nvSpPr>
          <p:cNvPr id="127" name="Shape 125"/>
          <p:cNvSpPr/>
          <p:nvPr/>
        </p:nvSpPr>
        <p:spPr>
          <a:xfrm>
            <a:off x="2971800" y="3017520"/>
            <a:ext cx="457200" cy="9144"/>
          </a:xfrm>
          <a:prstGeom prst="rect">
            <a:avLst/>
          </a:prstGeom>
          <a:solidFill>
            <a:srgbClr val="1A3A2A"/>
          </a:solidFill>
          <a:ln w="12700">
            <a:solidFill>
              <a:srgbClr val="1A3A2A"/>
            </a:solidFill>
            <a:prstDash val="solid"/>
          </a:ln>
        </p:spPr>
      </p:sp>
      <p:sp>
        <p:nvSpPr>
          <p:cNvPr id="128" name="Shape 126"/>
          <p:cNvSpPr/>
          <p:nvPr/>
        </p:nvSpPr>
        <p:spPr>
          <a:xfrm>
            <a:off x="3566160" y="3017520"/>
            <a:ext cx="457200" cy="9144"/>
          </a:xfrm>
          <a:prstGeom prst="rect">
            <a:avLst/>
          </a:prstGeom>
          <a:solidFill>
            <a:srgbClr val="1A3A2A"/>
          </a:solidFill>
          <a:ln w="12700">
            <a:solidFill>
              <a:srgbClr val="1A3A2A"/>
            </a:solidFill>
            <a:prstDash val="solid"/>
          </a:ln>
        </p:spPr>
      </p:sp>
      <p:sp>
        <p:nvSpPr>
          <p:cNvPr id="129" name="Shape 127"/>
          <p:cNvSpPr/>
          <p:nvPr/>
        </p:nvSpPr>
        <p:spPr>
          <a:xfrm>
            <a:off x="4160520" y="3017520"/>
            <a:ext cx="457200" cy="9144"/>
          </a:xfrm>
          <a:prstGeom prst="rect">
            <a:avLst/>
          </a:prstGeom>
          <a:solidFill>
            <a:srgbClr val="1A3A2A"/>
          </a:solidFill>
          <a:ln w="12700">
            <a:solidFill>
              <a:srgbClr val="1A3A2A"/>
            </a:solidFill>
            <a:prstDash val="solid"/>
          </a:ln>
        </p:spPr>
      </p:sp>
      <p:sp>
        <p:nvSpPr>
          <p:cNvPr id="130" name="Shape 128"/>
          <p:cNvSpPr/>
          <p:nvPr/>
        </p:nvSpPr>
        <p:spPr>
          <a:xfrm>
            <a:off x="4754880" y="3017520"/>
            <a:ext cx="457200" cy="9144"/>
          </a:xfrm>
          <a:prstGeom prst="rect">
            <a:avLst/>
          </a:prstGeom>
          <a:solidFill>
            <a:srgbClr val="1A3A2A"/>
          </a:solidFill>
          <a:ln w="12700">
            <a:solidFill>
              <a:srgbClr val="1A3A2A"/>
            </a:solidFill>
            <a:prstDash val="solid"/>
          </a:ln>
        </p:spPr>
      </p:sp>
      <p:sp>
        <p:nvSpPr>
          <p:cNvPr id="131" name="Shape 129"/>
          <p:cNvSpPr/>
          <p:nvPr/>
        </p:nvSpPr>
        <p:spPr>
          <a:xfrm>
            <a:off x="5349240" y="3017520"/>
            <a:ext cx="457200" cy="9144"/>
          </a:xfrm>
          <a:prstGeom prst="rect">
            <a:avLst/>
          </a:prstGeom>
          <a:solidFill>
            <a:srgbClr val="1A3A2A"/>
          </a:solidFill>
          <a:ln w="12700">
            <a:solidFill>
              <a:srgbClr val="1A3A2A"/>
            </a:solidFill>
            <a:prstDash val="solid"/>
          </a:ln>
        </p:spPr>
      </p:sp>
      <p:sp>
        <p:nvSpPr>
          <p:cNvPr id="132" name="Shape 130"/>
          <p:cNvSpPr/>
          <p:nvPr/>
        </p:nvSpPr>
        <p:spPr>
          <a:xfrm>
            <a:off x="5943600" y="3017520"/>
            <a:ext cx="457200" cy="9144"/>
          </a:xfrm>
          <a:prstGeom prst="rect">
            <a:avLst/>
          </a:prstGeom>
          <a:solidFill>
            <a:srgbClr val="1A3A2A"/>
          </a:solidFill>
          <a:ln w="12700">
            <a:solidFill>
              <a:srgbClr val="1A3A2A"/>
            </a:solidFill>
            <a:prstDash val="solid"/>
          </a:ln>
        </p:spPr>
      </p:sp>
      <p:sp>
        <p:nvSpPr>
          <p:cNvPr id="133" name="Shape 131"/>
          <p:cNvSpPr/>
          <p:nvPr/>
        </p:nvSpPr>
        <p:spPr>
          <a:xfrm>
            <a:off x="6537960" y="3017520"/>
            <a:ext cx="457200" cy="9144"/>
          </a:xfrm>
          <a:prstGeom prst="rect">
            <a:avLst/>
          </a:prstGeom>
          <a:solidFill>
            <a:srgbClr val="1A3A2A"/>
          </a:solidFill>
          <a:ln w="12700">
            <a:solidFill>
              <a:srgbClr val="1A3A2A"/>
            </a:solidFill>
            <a:prstDash val="solid"/>
          </a:ln>
        </p:spPr>
      </p:sp>
      <p:sp>
        <p:nvSpPr>
          <p:cNvPr id="134" name="Shape 132"/>
          <p:cNvSpPr/>
          <p:nvPr/>
        </p:nvSpPr>
        <p:spPr>
          <a:xfrm>
            <a:off x="7132320" y="3017520"/>
            <a:ext cx="457200" cy="9144"/>
          </a:xfrm>
          <a:prstGeom prst="rect">
            <a:avLst/>
          </a:prstGeom>
          <a:solidFill>
            <a:srgbClr val="1A3A2A"/>
          </a:solidFill>
          <a:ln w="12700">
            <a:solidFill>
              <a:srgbClr val="1A3A2A"/>
            </a:solidFill>
            <a:prstDash val="solid"/>
          </a:ln>
        </p:spPr>
      </p:sp>
      <p:sp>
        <p:nvSpPr>
          <p:cNvPr id="135" name="Shape 133"/>
          <p:cNvSpPr/>
          <p:nvPr/>
        </p:nvSpPr>
        <p:spPr>
          <a:xfrm>
            <a:off x="7726680" y="3017520"/>
            <a:ext cx="457200" cy="9144"/>
          </a:xfrm>
          <a:prstGeom prst="rect">
            <a:avLst/>
          </a:prstGeom>
          <a:solidFill>
            <a:srgbClr val="1A3A2A"/>
          </a:solidFill>
          <a:ln w="12700">
            <a:solidFill>
              <a:srgbClr val="1A3A2A"/>
            </a:solidFill>
            <a:prstDash val="solid"/>
          </a:ln>
        </p:spPr>
      </p:sp>
      <p:sp>
        <p:nvSpPr>
          <p:cNvPr id="136" name="Shape 134"/>
          <p:cNvSpPr/>
          <p:nvPr/>
        </p:nvSpPr>
        <p:spPr>
          <a:xfrm>
            <a:off x="8321040" y="3017520"/>
            <a:ext cx="457200" cy="9144"/>
          </a:xfrm>
          <a:prstGeom prst="rect">
            <a:avLst/>
          </a:prstGeom>
          <a:solidFill>
            <a:srgbClr val="1A3A2A"/>
          </a:solidFill>
          <a:ln w="12700">
            <a:solidFill>
              <a:srgbClr val="1A3A2A"/>
            </a:solidFill>
            <a:prstDash val="solid"/>
          </a:ln>
        </p:spPr>
      </p:sp>
      <p:sp>
        <p:nvSpPr>
          <p:cNvPr id="137" name="Shape 135"/>
          <p:cNvSpPr/>
          <p:nvPr/>
        </p:nvSpPr>
        <p:spPr>
          <a:xfrm>
            <a:off x="8915400" y="3017520"/>
            <a:ext cx="457200" cy="9144"/>
          </a:xfrm>
          <a:prstGeom prst="rect">
            <a:avLst/>
          </a:prstGeom>
          <a:solidFill>
            <a:srgbClr val="1A3A2A"/>
          </a:solidFill>
          <a:ln w="12700">
            <a:solidFill>
              <a:srgbClr val="1A3A2A"/>
            </a:solidFill>
            <a:prstDash val="solid"/>
          </a:ln>
        </p:spPr>
      </p:sp>
      <p:sp>
        <p:nvSpPr>
          <p:cNvPr id="138" name="Shape 136"/>
          <p:cNvSpPr/>
          <p:nvPr/>
        </p:nvSpPr>
        <p:spPr>
          <a:xfrm>
            <a:off x="9509760" y="3017520"/>
            <a:ext cx="457200" cy="9144"/>
          </a:xfrm>
          <a:prstGeom prst="rect">
            <a:avLst/>
          </a:prstGeom>
          <a:solidFill>
            <a:srgbClr val="1A3A2A"/>
          </a:solidFill>
          <a:ln w="12700">
            <a:solidFill>
              <a:srgbClr val="1A3A2A"/>
            </a:solidFill>
            <a:prstDash val="solid"/>
          </a:ln>
        </p:spPr>
      </p:sp>
      <p:sp>
        <p:nvSpPr>
          <p:cNvPr id="139" name="Shape 137"/>
          <p:cNvSpPr/>
          <p:nvPr/>
        </p:nvSpPr>
        <p:spPr>
          <a:xfrm>
            <a:off x="10104120" y="3017520"/>
            <a:ext cx="457200" cy="9144"/>
          </a:xfrm>
          <a:prstGeom prst="rect">
            <a:avLst/>
          </a:prstGeom>
          <a:solidFill>
            <a:srgbClr val="1A3A2A"/>
          </a:solidFill>
          <a:ln w="12700">
            <a:solidFill>
              <a:srgbClr val="1A3A2A"/>
            </a:solidFill>
            <a:prstDash val="solid"/>
          </a:ln>
        </p:spPr>
      </p:sp>
      <p:sp>
        <p:nvSpPr>
          <p:cNvPr id="140" name="Shape 138"/>
          <p:cNvSpPr/>
          <p:nvPr/>
        </p:nvSpPr>
        <p:spPr>
          <a:xfrm>
            <a:off x="10698480" y="3017520"/>
            <a:ext cx="457200" cy="9144"/>
          </a:xfrm>
          <a:prstGeom prst="rect">
            <a:avLst/>
          </a:prstGeom>
          <a:solidFill>
            <a:srgbClr val="1A3A2A"/>
          </a:solidFill>
          <a:ln w="12700">
            <a:solidFill>
              <a:srgbClr val="1A3A2A"/>
            </a:solidFill>
            <a:prstDash val="solid"/>
          </a:ln>
        </p:spPr>
      </p:sp>
      <p:sp>
        <p:nvSpPr>
          <p:cNvPr id="141" name="Shape 139"/>
          <p:cNvSpPr/>
          <p:nvPr/>
        </p:nvSpPr>
        <p:spPr>
          <a:xfrm>
            <a:off x="11292840" y="3017520"/>
            <a:ext cx="457200" cy="9144"/>
          </a:xfrm>
          <a:prstGeom prst="rect">
            <a:avLst/>
          </a:prstGeom>
          <a:solidFill>
            <a:srgbClr val="1A3A2A"/>
          </a:solidFill>
          <a:ln w="12700">
            <a:solidFill>
              <a:srgbClr val="1A3A2A"/>
            </a:solidFill>
            <a:prstDash val="solid"/>
          </a:ln>
        </p:spPr>
      </p:sp>
      <p:sp>
        <p:nvSpPr>
          <p:cNvPr id="142" name="Shape 140"/>
          <p:cNvSpPr/>
          <p:nvPr/>
        </p:nvSpPr>
        <p:spPr>
          <a:xfrm>
            <a:off x="292608" y="3520440"/>
            <a:ext cx="457200" cy="9144"/>
          </a:xfrm>
          <a:prstGeom prst="rect">
            <a:avLst/>
          </a:prstGeom>
          <a:solidFill>
            <a:srgbClr val="1A3A2A"/>
          </a:solidFill>
          <a:ln w="12700">
            <a:solidFill>
              <a:srgbClr val="1A3A2A"/>
            </a:solidFill>
            <a:prstDash val="solid"/>
          </a:ln>
        </p:spPr>
      </p:sp>
      <p:sp>
        <p:nvSpPr>
          <p:cNvPr id="143" name="Shape 141"/>
          <p:cNvSpPr/>
          <p:nvPr/>
        </p:nvSpPr>
        <p:spPr>
          <a:xfrm>
            <a:off x="886968" y="3520440"/>
            <a:ext cx="457200" cy="9144"/>
          </a:xfrm>
          <a:prstGeom prst="rect">
            <a:avLst/>
          </a:prstGeom>
          <a:solidFill>
            <a:srgbClr val="1A3A2A"/>
          </a:solidFill>
          <a:ln w="12700">
            <a:solidFill>
              <a:srgbClr val="1A3A2A"/>
            </a:solidFill>
            <a:prstDash val="solid"/>
          </a:ln>
        </p:spPr>
      </p:sp>
      <p:sp>
        <p:nvSpPr>
          <p:cNvPr id="144" name="Shape 142"/>
          <p:cNvSpPr/>
          <p:nvPr/>
        </p:nvSpPr>
        <p:spPr>
          <a:xfrm>
            <a:off x="1481328" y="3520440"/>
            <a:ext cx="457200" cy="9144"/>
          </a:xfrm>
          <a:prstGeom prst="rect">
            <a:avLst/>
          </a:prstGeom>
          <a:solidFill>
            <a:srgbClr val="1A3A2A"/>
          </a:solidFill>
          <a:ln w="12700">
            <a:solidFill>
              <a:srgbClr val="1A3A2A"/>
            </a:solidFill>
            <a:prstDash val="solid"/>
          </a:ln>
        </p:spPr>
      </p:sp>
      <p:sp>
        <p:nvSpPr>
          <p:cNvPr id="145" name="Shape 143"/>
          <p:cNvSpPr/>
          <p:nvPr/>
        </p:nvSpPr>
        <p:spPr>
          <a:xfrm>
            <a:off x="2075688" y="3520440"/>
            <a:ext cx="457200" cy="9144"/>
          </a:xfrm>
          <a:prstGeom prst="rect">
            <a:avLst/>
          </a:prstGeom>
          <a:solidFill>
            <a:srgbClr val="1A3A2A"/>
          </a:solidFill>
          <a:ln w="12700">
            <a:solidFill>
              <a:srgbClr val="1A3A2A"/>
            </a:solidFill>
            <a:prstDash val="solid"/>
          </a:ln>
        </p:spPr>
      </p:sp>
      <p:sp>
        <p:nvSpPr>
          <p:cNvPr id="146" name="Shape 144"/>
          <p:cNvSpPr/>
          <p:nvPr/>
        </p:nvSpPr>
        <p:spPr>
          <a:xfrm>
            <a:off x="2670048" y="3520440"/>
            <a:ext cx="457200" cy="9144"/>
          </a:xfrm>
          <a:prstGeom prst="rect">
            <a:avLst/>
          </a:prstGeom>
          <a:solidFill>
            <a:srgbClr val="1A3A2A"/>
          </a:solidFill>
          <a:ln w="12700">
            <a:solidFill>
              <a:srgbClr val="1A3A2A"/>
            </a:solidFill>
            <a:prstDash val="solid"/>
          </a:ln>
        </p:spPr>
      </p:sp>
      <p:sp>
        <p:nvSpPr>
          <p:cNvPr id="147" name="Shape 145"/>
          <p:cNvSpPr/>
          <p:nvPr/>
        </p:nvSpPr>
        <p:spPr>
          <a:xfrm>
            <a:off x="3264408" y="3520440"/>
            <a:ext cx="457200" cy="9144"/>
          </a:xfrm>
          <a:prstGeom prst="rect">
            <a:avLst/>
          </a:prstGeom>
          <a:solidFill>
            <a:srgbClr val="1A3A2A"/>
          </a:solidFill>
          <a:ln w="12700">
            <a:solidFill>
              <a:srgbClr val="1A3A2A"/>
            </a:solidFill>
            <a:prstDash val="solid"/>
          </a:ln>
        </p:spPr>
      </p:sp>
      <p:sp>
        <p:nvSpPr>
          <p:cNvPr id="148" name="Shape 146"/>
          <p:cNvSpPr/>
          <p:nvPr/>
        </p:nvSpPr>
        <p:spPr>
          <a:xfrm>
            <a:off x="3858768" y="3520440"/>
            <a:ext cx="457200" cy="9144"/>
          </a:xfrm>
          <a:prstGeom prst="rect">
            <a:avLst/>
          </a:prstGeom>
          <a:solidFill>
            <a:srgbClr val="1A3A2A"/>
          </a:solidFill>
          <a:ln w="12700">
            <a:solidFill>
              <a:srgbClr val="1A3A2A"/>
            </a:solidFill>
            <a:prstDash val="solid"/>
          </a:ln>
        </p:spPr>
      </p:sp>
      <p:sp>
        <p:nvSpPr>
          <p:cNvPr id="149" name="Shape 147"/>
          <p:cNvSpPr/>
          <p:nvPr/>
        </p:nvSpPr>
        <p:spPr>
          <a:xfrm>
            <a:off x="4453128" y="3520440"/>
            <a:ext cx="457200" cy="9144"/>
          </a:xfrm>
          <a:prstGeom prst="rect">
            <a:avLst/>
          </a:prstGeom>
          <a:solidFill>
            <a:srgbClr val="1A3A2A"/>
          </a:solidFill>
          <a:ln w="12700">
            <a:solidFill>
              <a:srgbClr val="1A3A2A"/>
            </a:solidFill>
            <a:prstDash val="solid"/>
          </a:ln>
        </p:spPr>
      </p:sp>
      <p:sp>
        <p:nvSpPr>
          <p:cNvPr id="150" name="Shape 148"/>
          <p:cNvSpPr/>
          <p:nvPr/>
        </p:nvSpPr>
        <p:spPr>
          <a:xfrm>
            <a:off x="5047488" y="3520440"/>
            <a:ext cx="457200" cy="9144"/>
          </a:xfrm>
          <a:prstGeom prst="rect">
            <a:avLst/>
          </a:prstGeom>
          <a:solidFill>
            <a:srgbClr val="1A3A2A"/>
          </a:solidFill>
          <a:ln w="12700">
            <a:solidFill>
              <a:srgbClr val="1A3A2A"/>
            </a:solidFill>
            <a:prstDash val="solid"/>
          </a:ln>
        </p:spPr>
      </p:sp>
      <p:sp>
        <p:nvSpPr>
          <p:cNvPr id="151" name="Shape 149"/>
          <p:cNvSpPr/>
          <p:nvPr/>
        </p:nvSpPr>
        <p:spPr>
          <a:xfrm>
            <a:off x="5641848" y="3520440"/>
            <a:ext cx="457200" cy="9144"/>
          </a:xfrm>
          <a:prstGeom prst="rect">
            <a:avLst/>
          </a:prstGeom>
          <a:solidFill>
            <a:srgbClr val="1A3A2A"/>
          </a:solidFill>
          <a:ln w="12700">
            <a:solidFill>
              <a:srgbClr val="1A3A2A"/>
            </a:solidFill>
            <a:prstDash val="solid"/>
          </a:ln>
        </p:spPr>
      </p:sp>
      <p:sp>
        <p:nvSpPr>
          <p:cNvPr id="152" name="Shape 150"/>
          <p:cNvSpPr/>
          <p:nvPr/>
        </p:nvSpPr>
        <p:spPr>
          <a:xfrm>
            <a:off x="6236208" y="3520440"/>
            <a:ext cx="457200" cy="9144"/>
          </a:xfrm>
          <a:prstGeom prst="rect">
            <a:avLst/>
          </a:prstGeom>
          <a:solidFill>
            <a:srgbClr val="1A3A2A"/>
          </a:solidFill>
          <a:ln w="12700">
            <a:solidFill>
              <a:srgbClr val="1A3A2A"/>
            </a:solidFill>
            <a:prstDash val="solid"/>
          </a:ln>
        </p:spPr>
      </p:sp>
      <p:sp>
        <p:nvSpPr>
          <p:cNvPr id="153" name="Shape 151"/>
          <p:cNvSpPr/>
          <p:nvPr/>
        </p:nvSpPr>
        <p:spPr>
          <a:xfrm>
            <a:off x="6830568" y="3520440"/>
            <a:ext cx="457200" cy="9144"/>
          </a:xfrm>
          <a:prstGeom prst="rect">
            <a:avLst/>
          </a:prstGeom>
          <a:solidFill>
            <a:srgbClr val="1A3A2A"/>
          </a:solidFill>
          <a:ln w="12700">
            <a:solidFill>
              <a:srgbClr val="1A3A2A"/>
            </a:solidFill>
            <a:prstDash val="solid"/>
          </a:ln>
        </p:spPr>
      </p:sp>
      <p:sp>
        <p:nvSpPr>
          <p:cNvPr id="154" name="Shape 152"/>
          <p:cNvSpPr/>
          <p:nvPr/>
        </p:nvSpPr>
        <p:spPr>
          <a:xfrm>
            <a:off x="7424928" y="3520440"/>
            <a:ext cx="457200" cy="9144"/>
          </a:xfrm>
          <a:prstGeom prst="rect">
            <a:avLst/>
          </a:prstGeom>
          <a:solidFill>
            <a:srgbClr val="1A3A2A"/>
          </a:solidFill>
          <a:ln w="12700">
            <a:solidFill>
              <a:srgbClr val="1A3A2A"/>
            </a:solidFill>
            <a:prstDash val="solid"/>
          </a:ln>
        </p:spPr>
      </p:sp>
      <p:sp>
        <p:nvSpPr>
          <p:cNvPr id="155" name="Shape 153"/>
          <p:cNvSpPr/>
          <p:nvPr/>
        </p:nvSpPr>
        <p:spPr>
          <a:xfrm>
            <a:off x="8019288" y="3520440"/>
            <a:ext cx="457200" cy="9144"/>
          </a:xfrm>
          <a:prstGeom prst="rect">
            <a:avLst/>
          </a:prstGeom>
          <a:solidFill>
            <a:srgbClr val="1A3A2A"/>
          </a:solidFill>
          <a:ln w="12700">
            <a:solidFill>
              <a:srgbClr val="1A3A2A"/>
            </a:solidFill>
            <a:prstDash val="solid"/>
          </a:ln>
        </p:spPr>
      </p:sp>
      <p:sp>
        <p:nvSpPr>
          <p:cNvPr id="156" name="Shape 154"/>
          <p:cNvSpPr/>
          <p:nvPr/>
        </p:nvSpPr>
        <p:spPr>
          <a:xfrm>
            <a:off x="8613648" y="3520440"/>
            <a:ext cx="457200" cy="9144"/>
          </a:xfrm>
          <a:prstGeom prst="rect">
            <a:avLst/>
          </a:prstGeom>
          <a:solidFill>
            <a:srgbClr val="1A3A2A"/>
          </a:solidFill>
          <a:ln w="12700">
            <a:solidFill>
              <a:srgbClr val="1A3A2A"/>
            </a:solidFill>
            <a:prstDash val="solid"/>
          </a:ln>
        </p:spPr>
      </p:sp>
      <p:sp>
        <p:nvSpPr>
          <p:cNvPr id="157" name="Shape 155"/>
          <p:cNvSpPr/>
          <p:nvPr/>
        </p:nvSpPr>
        <p:spPr>
          <a:xfrm>
            <a:off x="9208008" y="3520440"/>
            <a:ext cx="457200" cy="9144"/>
          </a:xfrm>
          <a:prstGeom prst="rect">
            <a:avLst/>
          </a:prstGeom>
          <a:solidFill>
            <a:srgbClr val="1A3A2A"/>
          </a:solidFill>
          <a:ln w="12700">
            <a:solidFill>
              <a:srgbClr val="1A3A2A"/>
            </a:solidFill>
            <a:prstDash val="solid"/>
          </a:ln>
        </p:spPr>
      </p:sp>
      <p:sp>
        <p:nvSpPr>
          <p:cNvPr id="158" name="Shape 156"/>
          <p:cNvSpPr/>
          <p:nvPr/>
        </p:nvSpPr>
        <p:spPr>
          <a:xfrm>
            <a:off x="9802368" y="3520440"/>
            <a:ext cx="457200" cy="9144"/>
          </a:xfrm>
          <a:prstGeom prst="rect">
            <a:avLst/>
          </a:prstGeom>
          <a:solidFill>
            <a:srgbClr val="1A3A2A"/>
          </a:solidFill>
          <a:ln w="12700">
            <a:solidFill>
              <a:srgbClr val="1A3A2A"/>
            </a:solidFill>
            <a:prstDash val="solid"/>
          </a:ln>
        </p:spPr>
      </p:sp>
      <p:sp>
        <p:nvSpPr>
          <p:cNvPr id="159" name="Shape 157"/>
          <p:cNvSpPr/>
          <p:nvPr/>
        </p:nvSpPr>
        <p:spPr>
          <a:xfrm>
            <a:off x="10396728" y="3520440"/>
            <a:ext cx="457200" cy="9144"/>
          </a:xfrm>
          <a:prstGeom prst="rect">
            <a:avLst/>
          </a:prstGeom>
          <a:solidFill>
            <a:srgbClr val="1A3A2A"/>
          </a:solidFill>
          <a:ln w="12700">
            <a:solidFill>
              <a:srgbClr val="1A3A2A"/>
            </a:solidFill>
            <a:prstDash val="solid"/>
          </a:ln>
        </p:spPr>
      </p:sp>
      <p:sp>
        <p:nvSpPr>
          <p:cNvPr id="160" name="Shape 158"/>
          <p:cNvSpPr/>
          <p:nvPr/>
        </p:nvSpPr>
        <p:spPr>
          <a:xfrm>
            <a:off x="10991088" y="3520440"/>
            <a:ext cx="457200" cy="9144"/>
          </a:xfrm>
          <a:prstGeom prst="rect">
            <a:avLst/>
          </a:prstGeom>
          <a:solidFill>
            <a:srgbClr val="1A3A2A"/>
          </a:solidFill>
          <a:ln w="12700">
            <a:solidFill>
              <a:srgbClr val="1A3A2A"/>
            </a:solidFill>
            <a:prstDash val="solid"/>
          </a:ln>
        </p:spPr>
      </p:sp>
      <p:sp>
        <p:nvSpPr>
          <p:cNvPr id="161" name="Shape 159"/>
          <p:cNvSpPr/>
          <p:nvPr/>
        </p:nvSpPr>
        <p:spPr>
          <a:xfrm>
            <a:off x="11585448" y="3520440"/>
            <a:ext cx="457200" cy="9144"/>
          </a:xfrm>
          <a:prstGeom prst="rect">
            <a:avLst/>
          </a:prstGeom>
          <a:solidFill>
            <a:srgbClr val="1A3A2A"/>
          </a:solidFill>
          <a:ln w="12700">
            <a:solidFill>
              <a:srgbClr val="1A3A2A"/>
            </a:solidFill>
            <a:prstDash val="solid"/>
          </a:ln>
        </p:spPr>
      </p:sp>
      <p:sp>
        <p:nvSpPr>
          <p:cNvPr id="162" name="Shape 160"/>
          <p:cNvSpPr/>
          <p:nvPr/>
        </p:nvSpPr>
        <p:spPr>
          <a:xfrm>
            <a:off x="0" y="0"/>
            <a:ext cx="12188952" cy="18288"/>
          </a:xfrm>
          <a:prstGeom prst="rect">
            <a:avLst/>
          </a:prstGeom>
          <a:solidFill>
            <a:srgbClr val="00FF88"/>
          </a:solidFill>
          <a:ln/>
        </p:spPr>
      </p:sp>
      <p:sp>
        <p:nvSpPr>
          <p:cNvPr id="163" name="Shape 161"/>
          <p:cNvSpPr/>
          <p:nvPr/>
        </p:nvSpPr>
        <p:spPr>
          <a:xfrm>
            <a:off x="0" y="6839712"/>
            <a:ext cx="12188952" cy="18288"/>
          </a:xfrm>
          <a:prstGeom prst="rect">
            <a:avLst/>
          </a:prstGeom>
          <a:solidFill>
            <a:srgbClr val="00FF88"/>
          </a:solidFill>
          <a:ln/>
        </p:spPr>
      </p:sp>
      <p:sp>
        <p:nvSpPr>
          <p:cNvPr id="164" name="Shape 162"/>
          <p:cNvSpPr/>
          <p:nvPr/>
        </p:nvSpPr>
        <p:spPr>
          <a:xfrm>
            <a:off x="0" y="0"/>
            <a:ext cx="73152" cy="6858000"/>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65" name="Text 163"/>
          <p:cNvSpPr/>
          <p:nvPr/>
        </p:nvSpPr>
        <p:spPr>
          <a:xfrm>
            <a:off x="274320" y="91440"/>
            <a:ext cx="9144000" cy="594360"/>
          </a:xfrm>
          <a:prstGeom prst="rect">
            <a:avLst/>
          </a:prstGeom>
          <a:noFill/>
          <a:ln/>
          <a:effectLst>
            <a:outerShdw sx="100000" sy="100000" kx="0" ky="0" algn="bl" rotWithShape="0" blurRad="254000" dist="50800" dir="16200000">
              <a:srgbClr val="00FF88">
                <a:alpha val="50000"/>
              </a:srgbClr>
            </a:outerShdw>
          </a:effectLst>
        </p:spPr>
        <p:txBody>
          <a:bodyPr wrap="square" rtlCol="0" anchor="ctr"/>
          <a:lstStyle/>
          <a:p>
            <a:pPr indent="0" marL="0">
              <a:buNone/>
            </a:pPr>
            <a:r>
              <a:rPr lang="en-US" sz="2800" b="1" dirty="0">
                <a:solidFill>
                  <a:srgbClr val="00FF88"/>
                </a:solidFill>
                <a:latin typeface="Trebuchet MS" pitchFamily="34" charset="0"/>
                <a:ea typeface="Trebuchet MS" pitchFamily="34" charset="-122"/>
                <a:cs typeface="Trebuchet MS" pitchFamily="34" charset="-120"/>
              </a:rPr>
              <a:t>// TEAM UZHAVAR INTELLIGENCE</a:t>
            </a:r>
            <a:endParaRPr lang="en-US" sz="2800" dirty="0"/>
          </a:p>
        </p:txBody>
      </p:sp>
      <p:sp>
        <p:nvSpPr>
          <p:cNvPr id="166" name="Text 164"/>
          <p:cNvSpPr/>
          <p:nvPr/>
        </p:nvSpPr>
        <p:spPr>
          <a:xfrm>
            <a:off x="274320" y="713232"/>
            <a:ext cx="9144000" cy="292608"/>
          </a:xfrm>
          <a:prstGeom prst="rect">
            <a:avLst/>
          </a:prstGeom>
          <a:noFill/>
          <a:ln/>
        </p:spPr>
        <p:txBody>
          <a:bodyPr wrap="square" rtlCol="0" anchor="ctr"/>
          <a:lstStyle/>
          <a:p>
            <a:pPr indent="0" marL="0">
              <a:buNone/>
            </a:pPr>
            <a:r>
              <a:rPr lang="en-US" sz="1200" i="1" dirty="0">
                <a:solidFill>
                  <a:srgbClr val="FFD700"/>
                </a:solidFill>
                <a:latin typeface="Calibri" pitchFamily="34" charset="0"/>
                <a:ea typeface="Calibri" pitchFamily="34" charset="-122"/>
                <a:cs typeface="Calibri" pitchFamily="34" charset="-120"/>
              </a:rPr>
              <a:t>உழவர் புத்திசாலிகள் — Smart Farmers, Smarter Future</a:t>
            </a:r>
            <a:endParaRPr lang="en-US" sz="1200" dirty="0"/>
          </a:p>
        </p:txBody>
      </p:sp>
      <p:sp>
        <p:nvSpPr>
          <p:cNvPr id="167" name="Shape 165"/>
          <p:cNvSpPr/>
          <p:nvPr/>
        </p:nvSpPr>
        <p:spPr>
          <a:xfrm>
            <a:off x="274320" y="1051560"/>
            <a:ext cx="11430000" cy="27432"/>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68" name="Shape 166"/>
          <p:cNvSpPr/>
          <p:nvPr/>
        </p:nvSpPr>
        <p:spPr>
          <a:xfrm>
            <a:off x="274320" y="1188720"/>
            <a:ext cx="3474720" cy="2240280"/>
          </a:xfrm>
          <a:prstGeom prst="rect">
            <a:avLst/>
          </a:prstGeom>
          <a:solidFill>
            <a:srgbClr val="1A1200"/>
          </a:solidFill>
          <a:ln w="25400">
            <a:solidFill>
              <a:srgbClr val="FFD700"/>
            </a:solidFill>
            <a:prstDash val="solid"/>
          </a:ln>
          <a:effectLst>
            <a:outerShdw sx="100000" sy="100000" kx="0" ky="0" algn="bl" rotWithShape="0" blurRad="254000" dist="50800" dir="16200000">
              <a:srgbClr val="FFD700">
                <a:alpha val="50000"/>
              </a:srgbClr>
            </a:outerShdw>
          </a:effectLst>
        </p:spPr>
      </p:sp>
      <p:sp>
        <p:nvSpPr>
          <p:cNvPr id="169" name="Shape 167"/>
          <p:cNvSpPr/>
          <p:nvPr/>
        </p:nvSpPr>
        <p:spPr>
          <a:xfrm>
            <a:off x="274320" y="1188720"/>
            <a:ext cx="3474720" cy="73152"/>
          </a:xfrm>
          <a:prstGeom prst="rect">
            <a:avLst/>
          </a:prstGeom>
          <a:solidFill>
            <a:srgbClr val="FFD700"/>
          </a:solidFill>
          <a:ln/>
        </p:spPr>
      </p:sp>
      <p:sp>
        <p:nvSpPr>
          <p:cNvPr id="170" name="Text 168"/>
          <p:cNvSpPr/>
          <p:nvPr/>
        </p:nvSpPr>
        <p:spPr>
          <a:xfrm>
            <a:off x="274320" y="1280160"/>
            <a:ext cx="3474720" cy="274320"/>
          </a:xfrm>
          <a:prstGeom prst="rect">
            <a:avLst/>
          </a:prstGeom>
          <a:noFill/>
          <a:ln/>
        </p:spPr>
        <p:txBody>
          <a:bodyPr wrap="square" rtlCol="0" anchor="ctr"/>
          <a:lstStyle/>
          <a:p>
            <a:pPr algn="ctr" indent="0" marL="0">
              <a:buNone/>
            </a:pPr>
            <a:r>
              <a:rPr lang="en-US" sz="900" b="1" dirty="0">
                <a:solidFill>
                  <a:srgbClr val="FFD700"/>
                </a:solidFill>
                <a:latin typeface="Trebuchet MS" pitchFamily="34" charset="0"/>
                <a:ea typeface="Trebuchet MS" pitchFamily="34" charset="-122"/>
                <a:cs typeface="Trebuchet MS" pitchFamily="34" charset="-120"/>
              </a:rPr>
              <a:t>⭐ TEAM LEAD</a:t>
            </a:r>
            <a:endParaRPr lang="en-US" sz="900" dirty="0"/>
          </a:p>
        </p:txBody>
      </p:sp>
      <p:sp>
        <p:nvSpPr>
          <p:cNvPr id="171" name="Shape 169"/>
          <p:cNvSpPr/>
          <p:nvPr/>
        </p:nvSpPr>
        <p:spPr>
          <a:xfrm>
            <a:off x="1554480" y="1627632"/>
            <a:ext cx="914400" cy="914400"/>
          </a:xfrm>
          <a:prstGeom prst="ellipse">
            <a:avLst/>
          </a:prstGeom>
          <a:solidFill>
            <a:srgbClr val="2A1A00"/>
          </a:solidFill>
          <a:ln w="19050">
            <a:solidFill>
              <a:srgbClr val="FFD700"/>
            </a:solidFill>
            <a:prstDash val="solid"/>
          </a:ln>
          <a:effectLst>
            <a:outerShdw sx="100000" sy="100000" kx="0" ky="0" algn="bl" rotWithShape="0" blurRad="254000" dist="50800" dir="16200000">
              <a:srgbClr val="FFD700">
                <a:alpha val="50000"/>
              </a:srgbClr>
            </a:outerShdw>
          </a:effectLst>
        </p:spPr>
      </p:sp>
      <p:sp>
        <p:nvSpPr>
          <p:cNvPr id="172" name="Text 170"/>
          <p:cNvSpPr/>
          <p:nvPr/>
        </p:nvSpPr>
        <p:spPr>
          <a:xfrm>
            <a:off x="1554480" y="1627632"/>
            <a:ext cx="914400" cy="9144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73" name="Text 171"/>
          <p:cNvSpPr/>
          <p:nvPr/>
        </p:nvSpPr>
        <p:spPr>
          <a:xfrm>
            <a:off x="274320" y="2670048"/>
            <a:ext cx="3474720" cy="384048"/>
          </a:xfrm>
          <a:prstGeom prst="rect">
            <a:avLst/>
          </a:prstGeom>
          <a:noFill/>
          <a:ln/>
        </p:spPr>
        <p:txBody>
          <a:bodyPr wrap="square" rtlCol="0" anchor="ctr"/>
          <a:lstStyle/>
          <a:p>
            <a:pPr algn="ctr" indent="0" marL="0">
              <a:buNone/>
            </a:pPr>
            <a:r>
              <a:rPr lang="en-US" sz="1300" b="1" dirty="0">
                <a:solidFill>
                  <a:srgbClr val="FFD700"/>
                </a:solidFill>
                <a:latin typeface="Trebuchet MS" pitchFamily="34" charset="0"/>
                <a:ea typeface="Trebuchet MS" pitchFamily="34" charset="-122"/>
                <a:cs typeface="Trebuchet MS" pitchFamily="34" charset="-120"/>
              </a:rPr>
              <a:t>Threessha D</a:t>
            </a:r>
            <a:endParaRPr lang="en-US" sz="1300" dirty="0"/>
          </a:p>
        </p:txBody>
      </p:sp>
      <p:sp>
        <p:nvSpPr>
          <p:cNvPr id="174" name="Text 172"/>
          <p:cNvSpPr/>
          <p:nvPr/>
        </p:nvSpPr>
        <p:spPr>
          <a:xfrm>
            <a:off x="274320" y="3035808"/>
            <a:ext cx="3474720" cy="320040"/>
          </a:xfrm>
          <a:prstGeom prst="rect">
            <a:avLst/>
          </a:prstGeom>
          <a:noFill/>
          <a:ln/>
        </p:spPr>
        <p:txBody>
          <a:bodyPr wrap="square" rtlCol="0" anchor="ctr"/>
          <a:lstStyle/>
          <a:p>
            <a:pPr algn="ctr" indent="0" marL="0">
              <a:buNone/>
            </a:pPr>
            <a:r>
              <a:rPr lang="en-US" sz="950" dirty="0">
                <a:solidFill>
                  <a:srgbClr val="FFBF00"/>
                </a:solidFill>
                <a:latin typeface="Calibri" pitchFamily="34" charset="0"/>
                <a:ea typeface="Calibri" pitchFamily="34" charset="-122"/>
                <a:cs typeface="Calibri" pitchFamily="34" charset="-120"/>
              </a:rPr>
              <a:t>Team Lead · Full-Stack Architect</a:t>
            </a:r>
            <a:endParaRPr lang="en-US" sz="950" dirty="0"/>
          </a:p>
        </p:txBody>
      </p:sp>
      <p:sp>
        <p:nvSpPr>
          <p:cNvPr id="175" name="Shape 173"/>
          <p:cNvSpPr/>
          <p:nvPr/>
        </p:nvSpPr>
        <p:spPr>
          <a:xfrm>
            <a:off x="4389120" y="1188720"/>
            <a:ext cx="3474720" cy="2240280"/>
          </a:xfrm>
          <a:prstGeom prst="rect">
            <a:avLst/>
          </a:prstGeom>
          <a:solidFill>
            <a:srgbClr val="0D2016"/>
          </a:solidFill>
          <a:ln w="12700">
            <a:solidFill>
              <a:srgbClr val="00FF88"/>
            </a:solidFill>
            <a:prstDash val="solid"/>
          </a:ln>
          <a:effectLst>
            <a:outerShdw sx="100000" sy="100000" kx="0" ky="0" algn="bl" rotWithShape="0" blurRad="254000" dist="50800" dir="16200000">
              <a:srgbClr val="00FF88">
                <a:alpha val="50000"/>
              </a:srgbClr>
            </a:outerShdw>
          </a:effectLst>
        </p:spPr>
      </p:sp>
      <p:sp>
        <p:nvSpPr>
          <p:cNvPr id="176" name="Shape 174"/>
          <p:cNvSpPr/>
          <p:nvPr/>
        </p:nvSpPr>
        <p:spPr>
          <a:xfrm>
            <a:off x="4389120" y="1188720"/>
            <a:ext cx="3474720" cy="73152"/>
          </a:xfrm>
          <a:prstGeom prst="rect">
            <a:avLst/>
          </a:prstGeom>
          <a:solidFill>
            <a:srgbClr val="00FF88"/>
          </a:solidFill>
          <a:ln/>
        </p:spPr>
      </p:sp>
      <p:sp>
        <p:nvSpPr>
          <p:cNvPr id="177" name="Shape 175"/>
          <p:cNvSpPr/>
          <p:nvPr/>
        </p:nvSpPr>
        <p:spPr>
          <a:xfrm>
            <a:off x="5669280" y="1389888"/>
            <a:ext cx="914400" cy="914400"/>
          </a:xfrm>
          <a:prstGeom prst="ellipse">
            <a:avLst/>
          </a:prstGeom>
          <a:solidFill>
            <a:srgbClr val="0A1A28"/>
          </a:solidFill>
          <a:ln w="19050">
            <a:solidFill>
              <a:srgbClr val="00FF88"/>
            </a:solidFill>
            <a:prstDash val="solid"/>
          </a:ln>
          <a:effectLst>
            <a:outerShdw sx="100000" sy="100000" kx="0" ky="0" algn="bl" rotWithShape="0" blurRad="254000" dist="50800" dir="16200000">
              <a:srgbClr val="00FF88">
                <a:alpha val="50000"/>
              </a:srgbClr>
            </a:outerShdw>
          </a:effectLst>
        </p:spPr>
      </p:sp>
      <p:sp>
        <p:nvSpPr>
          <p:cNvPr id="178" name="Text 176"/>
          <p:cNvSpPr/>
          <p:nvPr/>
        </p:nvSpPr>
        <p:spPr>
          <a:xfrm>
            <a:off x="5669280" y="1389888"/>
            <a:ext cx="914400" cy="9144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79" name="Text 177"/>
          <p:cNvSpPr/>
          <p:nvPr/>
        </p:nvSpPr>
        <p:spPr>
          <a:xfrm>
            <a:off x="4389120" y="2423160"/>
            <a:ext cx="3474720" cy="384048"/>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Padma Priya V</a:t>
            </a:r>
            <a:endParaRPr lang="en-US" sz="1300" dirty="0"/>
          </a:p>
        </p:txBody>
      </p:sp>
      <p:sp>
        <p:nvSpPr>
          <p:cNvPr id="180" name="Text 178"/>
          <p:cNvSpPr/>
          <p:nvPr/>
        </p:nvSpPr>
        <p:spPr>
          <a:xfrm>
            <a:off x="4389120" y="2816352"/>
            <a:ext cx="3474720" cy="320040"/>
          </a:xfrm>
          <a:prstGeom prst="rect">
            <a:avLst/>
          </a:prstGeom>
          <a:noFill/>
          <a:ln/>
        </p:spPr>
        <p:txBody>
          <a:bodyPr wrap="square" rtlCol="0" anchor="ctr"/>
          <a:lstStyle/>
          <a:p>
            <a:pPr algn="ctr" indent="0" marL="0">
              <a:buNone/>
            </a:pPr>
            <a:r>
              <a:rPr lang="en-US" sz="950" dirty="0">
                <a:solidFill>
                  <a:srgbClr val="4A8A6A"/>
                </a:solidFill>
                <a:latin typeface="Calibri" pitchFamily="34" charset="0"/>
                <a:ea typeface="Calibri" pitchFamily="34" charset="-122"/>
                <a:cs typeface="Calibri" pitchFamily="34" charset="-120"/>
              </a:rPr>
              <a:t>UI/UX · Frontend Engineer</a:t>
            </a:r>
            <a:endParaRPr lang="en-US" sz="950" dirty="0"/>
          </a:p>
        </p:txBody>
      </p:sp>
      <p:sp>
        <p:nvSpPr>
          <p:cNvPr id="181" name="Shape 179"/>
          <p:cNvSpPr/>
          <p:nvPr/>
        </p:nvSpPr>
        <p:spPr>
          <a:xfrm>
            <a:off x="8503920" y="1188720"/>
            <a:ext cx="3474720" cy="2240280"/>
          </a:xfrm>
          <a:prstGeom prst="rect">
            <a:avLst/>
          </a:prstGeom>
          <a:solidFill>
            <a:srgbClr val="0D2016"/>
          </a:solidFill>
          <a:ln w="12700">
            <a:solidFill>
              <a:srgbClr val="00FF88"/>
            </a:solidFill>
            <a:prstDash val="solid"/>
          </a:ln>
          <a:effectLst>
            <a:outerShdw sx="100000" sy="100000" kx="0" ky="0" algn="bl" rotWithShape="0" blurRad="254000" dist="50800" dir="16200000">
              <a:srgbClr val="00FF88">
                <a:alpha val="50000"/>
              </a:srgbClr>
            </a:outerShdw>
          </a:effectLst>
        </p:spPr>
      </p:sp>
      <p:sp>
        <p:nvSpPr>
          <p:cNvPr id="182" name="Shape 180"/>
          <p:cNvSpPr/>
          <p:nvPr/>
        </p:nvSpPr>
        <p:spPr>
          <a:xfrm>
            <a:off x="8503920" y="1188720"/>
            <a:ext cx="3474720" cy="73152"/>
          </a:xfrm>
          <a:prstGeom prst="rect">
            <a:avLst/>
          </a:prstGeom>
          <a:solidFill>
            <a:srgbClr val="00FF88"/>
          </a:solidFill>
          <a:ln/>
        </p:spPr>
      </p:sp>
      <p:sp>
        <p:nvSpPr>
          <p:cNvPr id="183" name="Shape 181"/>
          <p:cNvSpPr/>
          <p:nvPr/>
        </p:nvSpPr>
        <p:spPr>
          <a:xfrm>
            <a:off x="9784080" y="1389888"/>
            <a:ext cx="914400" cy="914400"/>
          </a:xfrm>
          <a:prstGeom prst="ellipse">
            <a:avLst/>
          </a:prstGeom>
          <a:solidFill>
            <a:srgbClr val="0A1A28"/>
          </a:solidFill>
          <a:ln w="19050">
            <a:solidFill>
              <a:srgbClr val="00FF88"/>
            </a:solidFill>
            <a:prstDash val="solid"/>
          </a:ln>
          <a:effectLst>
            <a:outerShdw sx="100000" sy="100000" kx="0" ky="0" algn="bl" rotWithShape="0" blurRad="254000" dist="50800" dir="16200000">
              <a:srgbClr val="00FF88">
                <a:alpha val="50000"/>
              </a:srgbClr>
            </a:outerShdw>
          </a:effectLst>
        </p:spPr>
      </p:sp>
      <p:sp>
        <p:nvSpPr>
          <p:cNvPr id="184" name="Text 182"/>
          <p:cNvSpPr/>
          <p:nvPr/>
        </p:nvSpPr>
        <p:spPr>
          <a:xfrm>
            <a:off x="9784080" y="1389888"/>
            <a:ext cx="914400" cy="9144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85" name="Text 183"/>
          <p:cNvSpPr/>
          <p:nvPr/>
        </p:nvSpPr>
        <p:spPr>
          <a:xfrm>
            <a:off x="8503920" y="2423160"/>
            <a:ext cx="3474720" cy="384048"/>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K. Sathyapriya</a:t>
            </a:r>
            <a:endParaRPr lang="en-US" sz="1300" dirty="0"/>
          </a:p>
        </p:txBody>
      </p:sp>
      <p:sp>
        <p:nvSpPr>
          <p:cNvPr id="186" name="Text 184"/>
          <p:cNvSpPr/>
          <p:nvPr/>
        </p:nvSpPr>
        <p:spPr>
          <a:xfrm>
            <a:off x="8503920" y="2816352"/>
            <a:ext cx="3474720" cy="320040"/>
          </a:xfrm>
          <a:prstGeom prst="rect">
            <a:avLst/>
          </a:prstGeom>
          <a:noFill/>
          <a:ln/>
        </p:spPr>
        <p:txBody>
          <a:bodyPr wrap="square" rtlCol="0" anchor="ctr"/>
          <a:lstStyle/>
          <a:p>
            <a:pPr algn="ctr" indent="0" marL="0">
              <a:buNone/>
            </a:pPr>
            <a:r>
              <a:rPr lang="en-US" sz="950" dirty="0">
                <a:solidFill>
                  <a:srgbClr val="4A8A6A"/>
                </a:solidFill>
                <a:latin typeface="Calibri" pitchFamily="34" charset="0"/>
                <a:ea typeface="Calibri" pitchFamily="34" charset="-122"/>
                <a:cs typeface="Calibri" pitchFamily="34" charset="-120"/>
              </a:rPr>
              <a:t>AI/ML · Data Engineer</a:t>
            </a:r>
            <a:endParaRPr lang="en-US" sz="950" dirty="0"/>
          </a:p>
        </p:txBody>
      </p:sp>
      <p:sp>
        <p:nvSpPr>
          <p:cNvPr id="187" name="Shape 185"/>
          <p:cNvSpPr/>
          <p:nvPr/>
        </p:nvSpPr>
        <p:spPr>
          <a:xfrm>
            <a:off x="1920240" y="3657600"/>
            <a:ext cx="3474720" cy="2240280"/>
          </a:xfrm>
          <a:prstGeom prst="rect">
            <a:avLst/>
          </a:prstGeom>
          <a:solidFill>
            <a:srgbClr val="0D2016"/>
          </a:solidFill>
          <a:ln w="12700">
            <a:solidFill>
              <a:srgbClr val="00FF88"/>
            </a:solidFill>
            <a:prstDash val="solid"/>
          </a:ln>
          <a:effectLst>
            <a:outerShdw sx="100000" sy="100000" kx="0" ky="0" algn="bl" rotWithShape="0" blurRad="254000" dist="50800" dir="16200000">
              <a:srgbClr val="00FF88">
                <a:alpha val="50000"/>
              </a:srgbClr>
            </a:outerShdw>
          </a:effectLst>
        </p:spPr>
      </p:sp>
      <p:sp>
        <p:nvSpPr>
          <p:cNvPr id="188" name="Shape 186"/>
          <p:cNvSpPr/>
          <p:nvPr/>
        </p:nvSpPr>
        <p:spPr>
          <a:xfrm>
            <a:off x="1920240" y="3657600"/>
            <a:ext cx="3474720" cy="73152"/>
          </a:xfrm>
          <a:prstGeom prst="rect">
            <a:avLst/>
          </a:prstGeom>
          <a:solidFill>
            <a:srgbClr val="00FF88"/>
          </a:solidFill>
          <a:ln/>
        </p:spPr>
      </p:sp>
      <p:sp>
        <p:nvSpPr>
          <p:cNvPr id="189" name="Shape 187"/>
          <p:cNvSpPr/>
          <p:nvPr/>
        </p:nvSpPr>
        <p:spPr>
          <a:xfrm>
            <a:off x="3200400" y="3858768"/>
            <a:ext cx="914400" cy="914400"/>
          </a:xfrm>
          <a:prstGeom prst="ellipse">
            <a:avLst/>
          </a:prstGeom>
          <a:solidFill>
            <a:srgbClr val="0A1A28"/>
          </a:solidFill>
          <a:ln w="19050">
            <a:solidFill>
              <a:srgbClr val="00FF88"/>
            </a:solidFill>
            <a:prstDash val="solid"/>
          </a:ln>
          <a:effectLst>
            <a:outerShdw sx="100000" sy="100000" kx="0" ky="0" algn="bl" rotWithShape="0" blurRad="254000" dist="50800" dir="16200000">
              <a:srgbClr val="00FF88">
                <a:alpha val="50000"/>
              </a:srgbClr>
            </a:outerShdw>
          </a:effectLst>
        </p:spPr>
      </p:sp>
      <p:sp>
        <p:nvSpPr>
          <p:cNvPr id="190" name="Text 188"/>
          <p:cNvSpPr/>
          <p:nvPr/>
        </p:nvSpPr>
        <p:spPr>
          <a:xfrm>
            <a:off x="3200400" y="3858768"/>
            <a:ext cx="914400" cy="9144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91" name="Text 189"/>
          <p:cNvSpPr/>
          <p:nvPr/>
        </p:nvSpPr>
        <p:spPr>
          <a:xfrm>
            <a:off x="1920240" y="4892040"/>
            <a:ext cx="3474720" cy="384048"/>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Santhosh Kumar B</a:t>
            </a:r>
            <a:endParaRPr lang="en-US" sz="1300" dirty="0"/>
          </a:p>
        </p:txBody>
      </p:sp>
      <p:sp>
        <p:nvSpPr>
          <p:cNvPr id="192" name="Text 190"/>
          <p:cNvSpPr/>
          <p:nvPr/>
        </p:nvSpPr>
        <p:spPr>
          <a:xfrm>
            <a:off x="1920240" y="5285232"/>
            <a:ext cx="3474720" cy="320040"/>
          </a:xfrm>
          <a:prstGeom prst="rect">
            <a:avLst/>
          </a:prstGeom>
          <a:noFill/>
          <a:ln/>
        </p:spPr>
        <p:txBody>
          <a:bodyPr wrap="square" rtlCol="0" anchor="ctr"/>
          <a:lstStyle/>
          <a:p>
            <a:pPr algn="ctr" indent="0" marL="0">
              <a:buNone/>
            </a:pPr>
            <a:r>
              <a:rPr lang="en-US" sz="950" dirty="0">
                <a:solidFill>
                  <a:srgbClr val="4A8A6A"/>
                </a:solidFill>
                <a:latin typeface="Calibri" pitchFamily="34" charset="0"/>
                <a:ea typeface="Calibri" pitchFamily="34" charset="-122"/>
                <a:cs typeface="Calibri" pitchFamily="34" charset="-120"/>
              </a:rPr>
              <a:t>Backend · API Integration</a:t>
            </a:r>
            <a:endParaRPr lang="en-US" sz="950" dirty="0"/>
          </a:p>
        </p:txBody>
      </p:sp>
      <p:sp>
        <p:nvSpPr>
          <p:cNvPr id="193" name="Shape 191"/>
          <p:cNvSpPr/>
          <p:nvPr/>
        </p:nvSpPr>
        <p:spPr>
          <a:xfrm>
            <a:off x="6583680" y="3657600"/>
            <a:ext cx="3474720" cy="2240280"/>
          </a:xfrm>
          <a:prstGeom prst="rect">
            <a:avLst/>
          </a:prstGeom>
          <a:solidFill>
            <a:srgbClr val="0D2016"/>
          </a:solidFill>
          <a:ln w="12700">
            <a:solidFill>
              <a:srgbClr val="00FF88"/>
            </a:solidFill>
            <a:prstDash val="solid"/>
          </a:ln>
          <a:effectLst>
            <a:outerShdw sx="100000" sy="100000" kx="0" ky="0" algn="bl" rotWithShape="0" blurRad="254000" dist="50800" dir="16200000">
              <a:srgbClr val="00FF88">
                <a:alpha val="50000"/>
              </a:srgbClr>
            </a:outerShdw>
          </a:effectLst>
        </p:spPr>
      </p:sp>
      <p:sp>
        <p:nvSpPr>
          <p:cNvPr id="194" name="Shape 192"/>
          <p:cNvSpPr/>
          <p:nvPr/>
        </p:nvSpPr>
        <p:spPr>
          <a:xfrm>
            <a:off x="6583680" y="3657600"/>
            <a:ext cx="3474720" cy="73152"/>
          </a:xfrm>
          <a:prstGeom prst="rect">
            <a:avLst/>
          </a:prstGeom>
          <a:solidFill>
            <a:srgbClr val="00FF88"/>
          </a:solidFill>
          <a:ln/>
        </p:spPr>
      </p:sp>
      <p:sp>
        <p:nvSpPr>
          <p:cNvPr id="195" name="Shape 193"/>
          <p:cNvSpPr/>
          <p:nvPr/>
        </p:nvSpPr>
        <p:spPr>
          <a:xfrm>
            <a:off x="7863840" y="3858768"/>
            <a:ext cx="914400" cy="914400"/>
          </a:xfrm>
          <a:prstGeom prst="ellipse">
            <a:avLst/>
          </a:prstGeom>
          <a:solidFill>
            <a:srgbClr val="0A1A28"/>
          </a:solidFill>
          <a:ln w="19050">
            <a:solidFill>
              <a:srgbClr val="00FF88"/>
            </a:solidFill>
            <a:prstDash val="solid"/>
          </a:ln>
          <a:effectLst>
            <a:outerShdw sx="100000" sy="100000" kx="0" ky="0" algn="bl" rotWithShape="0" blurRad="254000" dist="50800" dir="16200000">
              <a:srgbClr val="00FF88">
                <a:alpha val="50000"/>
              </a:srgbClr>
            </a:outerShdw>
          </a:effectLst>
        </p:spPr>
      </p:sp>
      <p:sp>
        <p:nvSpPr>
          <p:cNvPr id="196" name="Text 194"/>
          <p:cNvSpPr/>
          <p:nvPr/>
        </p:nvSpPr>
        <p:spPr>
          <a:xfrm>
            <a:off x="7863840" y="3858768"/>
            <a:ext cx="914400" cy="9144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97" name="Text 195"/>
          <p:cNvSpPr/>
          <p:nvPr/>
        </p:nvSpPr>
        <p:spPr>
          <a:xfrm>
            <a:off x="6583680" y="4892040"/>
            <a:ext cx="3474720" cy="384048"/>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Karthikeyan K</a:t>
            </a:r>
            <a:endParaRPr lang="en-US" sz="1300" dirty="0"/>
          </a:p>
        </p:txBody>
      </p:sp>
      <p:sp>
        <p:nvSpPr>
          <p:cNvPr id="198" name="Text 196"/>
          <p:cNvSpPr/>
          <p:nvPr/>
        </p:nvSpPr>
        <p:spPr>
          <a:xfrm>
            <a:off x="6583680" y="5285232"/>
            <a:ext cx="3474720" cy="320040"/>
          </a:xfrm>
          <a:prstGeom prst="rect">
            <a:avLst/>
          </a:prstGeom>
          <a:noFill/>
          <a:ln/>
        </p:spPr>
        <p:txBody>
          <a:bodyPr wrap="square" rtlCol="0" anchor="ctr"/>
          <a:lstStyle/>
          <a:p>
            <a:pPr algn="ctr" indent="0" marL="0">
              <a:buNone/>
            </a:pPr>
            <a:r>
              <a:rPr lang="en-US" sz="950" dirty="0">
                <a:solidFill>
                  <a:srgbClr val="4A8A6A"/>
                </a:solidFill>
                <a:latin typeface="Calibri" pitchFamily="34" charset="0"/>
                <a:ea typeface="Calibri" pitchFamily="34" charset="-122"/>
                <a:cs typeface="Calibri" pitchFamily="34" charset="-120"/>
              </a:rPr>
              <a:t>DevOps · Deployment Lead</a:t>
            </a:r>
            <a:endParaRPr lang="en-US" sz="950" dirty="0"/>
          </a:p>
        </p:txBody>
      </p:sp>
      <p:sp>
        <p:nvSpPr>
          <p:cNvPr id="199" name="Text 197"/>
          <p:cNvSpPr/>
          <p:nvPr/>
        </p:nvSpPr>
        <p:spPr>
          <a:xfrm>
            <a:off x="274320" y="5925312"/>
            <a:ext cx="11430000" cy="274320"/>
          </a:xfrm>
          <a:prstGeom prst="rect">
            <a:avLst/>
          </a:prstGeom>
          <a:noFill/>
          <a:ln/>
        </p:spPr>
        <p:txBody>
          <a:bodyPr wrap="square" rtlCol="0" anchor="ctr"/>
          <a:lstStyle/>
          <a:p>
            <a:pPr algn="ctr" indent="0" marL="0">
              <a:buNone/>
            </a:pPr>
            <a:r>
              <a:rPr lang="en-US" sz="1100" i="1" dirty="0">
                <a:solidFill>
                  <a:srgbClr val="4A8A6A"/>
                </a:solidFill>
                <a:latin typeface="Calibri" pitchFamily="34" charset="0"/>
                <a:ea typeface="Calibri" pitchFamily="34" charset="-122"/>
                <a:cs typeface="Calibri" pitchFamily="34" charset="-120"/>
              </a:rPr>
              <a:t>C. Abdul Hakeem College of Engineering &amp; Technology</a:t>
            </a:r>
            <a:endParaRPr lang="en-US" sz="1100" dirty="0"/>
          </a:p>
        </p:txBody>
      </p:sp>
      <p:sp>
        <p:nvSpPr>
          <p:cNvPr id="200" name="Shape 198"/>
          <p:cNvSpPr/>
          <p:nvPr/>
        </p:nvSpPr>
        <p:spPr>
          <a:xfrm>
            <a:off x="0" y="6236208"/>
            <a:ext cx="12188952" cy="621792"/>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201" name="Text 199"/>
          <p:cNvSpPr/>
          <p:nvPr/>
        </p:nvSpPr>
        <p:spPr>
          <a:xfrm>
            <a:off x="0" y="6236208"/>
            <a:ext cx="12188952" cy="621792"/>
          </a:xfrm>
          <a:prstGeom prst="rect">
            <a:avLst/>
          </a:prstGeom>
          <a:noFill/>
          <a:ln/>
        </p:spPr>
        <p:txBody>
          <a:bodyPr wrap="square" rtlCol="0" anchor="ctr"/>
          <a:lstStyle/>
          <a:p>
            <a:pPr algn="ctr" indent="0" marL="0">
              <a:buNone/>
            </a:pPr>
            <a:r>
              <a:rPr lang="en-US" sz="1100" b="1" dirty="0">
                <a:solidFill>
                  <a:srgbClr val="020806"/>
                </a:solidFill>
                <a:latin typeface="Calibri" pitchFamily="34" charset="0"/>
                <a:ea typeface="Calibri" pitchFamily="34" charset="-122"/>
                <a:cs typeface="Calibri" pitchFamily="34" charset="-120"/>
              </a:rPr>
              <a:t>🌾 Uzhavar Intelligence | Nimirndhu Nil 2026  ·  🌐 nimirndhunil.vercel.app  ·  ⭐ github.com/threesshad-cpu/agri-neural-twin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D0A"/>
        </a:solidFill>
      </p:bgPr>
    </p:bg>
    <p:spTree>
      <p:nvGrpSpPr>
        <p:cNvPr id="1" name=""/>
        <p:cNvGrpSpPr/>
        <p:nvPr/>
      </p:nvGrpSpPr>
      <p:grpSpPr>
        <a:xfrm>
          <a:off x="0" y="0"/>
          <a:ext cx="0" cy="0"/>
          <a:chOff x="0" y="0"/>
          <a:chExt cx="0" cy="0"/>
        </a:xfrm>
      </p:grpSpPr>
      <p:sp>
        <p:nvSpPr>
          <p:cNvPr id="2" name="Shape 0"/>
          <p:cNvSpPr/>
          <p:nvPr/>
        </p:nvSpPr>
        <p:spPr>
          <a:xfrm>
            <a:off x="0" y="0"/>
            <a:ext cx="457200" cy="9144"/>
          </a:xfrm>
          <a:prstGeom prst="rect">
            <a:avLst/>
          </a:prstGeom>
          <a:solidFill>
            <a:srgbClr val="1A3A2A"/>
          </a:solidFill>
          <a:ln w="12700">
            <a:solidFill>
              <a:srgbClr val="1A3A2A"/>
            </a:solidFill>
            <a:prstDash val="solid"/>
          </a:ln>
        </p:spPr>
      </p:sp>
      <p:sp>
        <p:nvSpPr>
          <p:cNvPr id="3" name="Shape 1"/>
          <p:cNvSpPr/>
          <p:nvPr/>
        </p:nvSpPr>
        <p:spPr>
          <a:xfrm>
            <a:off x="594360" y="0"/>
            <a:ext cx="457200" cy="9144"/>
          </a:xfrm>
          <a:prstGeom prst="rect">
            <a:avLst/>
          </a:prstGeom>
          <a:solidFill>
            <a:srgbClr val="1A3A2A"/>
          </a:solidFill>
          <a:ln w="12700">
            <a:solidFill>
              <a:srgbClr val="1A3A2A"/>
            </a:solidFill>
            <a:prstDash val="solid"/>
          </a:ln>
        </p:spPr>
      </p:sp>
      <p:sp>
        <p:nvSpPr>
          <p:cNvPr id="4" name="Shape 2"/>
          <p:cNvSpPr/>
          <p:nvPr/>
        </p:nvSpPr>
        <p:spPr>
          <a:xfrm>
            <a:off x="1188720" y="0"/>
            <a:ext cx="457200" cy="9144"/>
          </a:xfrm>
          <a:prstGeom prst="rect">
            <a:avLst/>
          </a:prstGeom>
          <a:solidFill>
            <a:srgbClr val="1A3A2A"/>
          </a:solidFill>
          <a:ln w="12700">
            <a:solidFill>
              <a:srgbClr val="1A3A2A"/>
            </a:solidFill>
            <a:prstDash val="solid"/>
          </a:ln>
        </p:spPr>
      </p:sp>
      <p:sp>
        <p:nvSpPr>
          <p:cNvPr id="5" name="Shape 3"/>
          <p:cNvSpPr/>
          <p:nvPr/>
        </p:nvSpPr>
        <p:spPr>
          <a:xfrm>
            <a:off x="1783080" y="0"/>
            <a:ext cx="457200" cy="9144"/>
          </a:xfrm>
          <a:prstGeom prst="rect">
            <a:avLst/>
          </a:prstGeom>
          <a:solidFill>
            <a:srgbClr val="1A3A2A"/>
          </a:solidFill>
          <a:ln w="12700">
            <a:solidFill>
              <a:srgbClr val="1A3A2A"/>
            </a:solidFill>
            <a:prstDash val="solid"/>
          </a:ln>
        </p:spPr>
      </p:sp>
      <p:sp>
        <p:nvSpPr>
          <p:cNvPr id="6" name="Shape 4"/>
          <p:cNvSpPr/>
          <p:nvPr/>
        </p:nvSpPr>
        <p:spPr>
          <a:xfrm>
            <a:off x="2377440" y="0"/>
            <a:ext cx="457200" cy="9144"/>
          </a:xfrm>
          <a:prstGeom prst="rect">
            <a:avLst/>
          </a:prstGeom>
          <a:solidFill>
            <a:srgbClr val="1A3A2A"/>
          </a:solidFill>
          <a:ln w="12700">
            <a:solidFill>
              <a:srgbClr val="1A3A2A"/>
            </a:solidFill>
            <a:prstDash val="solid"/>
          </a:ln>
        </p:spPr>
      </p:sp>
      <p:sp>
        <p:nvSpPr>
          <p:cNvPr id="7" name="Shape 5"/>
          <p:cNvSpPr/>
          <p:nvPr/>
        </p:nvSpPr>
        <p:spPr>
          <a:xfrm>
            <a:off x="2971800" y="0"/>
            <a:ext cx="457200" cy="9144"/>
          </a:xfrm>
          <a:prstGeom prst="rect">
            <a:avLst/>
          </a:prstGeom>
          <a:solidFill>
            <a:srgbClr val="1A3A2A"/>
          </a:solidFill>
          <a:ln w="12700">
            <a:solidFill>
              <a:srgbClr val="1A3A2A"/>
            </a:solidFill>
            <a:prstDash val="solid"/>
          </a:ln>
        </p:spPr>
      </p:sp>
      <p:sp>
        <p:nvSpPr>
          <p:cNvPr id="8" name="Shape 6"/>
          <p:cNvSpPr/>
          <p:nvPr/>
        </p:nvSpPr>
        <p:spPr>
          <a:xfrm>
            <a:off x="3566160" y="0"/>
            <a:ext cx="457200" cy="9144"/>
          </a:xfrm>
          <a:prstGeom prst="rect">
            <a:avLst/>
          </a:prstGeom>
          <a:solidFill>
            <a:srgbClr val="1A3A2A"/>
          </a:solidFill>
          <a:ln w="12700">
            <a:solidFill>
              <a:srgbClr val="1A3A2A"/>
            </a:solidFill>
            <a:prstDash val="solid"/>
          </a:ln>
        </p:spPr>
      </p:sp>
      <p:sp>
        <p:nvSpPr>
          <p:cNvPr id="9" name="Shape 7"/>
          <p:cNvSpPr/>
          <p:nvPr/>
        </p:nvSpPr>
        <p:spPr>
          <a:xfrm>
            <a:off x="4160520" y="0"/>
            <a:ext cx="457200" cy="9144"/>
          </a:xfrm>
          <a:prstGeom prst="rect">
            <a:avLst/>
          </a:prstGeom>
          <a:solidFill>
            <a:srgbClr val="1A3A2A"/>
          </a:solidFill>
          <a:ln w="12700">
            <a:solidFill>
              <a:srgbClr val="1A3A2A"/>
            </a:solidFill>
            <a:prstDash val="solid"/>
          </a:ln>
        </p:spPr>
      </p:sp>
      <p:sp>
        <p:nvSpPr>
          <p:cNvPr id="10" name="Shape 8"/>
          <p:cNvSpPr/>
          <p:nvPr/>
        </p:nvSpPr>
        <p:spPr>
          <a:xfrm>
            <a:off x="4754880" y="0"/>
            <a:ext cx="457200" cy="9144"/>
          </a:xfrm>
          <a:prstGeom prst="rect">
            <a:avLst/>
          </a:prstGeom>
          <a:solidFill>
            <a:srgbClr val="1A3A2A"/>
          </a:solidFill>
          <a:ln w="12700">
            <a:solidFill>
              <a:srgbClr val="1A3A2A"/>
            </a:solidFill>
            <a:prstDash val="solid"/>
          </a:ln>
        </p:spPr>
      </p:sp>
      <p:sp>
        <p:nvSpPr>
          <p:cNvPr id="11" name="Shape 9"/>
          <p:cNvSpPr/>
          <p:nvPr/>
        </p:nvSpPr>
        <p:spPr>
          <a:xfrm>
            <a:off x="5349240" y="0"/>
            <a:ext cx="457200" cy="9144"/>
          </a:xfrm>
          <a:prstGeom prst="rect">
            <a:avLst/>
          </a:prstGeom>
          <a:solidFill>
            <a:srgbClr val="1A3A2A"/>
          </a:solidFill>
          <a:ln w="12700">
            <a:solidFill>
              <a:srgbClr val="1A3A2A"/>
            </a:solidFill>
            <a:prstDash val="solid"/>
          </a:ln>
        </p:spPr>
      </p:sp>
      <p:sp>
        <p:nvSpPr>
          <p:cNvPr id="12" name="Shape 10"/>
          <p:cNvSpPr/>
          <p:nvPr/>
        </p:nvSpPr>
        <p:spPr>
          <a:xfrm>
            <a:off x="5943600" y="0"/>
            <a:ext cx="457200" cy="9144"/>
          </a:xfrm>
          <a:prstGeom prst="rect">
            <a:avLst/>
          </a:prstGeom>
          <a:solidFill>
            <a:srgbClr val="1A3A2A"/>
          </a:solidFill>
          <a:ln w="12700">
            <a:solidFill>
              <a:srgbClr val="1A3A2A"/>
            </a:solidFill>
            <a:prstDash val="solid"/>
          </a:ln>
        </p:spPr>
      </p:sp>
      <p:sp>
        <p:nvSpPr>
          <p:cNvPr id="13" name="Shape 11"/>
          <p:cNvSpPr/>
          <p:nvPr/>
        </p:nvSpPr>
        <p:spPr>
          <a:xfrm>
            <a:off x="6537960" y="0"/>
            <a:ext cx="457200" cy="9144"/>
          </a:xfrm>
          <a:prstGeom prst="rect">
            <a:avLst/>
          </a:prstGeom>
          <a:solidFill>
            <a:srgbClr val="1A3A2A"/>
          </a:solidFill>
          <a:ln w="12700">
            <a:solidFill>
              <a:srgbClr val="1A3A2A"/>
            </a:solidFill>
            <a:prstDash val="solid"/>
          </a:ln>
        </p:spPr>
      </p:sp>
      <p:sp>
        <p:nvSpPr>
          <p:cNvPr id="14" name="Shape 12"/>
          <p:cNvSpPr/>
          <p:nvPr/>
        </p:nvSpPr>
        <p:spPr>
          <a:xfrm>
            <a:off x="7132320" y="0"/>
            <a:ext cx="457200" cy="9144"/>
          </a:xfrm>
          <a:prstGeom prst="rect">
            <a:avLst/>
          </a:prstGeom>
          <a:solidFill>
            <a:srgbClr val="1A3A2A"/>
          </a:solidFill>
          <a:ln w="12700">
            <a:solidFill>
              <a:srgbClr val="1A3A2A"/>
            </a:solidFill>
            <a:prstDash val="solid"/>
          </a:ln>
        </p:spPr>
      </p:sp>
      <p:sp>
        <p:nvSpPr>
          <p:cNvPr id="15" name="Shape 13"/>
          <p:cNvSpPr/>
          <p:nvPr/>
        </p:nvSpPr>
        <p:spPr>
          <a:xfrm>
            <a:off x="7726680" y="0"/>
            <a:ext cx="457200" cy="9144"/>
          </a:xfrm>
          <a:prstGeom prst="rect">
            <a:avLst/>
          </a:prstGeom>
          <a:solidFill>
            <a:srgbClr val="1A3A2A"/>
          </a:solidFill>
          <a:ln w="12700">
            <a:solidFill>
              <a:srgbClr val="1A3A2A"/>
            </a:solidFill>
            <a:prstDash val="solid"/>
          </a:ln>
        </p:spPr>
      </p:sp>
      <p:sp>
        <p:nvSpPr>
          <p:cNvPr id="16" name="Shape 14"/>
          <p:cNvSpPr/>
          <p:nvPr/>
        </p:nvSpPr>
        <p:spPr>
          <a:xfrm>
            <a:off x="8321040" y="0"/>
            <a:ext cx="457200" cy="9144"/>
          </a:xfrm>
          <a:prstGeom prst="rect">
            <a:avLst/>
          </a:prstGeom>
          <a:solidFill>
            <a:srgbClr val="1A3A2A"/>
          </a:solidFill>
          <a:ln w="12700">
            <a:solidFill>
              <a:srgbClr val="1A3A2A"/>
            </a:solidFill>
            <a:prstDash val="solid"/>
          </a:ln>
        </p:spPr>
      </p:sp>
      <p:sp>
        <p:nvSpPr>
          <p:cNvPr id="17" name="Shape 15"/>
          <p:cNvSpPr/>
          <p:nvPr/>
        </p:nvSpPr>
        <p:spPr>
          <a:xfrm>
            <a:off x="8915400" y="0"/>
            <a:ext cx="457200" cy="9144"/>
          </a:xfrm>
          <a:prstGeom prst="rect">
            <a:avLst/>
          </a:prstGeom>
          <a:solidFill>
            <a:srgbClr val="1A3A2A"/>
          </a:solidFill>
          <a:ln w="12700">
            <a:solidFill>
              <a:srgbClr val="1A3A2A"/>
            </a:solidFill>
            <a:prstDash val="solid"/>
          </a:ln>
        </p:spPr>
      </p:sp>
      <p:sp>
        <p:nvSpPr>
          <p:cNvPr id="18" name="Shape 16"/>
          <p:cNvSpPr/>
          <p:nvPr/>
        </p:nvSpPr>
        <p:spPr>
          <a:xfrm>
            <a:off x="9509760" y="0"/>
            <a:ext cx="457200" cy="9144"/>
          </a:xfrm>
          <a:prstGeom prst="rect">
            <a:avLst/>
          </a:prstGeom>
          <a:solidFill>
            <a:srgbClr val="1A3A2A"/>
          </a:solidFill>
          <a:ln w="12700">
            <a:solidFill>
              <a:srgbClr val="1A3A2A"/>
            </a:solidFill>
            <a:prstDash val="solid"/>
          </a:ln>
        </p:spPr>
      </p:sp>
      <p:sp>
        <p:nvSpPr>
          <p:cNvPr id="19" name="Shape 17"/>
          <p:cNvSpPr/>
          <p:nvPr/>
        </p:nvSpPr>
        <p:spPr>
          <a:xfrm>
            <a:off x="10104120" y="0"/>
            <a:ext cx="457200" cy="9144"/>
          </a:xfrm>
          <a:prstGeom prst="rect">
            <a:avLst/>
          </a:prstGeom>
          <a:solidFill>
            <a:srgbClr val="1A3A2A"/>
          </a:solidFill>
          <a:ln w="12700">
            <a:solidFill>
              <a:srgbClr val="1A3A2A"/>
            </a:solidFill>
            <a:prstDash val="solid"/>
          </a:ln>
        </p:spPr>
      </p:sp>
      <p:sp>
        <p:nvSpPr>
          <p:cNvPr id="20" name="Shape 18"/>
          <p:cNvSpPr/>
          <p:nvPr/>
        </p:nvSpPr>
        <p:spPr>
          <a:xfrm>
            <a:off x="10698480" y="0"/>
            <a:ext cx="457200" cy="9144"/>
          </a:xfrm>
          <a:prstGeom prst="rect">
            <a:avLst/>
          </a:prstGeom>
          <a:solidFill>
            <a:srgbClr val="1A3A2A"/>
          </a:solidFill>
          <a:ln w="12700">
            <a:solidFill>
              <a:srgbClr val="1A3A2A"/>
            </a:solidFill>
            <a:prstDash val="solid"/>
          </a:ln>
        </p:spPr>
      </p:sp>
      <p:sp>
        <p:nvSpPr>
          <p:cNvPr id="21" name="Shape 19"/>
          <p:cNvSpPr/>
          <p:nvPr/>
        </p:nvSpPr>
        <p:spPr>
          <a:xfrm>
            <a:off x="11292840" y="0"/>
            <a:ext cx="457200" cy="9144"/>
          </a:xfrm>
          <a:prstGeom prst="rect">
            <a:avLst/>
          </a:prstGeom>
          <a:solidFill>
            <a:srgbClr val="1A3A2A"/>
          </a:solidFill>
          <a:ln w="12700">
            <a:solidFill>
              <a:srgbClr val="1A3A2A"/>
            </a:solidFill>
            <a:prstDash val="solid"/>
          </a:ln>
        </p:spPr>
      </p:sp>
      <p:sp>
        <p:nvSpPr>
          <p:cNvPr id="22" name="Shape 20"/>
          <p:cNvSpPr/>
          <p:nvPr/>
        </p:nvSpPr>
        <p:spPr>
          <a:xfrm>
            <a:off x="292608" y="502920"/>
            <a:ext cx="457200" cy="9144"/>
          </a:xfrm>
          <a:prstGeom prst="rect">
            <a:avLst/>
          </a:prstGeom>
          <a:solidFill>
            <a:srgbClr val="1A3A2A"/>
          </a:solidFill>
          <a:ln w="12700">
            <a:solidFill>
              <a:srgbClr val="1A3A2A"/>
            </a:solidFill>
            <a:prstDash val="solid"/>
          </a:ln>
        </p:spPr>
      </p:sp>
      <p:sp>
        <p:nvSpPr>
          <p:cNvPr id="23" name="Shape 21"/>
          <p:cNvSpPr/>
          <p:nvPr/>
        </p:nvSpPr>
        <p:spPr>
          <a:xfrm>
            <a:off x="886968" y="502920"/>
            <a:ext cx="457200" cy="9144"/>
          </a:xfrm>
          <a:prstGeom prst="rect">
            <a:avLst/>
          </a:prstGeom>
          <a:solidFill>
            <a:srgbClr val="1A3A2A"/>
          </a:solidFill>
          <a:ln w="12700">
            <a:solidFill>
              <a:srgbClr val="1A3A2A"/>
            </a:solidFill>
            <a:prstDash val="solid"/>
          </a:ln>
        </p:spPr>
      </p:sp>
      <p:sp>
        <p:nvSpPr>
          <p:cNvPr id="24" name="Shape 22"/>
          <p:cNvSpPr/>
          <p:nvPr/>
        </p:nvSpPr>
        <p:spPr>
          <a:xfrm>
            <a:off x="1481328" y="502920"/>
            <a:ext cx="457200" cy="9144"/>
          </a:xfrm>
          <a:prstGeom prst="rect">
            <a:avLst/>
          </a:prstGeom>
          <a:solidFill>
            <a:srgbClr val="1A3A2A"/>
          </a:solidFill>
          <a:ln w="12700">
            <a:solidFill>
              <a:srgbClr val="1A3A2A"/>
            </a:solidFill>
            <a:prstDash val="solid"/>
          </a:ln>
        </p:spPr>
      </p:sp>
      <p:sp>
        <p:nvSpPr>
          <p:cNvPr id="25" name="Shape 23"/>
          <p:cNvSpPr/>
          <p:nvPr/>
        </p:nvSpPr>
        <p:spPr>
          <a:xfrm>
            <a:off x="2075688" y="502920"/>
            <a:ext cx="457200" cy="9144"/>
          </a:xfrm>
          <a:prstGeom prst="rect">
            <a:avLst/>
          </a:prstGeom>
          <a:solidFill>
            <a:srgbClr val="1A3A2A"/>
          </a:solidFill>
          <a:ln w="12700">
            <a:solidFill>
              <a:srgbClr val="1A3A2A"/>
            </a:solidFill>
            <a:prstDash val="solid"/>
          </a:ln>
        </p:spPr>
      </p:sp>
      <p:sp>
        <p:nvSpPr>
          <p:cNvPr id="26" name="Shape 24"/>
          <p:cNvSpPr/>
          <p:nvPr/>
        </p:nvSpPr>
        <p:spPr>
          <a:xfrm>
            <a:off x="2670048" y="502920"/>
            <a:ext cx="457200" cy="9144"/>
          </a:xfrm>
          <a:prstGeom prst="rect">
            <a:avLst/>
          </a:prstGeom>
          <a:solidFill>
            <a:srgbClr val="1A3A2A"/>
          </a:solidFill>
          <a:ln w="12700">
            <a:solidFill>
              <a:srgbClr val="1A3A2A"/>
            </a:solidFill>
            <a:prstDash val="solid"/>
          </a:ln>
        </p:spPr>
      </p:sp>
      <p:sp>
        <p:nvSpPr>
          <p:cNvPr id="27" name="Shape 25"/>
          <p:cNvSpPr/>
          <p:nvPr/>
        </p:nvSpPr>
        <p:spPr>
          <a:xfrm>
            <a:off x="3264408" y="502920"/>
            <a:ext cx="457200" cy="9144"/>
          </a:xfrm>
          <a:prstGeom prst="rect">
            <a:avLst/>
          </a:prstGeom>
          <a:solidFill>
            <a:srgbClr val="1A3A2A"/>
          </a:solidFill>
          <a:ln w="12700">
            <a:solidFill>
              <a:srgbClr val="1A3A2A"/>
            </a:solidFill>
            <a:prstDash val="solid"/>
          </a:ln>
        </p:spPr>
      </p:sp>
      <p:sp>
        <p:nvSpPr>
          <p:cNvPr id="28" name="Shape 26"/>
          <p:cNvSpPr/>
          <p:nvPr/>
        </p:nvSpPr>
        <p:spPr>
          <a:xfrm>
            <a:off x="3858768" y="502920"/>
            <a:ext cx="457200" cy="9144"/>
          </a:xfrm>
          <a:prstGeom prst="rect">
            <a:avLst/>
          </a:prstGeom>
          <a:solidFill>
            <a:srgbClr val="1A3A2A"/>
          </a:solidFill>
          <a:ln w="12700">
            <a:solidFill>
              <a:srgbClr val="1A3A2A"/>
            </a:solidFill>
            <a:prstDash val="solid"/>
          </a:ln>
        </p:spPr>
      </p:sp>
      <p:sp>
        <p:nvSpPr>
          <p:cNvPr id="29" name="Shape 27"/>
          <p:cNvSpPr/>
          <p:nvPr/>
        </p:nvSpPr>
        <p:spPr>
          <a:xfrm>
            <a:off x="4453128" y="502920"/>
            <a:ext cx="457200" cy="9144"/>
          </a:xfrm>
          <a:prstGeom prst="rect">
            <a:avLst/>
          </a:prstGeom>
          <a:solidFill>
            <a:srgbClr val="1A3A2A"/>
          </a:solidFill>
          <a:ln w="12700">
            <a:solidFill>
              <a:srgbClr val="1A3A2A"/>
            </a:solidFill>
            <a:prstDash val="solid"/>
          </a:ln>
        </p:spPr>
      </p:sp>
      <p:sp>
        <p:nvSpPr>
          <p:cNvPr id="30" name="Shape 28"/>
          <p:cNvSpPr/>
          <p:nvPr/>
        </p:nvSpPr>
        <p:spPr>
          <a:xfrm>
            <a:off x="5047488" y="502920"/>
            <a:ext cx="457200" cy="9144"/>
          </a:xfrm>
          <a:prstGeom prst="rect">
            <a:avLst/>
          </a:prstGeom>
          <a:solidFill>
            <a:srgbClr val="1A3A2A"/>
          </a:solidFill>
          <a:ln w="12700">
            <a:solidFill>
              <a:srgbClr val="1A3A2A"/>
            </a:solidFill>
            <a:prstDash val="solid"/>
          </a:ln>
        </p:spPr>
      </p:sp>
      <p:sp>
        <p:nvSpPr>
          <p:cNvPr id="31" name="Shape 29"/>
          <p:cNvSpPr/>
          <p:nvPr/>
        </p:nvSpPr>
        <p:spPr>
          <a:xfrm>
            <a:off x="5641848" y="502920"/>
            <a:ext cx="457200" cy="9144"/>
          </a:xfrm>
          <a:prstGeom prst="rect">
            <a:avLst/>
          </a:prstGeom>
          <a:solidFill>
            <a:srgbClr val="1A3A2A"/>
          </a:solidFill>
          <a:ln w="12700">
            <a:solidFill>
              <a:srgbClr val="1A3A2A"/>
            </a:solidFill>
            <a:prstDash val="solid"/>
          </a:ln>
        </p:spPr>
      </p:sp>
      <p:sp>
        <p:nvSpPr>
          <p:cNvPr id="32" name="Shape 30"/>
          <p:cNvSpPr/>
          <p:nvPr/>
        </p:nvSpPr>
        <p:spPr>
          <a:xfrm>
            <a:off x="6236208" y="502920"/>
            <a:ext cx="457200" cy="9144"/>
          </a:xfrm>
          <a:prstGeom prst="rect">
            <a:avLst/>
          </a:prstGeom>
          <a:solidFill>
            <a:srgbClr val="1A3A2A"/>
          </a:solidFill>
          <a:ln w="12700">
            <a:solidFill>
              <a:srgbClr val="1A3A2A"/>
            </a:solidFill>
            <a:prstDash val="solid"/>
          </a:ln>
        </p:spPr>
      </p:sp>
      <p:sp>
        <p:nvSpPr>
          <p:cNvPr id="33" name="Shape 31"/>
          <p:cNvSpPr/>
          <p:nvPr/>
        </p:nvSpPr>
        <p:spPr>
          <a:xfrm>
            <a:off x="6830568" y="502920"/>
            <a:ext cx="457200" cy="9144"/>
          </a:xfrm>
          <a:prstGeom prst="rect">
            <a:avLst/>
          </a:prstGeom>
          <a:solidFill>
            <a:srgbClr val="1A3A2A"/>
          </a:solidFill>
          <a:ln w="12700">
            <a:solidFill>
              <a:srgbClr val="1A3A2A"/>
            </a:solidFill>
            <a:prstDash val="solid"/>
          </a:ln>
        </p:spPr>
      </p:sp>
      <p:sp>
        <p:nvSpPr>
          <p:cNvPr id="34" name="Shape 32"/>
          <p:cNvSpPr/>
          <p:nvPr/>
        </p:nvSpPr>
        <p:spPr>
          <a:xfrm>
            <a:off x="7424928" y="502920"/>
            <a:ext cx="457200" cy="9144"/>
          </a:xfrm>
          <a:prstGeom prst="rect">
            <a:avLst/>
          </a:prstGeom>
          <a:solidFill>
            <a:srgbClr val="1A3A2A"/>
          </a:solidFill>
          <a:ln w="12700">
            <a:solidFill>
              <a:srgbClr val="1A3A2A"/>
            </a:solidFill>
            <a:prstDash val="solid"/>
          </a:ln>
        </p:spPr>
      </p:sp>
      <p:sp>
        <p:nvSpPr>
          <p:cNvPr id="35" name="Shape 33"/>
          <p:cNvSpPr/>
          <p:nvPr/>
        </p:nvSpPr>
        <p:spPr>
          <a:xfrm>
            <a:off x="8019288" y="502920"/>
            <a:ext cx="457200" cy="9144"/>
          </a:xfrm>
          <a:prstGeom prst="rect">
            <a:avLst/>
          </a:prstGeom>
          <a:solidFill>
            <a:srgbClr val="1A3A2A"/>
          </a:solidFill>
          <a:ln w="12700">
            <a:solidFill>
              <a:srgbClr val="1A3A2A"/>
            </a:solidFill>
            <a:prstDash val="solid"/>
          </a:ln>
        </p:spPr>
      </p:sp>
      <p:sp>
        <p:nvSpPr>
          <p:cNvPr id="36" name="Shape 34"/>
          <p:cNvSpPr/>
          <p:nvPr/>
        </p:nvSpPr>
        <p:spPr>
          <a:xfrm>
            <a:off x="8613648" y="502920"/>
            <a:ext cx="457200" cy="9144"/>
          </a:xfrm>
          <a:prstGeom prst="rect">
            <a:avLst/>
          </a:prstGeom>
          <a:solidFill>
            <a:srgbClr val="1A3A2A"/>
          </a:solidFill>
          <a:ln w="12700">
            <a:solidFill>
              <a:srgbClr val="1A3A2A"/>
            </a:solidFill>
            <a:prstDash val="solid"/>
          </a:ln>
        </p:spPr>
      </p:sp>
      <p:sp>
        <p:nvSpPr>
          <p:cNvPr id="37" name="Shape 35"/>
          <p:cNvSpPr/>
          <p:nvPr/>
        </p:nvSpPr>
        <p:spPr>
          <a:xfrm>
            <a:off x="9208008" y="502920"/>
            <a:ext cx="457200" cy="9144"/>
          </a:xfrm>
          <a:prstGeom prst="rect">
            <a:avLst/>
          </a:prstGeom>
          <a:solidFill>
            <a:srgbClr val="1A3A2A"/>
          </a:solidFill>
          <a:ln w="12700">
            <a:solidFill>
              <a:srgbClr val="1A3A2A"/>
            </a:solidFill>
            <a:prstDash val="solid"/>
          </a:ln>
        </p:spPr>
      </p:sp>
      <p:sp>
        <p:nvSpPr>
          <p:cNvPr id="38" name="Shape 36"/>
          <p:cNvSpPr/>
          <p:nvPr/>
        </p:nvSpPr>
        <p:spPr>
          <a:xfrm>
            <a:off x="9802368" y="502920"/>
            <a:ext cx="457200" cy="9144"/>
          </a:xfrm>
          <a:prstGeom prst="rect">
            <a:avLst/>
          </a:prstGeom>
          <a:solidFill>
            <a:srgbClr val="1A3A2A"/>
          </a:solidFill>
          <a:ln w="12700">
            <a:solidFill>
              <a:srgbClr val="1A3A2A"/>
            </a:solidFill>
            <a:prstDash val="solid"/>
          </a:ln>
        </p:spPr>
      </p:sp>
      <p:sp>
        <p:nvSpPr>
          <p:cNvPr id="39" name="Shape 37"/>
          <p:cNvSpPr/>
          <p:nvPr/>
        </p:nvSpPr>
        <p:spPr>
          <a:xfrm>
            <a:off x="10396728" y="502920"/>
            <a:ext cx="457200" cy="9144"/>
          </a:xfrm>
          <a:prstGeom prst="rect">
            <a:avLst/>
          </a:prstGeom>
          <a:solidFill>
            <a:srgbClr val="1A3A2A"/>
          </a:solidFill>
          <a:ln w="12700">
            <a:solidFill>
              <a:srgbClr val="1A3A2A"/>
            </a:solidFill>
            <a:prstDash val="solid"/>
          </a:ln>
        </p:spPr>
      </p:sp>
      <p:sp>
        <p:nvSpPr>
          <p:cNvPr id="40" name="Shape 38"/>
          <p:cNvSpPr/>
          <p:nvPr/>
        </p:nvSpPr>
        <p:spPr>
          <a:xfrm>
            <a:off x="10991088" y="502920"/>
            <a:ext cx="457200" cy="9144"/>
          </a:xfrm>
          <a:prstGeom prst="rect">
            <a:avLst/>
          </a:prstGeom>
          <a:solidFill>
            <a:srgbClr val="1A3A2A"/>
          </a:solidFill>
          <a:ln w="12700">
            <a:solidFill>
              <a:srgbClr val="1A3A2A"/>
            </a:solidFill>
            <a:prstDash val="solid"/>
          </a:ln>
        </p:spPr>
      </p:sp>
      <p:sp>
        <p:nvSpPr>
          <p:cNvPr id="41" name="Shape 39"/>
          <p:cNvSpPr/>
          <p:nvPr/>
        </p:nvSpPr>
        <p:spPr>
          <a:xfrm>
            <a:off x="11585448" y="502920"/>
            <a:ext cx="457200" cy="9144"/>
          </a:xfrm>
          <a:prstGeom prst="rect">
            <a:avLst/>
          </a:prstGeom>
          <a:solidFill>
            <a:srgbClr val="1A3A2A"/>
          </a:solidFill>
          <a:ln w="12700">
            <a:solidFill>
              <a:srgbClr val="1A3A2A"/>
            </a:solidFill>
            <a:prstDash val="solid"/>
          </a:ln>
        </p:spPr>
      </p:sp>
      <p:sp>
        <p:nvSpPr>
          <p:cNvPr id="42" name="Shape 40"/>
          <p:cNvSpPr/>
          <p:nvPr/>
        </p:nvSpPr>
        <p:spPr>
          <a:xfrm>
            <a:off x="0" y="1005840"/>
            <a:ext cx="457200" cy="9144"/>
          </a:xfrm>
          <a:prstGeom prst="rect">
            <a:avLst/>
          </a:prstGeom>
          <a:solidFill>
            <a:srgbClr val="1A3A2A"/>
          </a:solidFill>
          <a:ln w="12700">
            <a:solidFill>
              <a:srgbClr val="1A3A2A"/>
            </a:solidFill>
            <a:prstDash val="solid"/>
          </a:ln>
        </p:spPr>
      </p:sp>
      <p:sp>
        <p:nvSpPr>
          <p:cNvPr id="43" name="Shape 41"/>
          <p:cNvSpPr/>
          <p:nvPr/>
        </p:nvSpPr>
        <p:spPr>
          <a:xfrm>
            <a:off x="594360" y="1005840"/>
            <a:ext cx="457200" cy="9144"/>
          </a:xfrm>
          <a:prstGeom prst="rect">
            <a:avLst/>
          </a:prstGeom>
          <a:solidFill>
            <a:srgbClr val="1A3A2A"/>
          </a:solidFill>
          <a:ln w="12700">
            <a:solidFill>
              <a:srgbClr val="1A3A2A"/>
            </a:solidFill>
            <a:prstDash val="solid"/>
          </a:ln>
        </p:spPr>
      </p:sp>
      <p:sp>
        <p:nvSpPr>
          <p:cNvPr id="44" name="Shape 42"/>
          <p:cNvSpPr/>
          <p:nvPr/>
        </p:nvSpPr>
        <p:spPr>
          <a:xfrm>
            <a:off x="1188720" y="1005840"/>
            <a:ext cx="457200" cy="9144"/>
          </a:xfrm>
          <a:prstGeom prst="rect">
            <a:avLst/>
          </a:prstGeom>
          <a:solidFill>
            <a:srgbClr val="1A3A2A"/>
          </a:solidFill>
          <a:ln w="12700">
            <a:solidFill>
              <a:srgbClr val="1A3A2A"/>
            </a:solidFill>
            <a:prstDash val="solid"/>
          </a:ln>
        </p:spPr>
      </p:sp>
      <p:sp>
        <p:nvSpPr>
          <p:cNvPr id="45" name="Shape 43"/>
          <p:cNvSpPr/>
          <p:nvPr/>
        </p:nvSpPr>
        <p:spPr>
          <a:xfrm>
            <a:off x="1783080" y="1005840"/>
            <a:ext cx="457200" cy="9144"/>
          </a:xfrm>
          <a:prstGeom prst="rect">
            <a:avLst/>
          </a:prstGeom>
          <a:solidFill>
            <a:srgbClr val="1A3A2A"/>
          </a:solidFill>
          <a:ln w="12700">
            <a:solidFill>
              <a:srgbClr val="1A3A2A"/>
            </a:solidFill>
            <a:prstDash val="solid"/>
          </a:ln>
        </p:spPr>
      </p:sp>
      <p:sp>
        <p:nvSpPr>
          <p:cNvPr id="46" name="Shape 44"/>
          <p:cNvSpPr/>
          <p:nvPr/>
        </p:nvSpPr>
        <p:spPr>
          <a:xfrm>
            <a:off x="2377440" y="1005840"/>
            <a:ext cx="457200" cy="9144"/>
          </a:xfrm>
          <a:prstGeom prst="rect">
            <a:avLst/>
          </a:prstGeom>
          <a:solidFill>
            <a:srgbClr val="1A3A2A"/>
          </a:solidFill>
          <a:ln w="12700">
            <a:solidFill>
              <a:srgbClr val="1A3A2A"/>
            </a:solidFill>
            <a:prstDash val="solid"/>
          </a:ln>
        </p:spPr>
      </p:sp>
      <p:sp>
        <p:nvSpPr>
          <p:cNvPr id="47" name="Shape 45"/>
          <p:cNvSpPr/>
          <p:nvPr/>
        </p:nvSpPr>
        <p:spPr>
          <a:xfrm>
            <a:off x="2971800" y="1005840"/>
            <a:ext cx="457200" cy="9144"/>
          </a:xfrm>
          <a:prstGeom prst="rect">
            <a:avLst/>
          </a:prstGeom>
          <a:solidFill>
            <a:srgbClr val="1A3A2A"/>
          </a:solidFill>
          <a:ln w="12700">
            <a:solidFill>
              <a:srgbClr val="1A3A2A"/>
            </a:solidFill>
            <a:prstDash val="solid"/>
          </a:ln>
        </p:spPr>
      </p:sp>
      <p:sp>
        <p:nvSpPr>
          <p:cNvPr id="48" name="Shape 46"/>
          <p:cNvSpPr/>
          <p:nvPr/>
        </p:nvSpPr>
        <p:spPr>
          <a:xfrm>
            <a:off x="3566160" y="1005840"/>
            <a:ext cx="457200" cy="9144"/>
          </a:xfrm>
          <a:prstGeom prst="rect">
            <a:avLst/>
          </a:prstGeom>
          <a:solidFill>
            <a:srgbClr val="1A3A2A"/>
          </a:solidFill>
          <a:ln w="12700">
            <a:solidFill>
              <a:srgbClr val="1A3A2A"/>
            </a:solidFill>
            <a:prstDash val="solid"/>
          </a:ln>
        </p:spPr>
      </p:sp>
      <p:sp>
        <p:nvSpPr>
          <p:cNvPr id="49" name="Shape 47"/>
          <p:cNvSpPr/>
          <p:nvPr/>
        </p:nvSpPr>
        <p:spPr>
          <a:xfrm>
            <a:off x="4160520" y="1005840"/>
            <a:ext cx="457200" cy="9144"/>
          </a:xfrm>
          <a:prstGeom prst="rect">
            <a:avLst/>
          </a:prstGeom>
          <a:solidFill>
            <a:srgbClr val="1A3A2A"/>
          </a:solidFill>
          <a:ln w="12700">
            <a:solidFill>
              <a:srgbClr val="1A3A2A"/>
            </a:solidFill>
            <a:prstDash val="solid"/>
          </a:ln>
        </p:spPr>
      </p:sp>
      <p:sp>
        <p:nvSpPr>
          <p:cNvPr id="50" name="Shape 48"/>
          <p:cNvSpPr/>
          <p:nvPr/>
        </p:nvSpPr>
        <p:spPr>
          <a:xfrm>
            <a:off x="4754880" y="1005840"/>
            <a:ext cx="457200" cy="9144"/>
          </a:xfrm>
          <a:prstGeom prst="rect">
            <a:avLst/>
          </a:prstGeom>
          <a:solidFill>
            <a:srgbClr val="1A3A2A"/>
          </a:solidFill>
          <a:ln w="12700">
            <a:solidFill>
              <a:srgbClr val="1A3A2A"/>
            </a:solidFill>
            <a:prstDash val="solid"/>
          </a:ln>
        </p:spPr>
      </p:sp>
      <p:sp>
        <p:nvSpPr>
          <p:cNvPr id="51" name="Shape 49"/>
          <p:cNvSpPr/>
          <p:nvPr/>
        </p:nvSpPr>
        <p:spPr>
          <a:xfrm>
            <a:off x="5349240" y="1005840"/>
            <a:ext cx="457200" cy="9144"/>
          </a:xfrm>
          <a:prstGeom prst="rect">
            <a:avLst/>
          </a:prstGeom>
          <a:solidFill>
            <a:srgbClr val="1A3A2A"/>
          </a:solidFill>
          <a:ln w="12700">
            <a:solidFill>
              <a:srgbClr val="1A3A2A"/>
            </a:solidFill>
            <a:prstDash val="solid"/>
          </a:ln>
        </p:spPr>
      </p:sp>
      <p:sp>
        <p:nvSpPr>
          <p:cNvPr id="52" name="Shape 50"/>
          <p:cNvSpPr/>
          <p:nvPr/>
        </p:nvSpPr>
        <p:spPr>
          <a:xfrm>
            <a:off x="5943600" y="1005840"/>
            <a:ext cx="457200" cy="9144"/>
          </a:xfrm>
          <a:prstGeom prst="rect">
            <a:avLst/>
          </a:prstGeom>
          <a:solidFill>
            <a:srgbClr val="1A3A2A"/>
          </a:solidFill>
          <a:ln w="12700">
            <a:solidFill>
              <a:srgbClr val="1A3A2A"/>
            </a:solidFill>
            <a:prstDash val="solid"/>
          </a:ln>
        </p:spPr>
      </p:sp>
      <p:sp>
        <p:nvSpPr>
          <p:cNvPr id="53" name="Shape 51"/>
          <p:cNvSpPr/>
          <p:nvPr/>
        </p:nvSpPr>
        <p:spPr>
          <a:xfrm>
            <a:off x="6537960" y="1005840"/>
            <a:ext cx="457200" cy="9144"/>
          </a:xfrm>
          <a:prstGeom prst="rect">
            <a:avLst/>
          </a:prstGeom>
          <a:solidFill>
            <a:srgbClr val="1A3A2A"/>
          </a:solidFill>
          <a:ln w="12700">
            <a:solidFill>
              <a:srgbClr val="1A3A2A"/>
            </a:solidFill>
            <a:prstDash val="solid"/>
          </a:ln>
        </p:spPr>
      </p:sp>
      <p:sp>
        <p:nvSpPr>
          <p:cNvPr id="54" name="Shape 52"/>
          <p:cNvSpPr/>
          <p:nvPr/>
        </p:nvSpPr>
        <p:spPr>
          <a:xfrm>
            <a:off x="7132320" y="1005840"/>
            <a:ext cx="457200" cy="9144"/>
          </a:xfrm>
          <a:prstGeom prst="rect">
            <a:avLst/>
          </a:prstGeom>
          <a:solidFill>
            <a:srgbClr val="1A3A2A"/>
          </a:solidFill>
          <a:ln w="12700">
            <a:solidFill>
              <a:srgbClr val="1A3A2A"/>
            </a:solidFill>
            <a:prstDash val="solid"/>
          </a:ln>
        </p:spPr>
      </p:sp>
      <p:sp>
        <p:nvSpPr>
          <p:cNvPr id="55" name="Shape 53"/>
          <p:cNvSpPr/>
          <p:nvPr/>
        </p:nvSpPr>
        <p:spPr>
          <a:xfrm>
            <a:off x="7726680" y="1005840"/>
            <a:ext cx="457200" cy="9144"/>
          </a:xfrm>
          <a:prstGeom prst="rect">
            <a:avLst/>
          </a:prstGeom>
          <a:solidFill>
            <a:srgbClr val="1A3A2A"/>
          </a:solidFill>
          <a:ln w="12700">
            <a:solidFill>
              <a:srgbClr val="1A3A2A"/>
            </a:solidFill>
            <a:prstDash val="solid"/>
          </a:ln>
        </p:spPr>
      </p:sp>
      <p:sp>
        <p:nvSpPr>
          <p:cNvPr id="56" name="Shape 54"/>
          <p:cNvSpPr/>
          <p:nvPr/>
        </p:nvSpPr>
        <p:spPr>
          <a:xfrm>
            <a:off x="8321040" y="1005840"/>
            <a:ext cx="457200" cy="9144"/>
          </a:xfrm>
          <a:prstGeom prst="rect">
            <a:avLst/>
          </a:prstGeom>
          <a:solidFill>
            <a:srgbClr val="1A3A2A"/>
          </a:solidFill>
          <a:ln w="12700">
            <a:solidFill>
              <a:srgbClr val="1A3A2A"/>
            </a:solidFill>
            <a:prstDash val="solid"/>
          </a:ln>
        </p:spPr>
      </p:sp>
      <p:sp>
        <p:nvSpPr>
          <p:cNvPr id="57" name="Shape 55"/>
          <p:cNvSpPr/>
          <p:nvPr/>
        </p:nvSpPr>
        <p:spPr>
          <a:xfrm>
            <a:off x="8915400" y="1005840"/>
            <a:ext cx="457200" cy="9144"/>
          </a:xfrm>
          <a:prstGeom prst="rect">
            <a:avLst/>
          </a:prstGeom>
          <a:solidFill>
            <a:srgbClr val="1A3A2A"/>
          </a:solidFill>
          <a:ln w="12700">
            <a:solidFill>
              <a:srgbClr val="1A3A2A"/>
            </a:solidFill>
            <a:prstDash val="solid"/>
          </a:ln>
        </p:spPr>
      </p:sp>
      <p:sp>
        <p:nvSpPr>
          <p:cNvPr id="58" name="Shape 56"/>
          <p:cNvSpPr/>
          <p:nvPr/>
        </p:nvSpPr>
        <p:spPr>
          <a:xfrm>
            <a:off x="9509760" y="1005840"/>
            <a:ext cx="457200" cy="9144"/>
          </a:xfrm>
          <a:prstGeom prst="rect">
            <a:avLst/>
          </a:prstGeom>
          <a:solidFill>
            <a:srgbClr val="1A3A2A"/>
          </a:solidFill>
          <a:ln w="12700">
            <a:solidFill>
              <a:srgbClr val="1A3A2A"/>
            </a:solidFill>
            <a:prstDash val="solid"/>
          </a:ln>
        </p:spPr>
      </p:sp>
      <p:sp>
        <p:nvSpPr>
          <p:cNvPr id="59" name="Shape 57"/>
          <p:cNvSpPr/>
          <p:nvPr/>
        </p:nvSpPr>
        <p:spPr>
          <a:xfrm>
            <a:off x="10104120" y="1005840"/>
            <a:ext cx="457200" cy="9144"/>
          </a:xfrm>
          <a:prstGeom prst="rect">
            <a:avLst/>
          </a:prstGeom>
          <a:solidFill>
            <a:srgbClr val="1A3A2A"/>
          </a:solidFill>
          <a:ln w="12700">
            <a:solidFill>
              <a:srgbClr val="1A3A2A"/>
            </a:solidFill>
            <a:prstDash val="solid"/>
          </a:ln>
        </p:spPr>
      </p:sp>
      <p:sp>
        <p:nvSpPr>
          <p:cNvPr id="60" name="Shape 58"/>
          <p:cNvSpPr/>
          <p:nvPr/>
        </p:nvSpPr>
        <p:spPr>
          <a:xfrm>
            <a:off x="10698480" y="1005840"/>
            <a:ext cx="457200" cy="9144"/>
          </a:xfrm>
          <a:prstGeom prst="rect">
            <a:avLst/>
          </a:prstGeom>
          <a:solidFill>
            <a:srgbClr val="1A3A2A"/>
          </a:solidFill>
          <a:ln w="12700">
            <a:solidFill>
              <a:srgbClr val="1A3A2A"/>
            </a:solidFill>
            <a:prstDash val="solid"/>
          </a:ln>
        </p:spPr>
      </p:sp>
      <p:sp>
        <p:nvSpPr>
          <p:cNvPr id="61" name="Shape 59"/>
          <p:cNvSpPr/>
          <p:nvPr/>
        </p:nvSpPr>
        <p:spPr>
          <a:xfrm>
            <a:off x="11292840" y="1005840"/>
            <a:ext cx="457200" cy="9144"/>
          </a:xfrm>
          <a:prstGeom prst="rect">
            <a:avLst/>
          </a:prstGeom>
          <a:solidFill>
            <a:srgbClr val="1A3A2A"/>
          </a:solidFill>
          <a:ln w="12700">
            <a:solidFill>
              <a:srgbClr val="1A3A2A"/>
            </a:solidFill>
            <a:prstDash val="solid"/>
          </a:ln>
        </p:spPr>
      </p:sp>
      <p:sp>
        <p:nvSpPr>
          <p:cNvPr id="62" name="Shape 60"/>
          <p:cNvSpPr/>
          <p:nvPr/>
        </p:nvSpPr>
        <p:spPr>
          <a:xfrm>
            <a:off x="292608" y="1508760"/>
            <a:ext cx="457200" cy="9144"/>
          </a:xfrm>
          <a:prstGeom prst="rect">
            <a:avLst/>
          </a:prstGeom>
          <a:solidFill>
            <a:srgbClr val="1A3A2A"/>
          </a:solidFill>
          <a:ln w="12700">
            <a:solidFill>
              <a:srgbClr val="1A3A2A"/>
            </a:solidFill>
            <a:prstDash val="solid"/>
          </a:ln>
        </p:spPr>
      </p:sp>
      <p:sp>
        <p:nvSpPr>
          <p:cNvPr id="63" name="Shape 61"/>
          <p:cNvSpPr/>
          <p:nvPr/>
        </p:nvSpPr>
        <p:spPr>
          <a:xfrm>
            <a:off x="886968" y="1508760"/>
            <a:ext cx="457200" cy="9144"/>
          </a:xfrm>
          <a:prstGeom prst="rect">
            <a:avLst/>
          </a:prstGeom>
          <a:solidFill>
            <a:srgbClr val="1A3A2A"/>
          </a:solidFill>
          <a:ln w="12700">
            <a:solidFill>
              <a:srgbClr val="1A3A2A"/>
            </a:solidFill>
            <a:prstDash val="solid"/>
          </a:ln>
        </p:spPr>
      </p:sp>
      <p:sp>
        <p:nvSpPr>
          <p:cNvPr id="64" name="Shape 62"/>
          <p:cNvSpPr/>
          <p:nvPr/>
        </p:nvSpPr>
        <p:spPr>
          <a:xfrm>
            <a:off x="1481328" y="1508760"/>
            <a:ext cx="457200" cy="9144"/>
          </a:xfrm>
          <a:prstGeom prst="rect">
            <a:avLst/>
          </a:prstGeom>
          <a:solidFill>
            <a:srgbClr val="1A3A2A"/>
          </a:solidFill>
          <a:ln w="12700">
            <a:solidFill>
              <a:srgbClr val="1A3A2A"/>
            </a:solidFill>
            <a:prstDash val="solid"/>
          </a:ln>
        </p:spPr>
      </p:sp>
      <p:sp>
        <p:nvSpPr>
          <p:cNvPr id="65" name="Shape 63"/>
          <p:cNvSpPr/>
          <p:nvPr/>
        </p:nvSpPr>
        <p:spPr>
          <a:xfrm>
            <a:off x="2075688" y="1508760"/>
            <a:ext cx="457200" cy="9144"/>
          </a:xfrm>
          <a:prstGeom prst="rect">
            <a:avLst/>
          </a:prstGeom>
          <a:solidFill>
            <a:srgbClr val="1A3A2A"/>
          </a:solidFill>
          <a:ln w="12700">
            <a:solidFill>
              <a:srgbClr val="1A3A2A"/>
            </a:solidFill>
            <a:prstDash val="solid"/>
          </a:ln>
        </p:spPr>
      </p:sp>
      <p:sp>
        <p:nvSpPr>
          <p:cNvPr id="66" name="Shape 64"/>
          <p:cNvSpPr/>
          <p:nvPr/>
        </p:nvSpPr>
        <p:spPr>
          <a:xfrm>
            <a:off x="2670048" y="1508760"/>
            <a:ext cx="457200" cy="9144"/>
          </a:xfrm>
          <a:prstGeom prst="rect">
            <a:avLst/>
          </a:prstGeom>
          <a:solidFill>
            <a:srgbClr val="1A3A2A"/>
          </a:solidFill>
          <a:ln w="12700">
            <a:solidFill>
              <a:srgbClr val="1A3A2A"/>
            </a:solidFill>
            <a:prstDash val="solid"/>
          </a:ln>
        </p:spPr>
      </p:sp>
      <p:sp>
        <p:nvSpPr>
          <p:cNvPr id="67" name="Shape 65"/>
          <p:cNvSpPr/>
          <p:nvPr/>
        </p:nvSpPr>
        <p:spPr>
          <a:xfrm>
            <a:off x="3264408" y="1508760"/>
            <a:ext cx="457200" cy="9144"/>
          </a:xfrm>
          <a:prstGeom prst="rect">
            <a:avLst/>
          </a:prstGeom>
          <a:solidFill>
            <a:srgbClr val="1A3A2A"/>
          </a:solidFill>
          <a:ln w="12700">
            <a:solidFill>
              <a:srgbClr val="1A3A2A"/>
            </a:solidFill>
            <a:prstDash val="solid"/>
          </a:ln>
        </p:spPr>
      </p:sp>
      <p:sp>
        <p:nvSpPr>
          <p:cNvPr id="68" name="Shape 66"/>
          <p:cNvSpPr/>
          <p:nvPr/>
        </p:nvSpPr>
        <p:spPr>
          <a:xfrm>
            <a:off x="3858768" y="1508760"/>
            <a:ext cx="457200" cy="9144"/>
          </a:xfrm>
          <a:prstGeom prst="rect">
            <a:avLst/>
          </a:prstGeom>
          <a:solidFill>
            <a:srgbClr val="1A3A2A"/>
          </a:solidFill>
          <a:ln w="12700">
            <a:solidFill>
              <a:srgbClr val="1A3A2A"/>
            </a:solidFill>
            <a:prstDash val="solid"/>
          </a:ln>
        </p:spPr>
      </p:sp>
      <p:sp>
        <p:nvSpPr>
          <p:cNvPr id="69" name="Shape 67"/>
          <p:cNvSpPr/>
          <p:nvPr/>
        </p:nvSpPr>
        <p:spPr>
          <a:xfrm>
            <a:off x="4453128" y="1508760"/>
            <a:ext cx="457200" cy="9144"/>
          </a:xfrm>
          <a:prstGeom prst="rect">
            <a:avLst/>
          </a:prstGeom>
          <a:solidFill>
            <a:srgbClr val="1A3A2A"/>
          </a:solidFill>
          <a:ln w="12700">
            <a:solidFill>
              <a:srgbClr val="1A3A2A"/>
            </a:solidFill>
            <a:prstDash val="solid"/>
          </a:ln>
        </p:spPr>
      </p:sp>
      <p:sp>
        <p:nvSpPr>
          <p:cNvPr id="70" name="Shape 68"/>
          <p:cNvSpPr/>
          <p:nvPr/>
        </p:nvSpPr>
        <p:spPr>
          <a:xfrm>
            <a:off x="5047488" y="1508760"/>
            <a:ext cx="457200" cy="9144"/>
          </a:xfrm>
          <a:prstGeom prst="rect">
            <a:avLst/>
          </a:prstGeom>
          <a:solidFill>
            <a:srgbClr val="1A3A2A"/>
          </a:solidFill>
          <a:ln w="12700">
            <a:solidFill>
              <a:srgbClr val="1A3A2A"/>
            </a:solidFill>
            <a:prstDash val="solid"/>
          </a:ln>
        </p:spPr>
      </p:sp>
      <p:sp>
        <p:nvSpPr>
          <p:cNvPr id="71" name="Shape 69"/>
          <p:cNvSpPr/>
          <p:nvPr/>
        </p:nvSpPr>
        <p:spPr>
          <a:xfrm>
            <a:off x="5641848" y="1508760"/>
            <a:ext cx="457200" cy="9144"/>
          </a:xfrm>
          <a:prstGeom prst="rect">
            <a:avLst/>
          </a:prstGeom>
          <a:solidFill>
            <a:srgbClr val="1A3A2A"/>
          </a:solidFill>
          <a:ln w="12700">
            <a:solidFill>
              <a:srgbClr val="1A3A2A"/>
            </a:solidFill>
            <a:prstDash val="solid"/>
          </a:ln>
        </p:spPr>
      </p:sp>
      <p:sp>
        <p:nvSpPr>
          <p:cNvPr id="72" name="Shape 70"/>
          <p:cNvSpPr/>
          <p:nvPr/>
        </p:nvSpPr>
        <p:spPr>
          <a:xfrm>
            <a:off x="6236208" y="1508760"/>
            <a:ext cx="457200" cy="9144"/>
          </a:xfrm>
          <a:prstGeom prst="rect">
            <a:avLst/>
          </a:prstGeom>
          <a:solidFill>
            <a:srgbClr val="1A3A2A"/>
          </a:solidFill>
          <a:ln w="12700">
            <a:solidFill>
              <a:srgbClr val="1A3A2A"/>
            </a:solidFill>
            <a:prstDash val="solid"/>
          </a:ln>
        </p:spPr>
      </p:sp>
      <p:sp>
        <p:nvSpPr>
          <p:cNvPr id="73" name="Shape 71"/>
          <p:cNvSpPr/>
          <p:nvPr/>
        </p:nvSpPr>
        <p:spPr>
          <a:xfrm>
            <a:off x="6830568" y="1508760"/>
            <a:ext cx="457200" cy="9144"/>
          </a:xfrm>
          <a:prstGeom prst="rect">
            <a:avLst/>
          </a:prstGeom>
          <a:solidFill>
            <a:srgbClr val="1A3A2A"/>
          </a:solidFill>
          <a:ln w="12700">
            <a:solidFill>
              <a:srgbClr val="1A3A2A"/>
            </a:solidFill>
            <a:prstDash val="solid"/>
          </a:ln>
        </p:spPr>
      </p:sp>
      <p:sp>
        <p:nvSpPr>
          <p:cNvPr id="74" name="Shape 72"/>
          <p:cNvSpPr/>
          <p:nvPr/>
        </p:nvSpPr>
        <p:spPr>
          <a:xfrm>
            <a:off x="7424928" y="1508760"/>
            <a:ext cx="457200" cy="9144"/>
          </a:xfrm>
          <a:prstGeom prst="rect">
            <a:avLst/>
          </a:prstGeom>
          <a:solidFill>
            <a:srgbClr val="1A3A2A"/>
          </a:solidFill>
          <a:ln w="12700">
            <a:solidFill>
              <a:srgbClr val="1A3A2A"/>
            </a:solidFill>
            <a:prstDash val="solid"/>
          </a:ln>
        </p:spPr>
      </p:sp>
      <p:sp>
        <p:nvSpPr>
          <p:cNvPr id="75" name="Shape 73"/>
          <p:cNvSpPr/>
          <p:nvPr/>
        </p:nvSpPr>
        <p:spPr>
          <a:xfrm>
            <a:off x="8019288" y="1508760"/>
            <a:ext cx="457200" cy="9144"/>
          </a:xfrm>
          <a:prstGeom prst="rect">
            <a:avLst/>
          </a:prstGeom>
          <a:solidFill>
            <a:srgbClr val="1A3A2A"/>
          </a:solidFill>
          <a:ln w="12700">
            <a:solidFill>
              <a:srgbClr val="1A3A2A"/>
            </a:solidFill>
            <a:prstDash val="solid"/>
          </a:ln>
        </p:spPr>
      </p:sp>
      <p:sp>
        <p:nvSpPr>
          <p:cNvPr id="76" name="Shape 74"/>
          <p:cNvSpPr/>
          <p:nvPr/>
        </p:nvSpPr>
        <p:spPr>
          <a:xfrm>
            <a:off x="8613648" y="1508760"/>
            <a:ext cx="457200" cy="9144"/>
          </a:xfrm>
          <a:prstGeom prst="rect">
            <a:avLst/>
          </a:prstGeom>
          <a:solidFill>
            <a:srgbClr val="1A3A2A"/>
          </a:solidFill>
          <a:ln w="12700">
            <a:solidFill>
              <a:srgbClr val="1A3A2A"/>
            </a:solidFill>
            <a:prstDash val="solid"/>
          </a:ln>
        </p:spPr>
      </p:sp>
      <p:sp>
        <p:nvSpPr>
          <p:cNvPr id="77" name="Shape 75"/>
          <p:cNvSpPr/>
          <p:nvPr/>
        </p:nvSpPr>
        <p:spPr>
          <a:xfrm>
            <a:off x="9208008" y="1508760"/>
            <a:ext cx="457200" cy="9144"/>
          </a:xfrm>
          <a:prstGeom prst="rect">
            <a:avLst/>
          </a:prstGeom>
          <a:solidFill>
            <a:srgbClr val="1A3A2A"/>
          </a:solidFill>
          <a:ln w="12700">
            <a:solidFill>
              <a:srgbClr val="1A3A2A"/>
            </a:solidFill>
            <a:prstDash val="solid"/>
          </a:ln>
        </p:spPr>
      </p:sp>
      <p:sp>
        <p:nvSpPr>
          <p:cNvPr id="78" name="Shape 76"/>
          <p:cNvSpPr/>
          <p:nvPr/>
        </p:nvSpPr>
        <p:spPr>
          <a:xfrm>
            <a:off x="9802368" y="1508760"/>
            <a:ext cx="457200" cy="9144"/>
          </a:xfrm>
          <a:prstGeom prst="rect">
            <a:avLst/>
          </a:prstGeom>
          <a:solidFill>
            <a:srgbClr val="1A3A2A"/>
          </a:solidFill>
          <a:ln w="12700">
            <a:solidFill>
              <a:srgbClr val="1A3A2A"/>
            </a:solidFill>
            <a:prstDash val="solid"/>
          </a:ln>
        </p:spPr>
      </p:sp>
      <p:sp>
        <p:nvSpPr>
          <p:cNvPr id="79" name="Shape 77"/>
          <p:cNvSpPr/>
          <p:nvPr/>
        </p:nvSpPr>
        <p:spPr>
          <a:xfrm>
            <a:off x="10396728" y="1508760"/>
            <a:ext cx="457200" cy="9144"/>
          </a:xfrm>
          <a:prstGeom prst="rect">
            <a:avLst/>
          </a:prstGeom>
          <a:solidFill>
            <a:srgbClr val="1A3A2A"/>
          </a:solidFill>
          <a:ln w="12700">
            <a:solidFill>
              <a:srgbClr val="1A3A2A"/>
            </a:solidFill>
            <a:prstDash val="solid"/>
          </a:ln>
        </p:spPr>
      </p:sp>
      <p:sp>
        <p:nvSpPr>
          <p:cNvPr id="80" name="Shape 78"/>
          <p:cNvSpPr/>
          <p:nvPr/>
        </p:nvSpPr>
        <p:spPr>
          <a:xfrm>
            <a:off x="10991088" y="1508760"/>
            <a:ext cx="457200" cy="9144"/>
          </a:xfrm>
          <a:prstGeom prst="rect">
            <a:avLst/>
          </a:prstGeom>
          <a:solidFill>
            <a:srgbClr val="1A3A2A"/>
          </a:solidFill>
          <a:ln w="12700">
            <a:solidFill>
              <a:srgbClr val="1A3A2A"/>
            </a:solidFill>
            <a:prstDash val="solid"/>
          </a:ln>
        </p:spPr>
      </p:sp>
      <p:sp>
        <p:nvSpPr>
          <p:cNvPr id="81" name="Shape 79"/>
          <p:cNvSpPr/>
          <p:nvPr/>
        </p:nvSpPr>
        <p:spPr>
          <a:xfrm>
            <a:off x="11585448" y="1508760"/>
            <a:ext cx="457200" cy="9144"/>
          </a:xfrm>
          <a:prstGeom prst="rect">
            <a:avLst/>
          </a:prstGeom>
          <a:solidFill>
            <a:srgbClr val="1A3A2A"/>
          </a:solidFill>
          <a:ln w="12700">
            <a:solidFill>
              <a:srgbClr val="1A3A2A"/>
            </a:solidFill>
            <a:prstDash val="solid"/>
          </a:ln>
        </p:spPr>
      </p:sp>
      <p:sp>
        <p:nvSpPr>
          <p:cNvPr id="82" name="Shape 80"/>
          <p:cNvSpPr/>
          <p:nvPr/>
        </p:nvSpPr>
        <p:spPr>
          <a:xfrm>
            <a:off x="0" y="2011680"/>
            <a:ext cx="457200" cy="9144"/>
          </a:xfrm>
          <a:prstGeom prst="rect">
            <a:avLst/>
          </a:prstGeom>
          <a:solidFill>
            <a:srgbClr val="1A3A2A"/>
          </a:solidFill>
          <a:ln w="12700">
            <a:solidFill>
              <a:srgbClr val="1A3A2A"/>
            </a:solidFill>
            <a:prstDash val="solid"/>
          </a:ln>
        </p:spPr>
      </p:sp>
      <p:sp>
        <p:nvSpPr>
          <p:cNvPr id="83" name="Shape 81"/>
          <p:cNvSpPr/>
          <p:nvPr/>
        </p:nvSpPr>
        <p:spPr>
          <a:xfrm>
            <a:off x="594360" y="2011680"/>
            <a:ext cx="457200" cy="9144"/>
          </a:xfrm>
          <a:prstGeom prst="rect">
            <a:avLst/>
          </a:prstGeom>
          <a:solidFill>
            <a:srgbClr val="1A3A2A"/>
          </a:solidFill>
          <a:ln w="12700">
            <a:solidFill>
              <a:srgbClr val="1A3A2A"/>
            </a:solidFill>
            <a:prstDash val="solid"/>
          </a:ln>
        </p:spPr>
      </p:sp>
      <p:sp>
        <p:nvSpPr>
          <p:cNvPr id="84" name="Shape 82"/>
          <p:cNvSpPr/>
          <p:nvPr/>
        </p:nvSpPr>
        <p:spPr>
          <a:xfrm>
            <a:off x="1188720" y="2011680"/>
            <a:ext cx="457200" cy="9144"/>
          </a:xfrm>
          <a:prstGeom prst="rect">
            <a:avLst/>
          </a:prstGeom>
          <a:solidFill>
            <a:srgbClr val="1A3A2A"/>
          </a:solidFill>
          <a:ln w="12700">
            <a:solidFill>
              <a:srgbClr val="1A3A2A"/>
            </a:solidFill>
            <a:prstDash val="solid"/>
          </a:ln>
        </p:spPr>
      </p:sp>
      <p:sp>
        <p:nvSpPr>
          <p:cNvPr id="85" name="Shape 83"/>
          <p:cNvSpPr/>
          <p:nvPr/>
        </p:nvSpPr>
        <p:spPr>
          <a:xfrm>
            <a:off x="1783080" y="2011680"/>
            <a:ext cx="457200" cy="9144"/>
          </a:xfrm>
          <a:prstGeom prst="rect">
            <a:avLst/>
          </a:prstGeom>
          <a:solidFill>
            <a:srgbClr val="1A3A2A"/>
          </a:solidFill>
          <a:ln w="12700">
            <a:solidFill>
              <a:srgbClr val="1A3A2A"/>
            </a:solidFill>
            <a:prstDash val="solid"/>
          </a:ln>
        </p:spPr>
      </p:sp>
      <p:sp>
        <p:nvSpPr>
          <p:cNvPr id="86" name="Shape 84"/>
          <p:cNvSpPr/>
          <p:nvPr/>
        </p:nvSpPr>
        <p:spPr>
          <a:xfrm>
            <a:off x="2377440" y="2011680"/>
            <a:ext cx="457200" cy="9144"/>
          </a:xfrm>
          <a:prstGeom prst="rect">
            <a:avLst/>
          </a:prstGeom>
          <a:solidFill>
            <a:srgbClr val="1A3A2A"/>
          </a:solidFill>
          <a:ln w="12700">
            <a:solidFill>
              <a:srgbClr val="1A3A2A"/>
            </a:solidFill>
            <a:prstDash val="solid"/>
          </a:ln>
        </p:spPr>
      </p:sp>
      <p:sp>
        <p:nvSpPr>
          <p:cNvPr id="87" name="Shape 85"/>
          <p:cNvSpPr/>
          <p:nvPr/>
        </p:nvSpPr>
        <p:spPr>
          <a:xfrm>
            <a:off x="2971800" y="2011680"/>
            <a:ext cx="457200" cy="9144"/>
          </a:xfrm>
          <a:prstGeom prst="rect">
            <a:avLst/>
          </a:prstGeom>
          <a:solidFill>
            <a:srgbClr val="1A3A2A"/>
          </a:solidFill>
          <a:ln w="12700">
            <a:solidFill>
              <a:srgbClr val="1A3A2A"/>
            </a:solidFill>
            <a:prstDash val="solid"/>
          </a:ln>
        </p:spPr>
      </p:sp>
      <p:sp>
        <p:nvSpPr>
          <p:cNvPr id="88" name="Shape 86"/>
          <p:cNvSpPr/>
          <p:nvPr/>
        </p:nvSpPr>
        <p:spPr>
          <a:xfrm>
            <a:off x="3566160" y="2011680"/>
            <a:ext cx="457200" cy="9144"/>
          </a:xfrm>
          <a:prstGeom prst="rect">
            <a:avLst/>
          </a:prstGeom>
          <a:solidFill>
            <a:srgbClr val="1A3A2A"/>
          </a:solidFill>
          <a:ln w="12700">
            <a:solidFill>
              <a:srgbClr val="1A3A2A"/>
            </a:solidFill>
            <a:prstDash val="solid"/>
          </a:ln>
        </p:spPr>
      </p:sp>
      <p:sp>
        <p:nvSpPr>
          <p:cNvPr id="89" name="Shape 87"/>
          <p:cNvSpPr/>
          <p:nvPr/>
        </p:nvSpPr>
        <p:spPr>
          <a:xfrm>
            <a:off x="4160520" y="2011680"/>
            <a:ext cx="457200" cy="9144"/>
          </a:xfrm>
          <a:prstGeom prst="rect">
            <a:avLst/>
          </a:prstGeom>
          <a:solidFill>
            <a:srgbClr val="1A3A2A"/>
          </a:solidFill>
          <a:ln w="12700">
            <a:solidFill>
              <a:srgbClr val="1A3A2A"/>
            </a:solidFill>
            <a:prstDash val="solid"/>
          </a:ln>
        </p:spPr>
      </p:sp>
      <p:sp>
        <p:nvSpPr>
          <p:cNvPr id="90" name="Shape 88"/>
          <p:cNvSpPr/>
          <p:nvPr/>
        </p:nvSpPr>
        <p:spPr>
          <a:xfrm>
            <a:off x="4754880" y="2011680"/>
            <a:ext cx="457200" cy="9144"/>
          </a:xfrm>
          <a:prstGeom prst="rect">
            <a:avLst/>
          </a:prstGeom>
          <a:solidFill>
            <a:srgbClr val="1A3A2A"/>
          </a:solidFill>
          <a:ln w="12700">
            <a:solidFill>
              <a:srgbClr val="1A3A2A"/>
            </a:solidFill>
            <a:prstDash val="solid"/>
          </a:ln>
        </p:spPr>
      </p:sp>
      <p:sp>
        <p:nvSpPr>
          <p:cNvPr id="91" name="Shape 89"/>
          <p:cNvSpPr/>
          <p:nvPr/>
        </p:nvSpPr>
        <p:spPr>
          <a:xfrm>
            <a:off x="5349240" y="2011680"/>
            <a:ext cx="457200" cy="9144"/>
          </a:xfrm>
          <a:prstGeom prst="rect">
            <a:avLst/>
          </a:prstGeom>
          <a:solidFill>
            <a:srgbClr val="1A3A2A"/>
          </a:solidFill>
          <a:ln w="12700">
            <a:solidFill>
              <a:srgbClr val="1A3A2A"/>
            </a:solidFill>
            <a:prstDash val="solid"/>
          </a:ln>
        </p:spPr>
      </p:sp>
      <p:sp>
        <p:nvSpPr>
          <p:cNvPr id="92" name="Shape 90"/>
          <p:cNvSpPr/>
          <p:nvPr/>
        </p:nvSpPr>
        <p:spPr>
          <a:xfrm>
            <a:off x="5943600" y="2011680"/>
            <a:ext cx="457200" cy="9144"/>
          </a:xfrm>
          <a:prstGeom prst="rect">
            <a:avLst/>
          </a:prstGeom>
          <a:solidFill>
            <a:srgbClr val="1A3A2A"/>
          </a:solidFill>
          <a:ln w="12700">
            <a:solidFill>
              <a:srgbClr val="1A3A2A"/>
            </a:solidFill>
            <a:prstDash val="solid"/>
          </a:ln>
        </p:spPr>
      </p:sp>
      <p:sp>
        <p:nvSpPr>
          <p:cNvPr id="93" name="Shape 91"/>
          <p:cNvSpPr/>
          <p:nvPr/>
        </p:nvSpPr>
        <p:spPr>
          <a:xfrm>
            <a:off x="6537960" y="2011680"/>
            <a:ext cx="457200" cy="9144"/>
          </a:xfrm>
          <a:prstGeom prst="rect">
            <a:avLst/>
          </a:prstGeom>
          <a:solidFill>
            <a:srgbClr val="1A3A2A"/>
          </a:solidFill>
          <a:ln w="12700">
            <a:solidFill>
              <a:srgbClr val="1A3A2A"/>
            </a:solidFill>
            <a:prstDash val="solid"/>
          </a:ln>
        </p:spPr>
      </p:sp>
      <p:sp>
        <p:nvSpPr>
          <p:cNvPr id="94" name="Shape 92"/>
          <p:cNvSpPr/>
          <p:nvPr/>
        </p:nvSpPr>
        <p:spPr>
          <a:xfrm>
            <a:off x="7132320" y="2011680"/>
            <a:ext cx="457200" cy="9144"/>
          </a:xfrm>
          <a:prstGeom prst="rect">
            <a:avLst/>
          </a:prstGeom>
          <a:solidFill>
            <a:srgbClr val="1A3A2A"/>
          </a:solidFill>
          <a:ln w="12700">
            <a:solidFill>
              <a:srgbClr val="1A3A2A"/>
            </a:solidFill>
            <a:prstDash val="solid"/>
          </a:ln>
        </p:spPr>
      </p:sp>
      <p:sp>
        <p:nvSpPr>
          <p:cNvPr id="95" name="Shape 93"/>
          <p:cNvSpPr/>
          <p:nvPr/>
        </p:nvSpPr>
        <p:spPr>
          <a:xfrm>
            <a:off x="7726680" y="2011680"/>
            <a:ext cx="457200" cy="9144"/>
          </a:xfrm>
          <a:prstGeom prst="rect">
            <a:avLst/>
          </a:prstGeom>
          <a:solidFill>
            <a:srgbClr val="1A3A2A"/>
          </a:solidFill>
          <a:ln w="12700">
            <a:solidFill>
              <a:srgbClr val="1A3A2A"/>
            </a:solidFill>
            <a:prstDash val="solid"/>
          </a:ln>
        </p:spPr>
      </p:sp>
      <p:sp>
        <p:nvSpPr>
          <p:cNvPr id="96" name="Shape 94"/>
          <p:cNvSpPr/>
          <p:nvPr/>
        </p:nvSpPr>
        <p:spPr>
          <a:xfrm>
            <a:off x="8321040" y="2011680"/>
            <a:ext cx="457200" cy="9144"/>
          </a:xfrm>
          <a:prstGeom prst="rect">
            <a:avLst/>
          </a:prstGeom>
          <a:solidFill>
            <a:srgbClr val="1A3A2A"/>
          </a:solidFill>
          <a:ln w="12700">
            <a:solidFill>
              <a:srgbClr val="1A3A2A"/>
            </a:solidFill>
            <a:prstDash val="solid"/>
          </a:ln>
        </p:spPr>
      </p:sp>
      <p:sp>
        <p:nvSpPr>
          <p:cNvPr id="97" name="Shape 95"/>
          <p:cNvSpPr/>
          <p:nvPr/>
        </p:nvSpPr>
        <p:spPr>
          <a:xfrm>
            <a:off x="8915400" y="2011680"/>
            <a:ext cx="457200" cy="9144"/>
          </a:xfrm>
          <a:prstGeom prst="rect">
            <a:avLst/>
          </a:prstGeom>
          <a:solidFill>
            <a:srgbClr val="1A3A2A"/>
          </a:solidFill>
          <a:ln w="12700">
            <a:solidFill>
              <a:srgbClr val="1A3A2A"/>
            </a:solidFill>
            <a:prstDash val="solid"/>
          </a:ln>
        </p:spPr>
      </p:sp>
      <p:sp>
        <p:nvSpPr>
          <p:cNvPr id="98" name="Shape 96"/>
          <p:cNvSpPr/>
          <p:nvPr/>
        </p:nvSpPr>
        <p:spPr>
          <a:xfrm>
            <a:off x="9509760" y="2011680"/>
            <a:ext cx="457200" cy="9144"/>
          </a:xfrm>
          <a:prstGeom prst="rect">
            <a:avLst/>
          </a:prstGeom>
          <a:solidFill>
            <a:srgbClr val="1A3A2A"/>
          </a:solidFill>
          <a:ln w="12700">
            <a:solidFill>
              <a:srgbClr val="1A3A2A"/>
            </a:solidFill>
            <a:prstDash val="solid"/>
          </a:ln>
        </p:spPr>
      </p:sp>
      <p:sp>
        <p:nvSpPr>
          <p:cNvPr id="99" name="Shape 97"/>
          <p:cNvSpPr/>
          <p:nvPr/>
        </p:nvSpPr>
        <p:spPr>
          <a:xfrm>
            <a:off x="10104120" y="2011680"/>
            <a:ext cx="457200" cy="9144"/>
          </a:xfrm>
          <a:prstGeom prst="rect">
            <a:avLst/>
          </a:prstGeom>
          <a:solidFill>
            <a:srgbClr val="1A3A2A"/>
          </a:solidFill>
          <a:ln w="12700">
            <a:solidFill>
              <a:srgbClr val="1A3A2A"/>
            </a:solidFill>
            <a:prstDash val="solid"/>
          </a:ln>
        </p:spPr>
      </p:sp>
      <p:sp>
        <p:nvSpPr>
          <p:cNvPr id="100" name="Shape 98"/>
          <p:cNvSpPr/>
          <p:nvPr/>
        </p:nvSpPr>
        <p:spPr>
          <a:xfrm>
            <a:off x="10698480" y="2011680"/>
            <a:ext cx="457200" cy="9144"/>
          </a:xfrm>
          <a:prstGeom prst="rect">
            <a:avLst/>
          </a:prstGeom>
          <a:solidFill>
            <a:srgbClr val="1A3A2A"/>
          </a:solidFill>
          <a:ln w="12700">
            <a:solidFill>
              <a:srgbClr val="1A3A2A"/>
            </a:solidFill>
            <a:prstDash val="solid"/>
          </a:ln>
        </p:spPr>
      </p:sp>
      <p:sp>
        <p:nvSpPr>
          <p:cNvPr id="101" name="Shape 99"/>
          <p:cNvSpPr/>
          <p:nvPr/>
        </p:nvSpPr>
        <p:spPr>
          <a:xfrm>
            <a:off x="11292840" y="2011680"/>
            <a:ext cx="457200" cy="9144"/>
          </a:xfrm>
          <a:prstGeom prst="rect">
            <a:avLst/>
          </a:prstGeom>
          <a:solidFill>
            <a:srgbClr val="1A3A2A"/>
          </a:solidFill>
          <a:ln w="12700">
            <a:solidFill>
              <a:srgbClr val="1A3A2A"/>
            </a:solidFill>
            <a:prstDash val="solid"/>
          </a:ln>
        </p:spPr>
      </p:sp>
      <p:sp>
        <p:nvSpPr>
          <p:cNvPr id="102" name="Shape 100"/>
          <p:cNvSpPr/>
          <p:nvPr/>
        </p:nvSpPr>
        <p:spPr>
          <a:xfrm>
            <a:off x="292608" y="2514600"/>
            <a:ext cx="457200" cy="9144"/>
          </a:xfrm>
          <a:prstGeom prst="rect">
            <a:avLst/>
          </a:prstGeom>
          <a:solidFill>
            <a:srgbClr val="1A3A2A"/>
          </a:solidFill>
          <a:ln w="12700">
            <a:solidFill>
              <a:srgbClr val="1A3A2A"/>
            </a:solidFill>
            <a:prstDash val="solid"/>
          </a:ln>
        </p:spPr>
      </p:sp>
      <p:sp>
        <p:nvSpPr>
          <p:cNvPr id="103" name="Shape 101"/>
          <p:cNvSpPr/>
          <p:nvPr/>
        </p:nvSpPr>
        <p:spPr>
          <a:xfrm>
            <a:off x="886968" y="2514600"/>
            <a:ext cx="457200" cy="9144"/>
          </a:xfrm>
          <a:prstGeom prst="rect">
            <a:avLst/>
          </a:prstGeom>
          <a:solidFill>
            <a:srgbClr val="1A3A2A"/>
          </a:solidFill>
          <a:ln w="12700">
            <a:solidFill>
              <a:srgbClr val="1A3A2A"/>
            </a:solidFill>
            <a:prstDash val="solid"/>
          </a:ln>
        </p:spPr>
      </p:sp>
      <p:sp>
        <p:nvSpPr>
          <p:cNvPr id="104" name="Shape 102"/>
          <p:cNvSpPr/>
          <p:nvPr/>
        </p:nvSpPr>
        <p:spPr>
          <a:xfrm>
            <a:off x="1481328" y="2514600"/>
            <a:ext cx="457200" cy="9144"/>
          </a:xfrm>
          <a:prstGeom prst="rect">
            <a:avLst/>
          </a:prstGeom>
          <a:solidFill>
            <a:srgbClr val="1A3A2A"/>
          </a:solidFill>
          <a:ln w="12700">
            <a:solidFill>
              <a:srgbClr val="1A3A2A"/>
            </a:solidFill>
            <a:prstDash val="solid"/>
          </a:ln>
        </p:spPr>
      </p:sp>
      <p:sp>
        <p:nvSpPr>
          <p:cNvPr id="105" name="Shape 103"/>
          <p:cNvSpPr/>
          <p:nvPr/>
        </p:nvSpPr>
        <p:spPr>
          <a:xfrm>
            <a:off x="2075688" y="2514600"/>
            <a:ext cx="457200" cy="9144"/>
          </a:xfrm>
          <a:prstGeom prst="rect">
            <a:avLst/>
          </a:prstGeom>
          <a:solidFill>
            <a:srgbClr val="1A3A2A"/>
          </a:solidFill>
          <a:ln w="12700">
            <a:solidFill>
              <a:srgbClr val="1A3A2A"/>
            </a:solidFill>
            <a:prstDash val="solid"/>
          </a:ln>
        </p:spPr>
      </p:sp>
      <p:sp>
        <p:nvSpPr>
          <p:cNvPr id="106" name="Shape 104"/>
          <p:cNvSpPr/>
          <p:nvPr/>
        </p:nvSpPr>
        <p:spPr>
          <a:xfrm>
            <a:off x="2670048" y="2514600"/>
            <a:ext cx="457200" cy="9144"/>
          </a:xfrm>
          <a:prstGeom prst="rect">
            <a:avLst/>
          </a:prstGeom>
          <a:solidFill>
            <a:srgbClr val="1A3A2A"/>
          </a:solidFill>
          <a:ln w="12700">
            <a:solidFill>
              <a:srgbClr val="1A3A2A"/>
            </a:solidFill>
            <a:prstDash val="solid"/>
          </a:ln>
        </p:spPr>
      </p:sp>
      <p:sp>
        <p:nvSpPr>
          <p:cNvPr id="107" name="Shape 105"/>
          <p:cNvSpPr/>
          <p:nvPr/>
        </p:nvSpPr>
        <p:spPr>
          <a:xfrm>
            <a:off x="3264408" y="2514600"/>
            <a:ext cx="457200" cy="9144"/>
          </a:xfrm>
          <a:prstGeom prst="rect">
            <a:avLst/>
          </a:prstGeom>
          <a:solidFill>
            <a:srgbClr val="1A3A2A"/>
          </a:solidFill>
          <a:ln w="12700">
            <a:solidFill>
              <a:srgbClr val="1A3A2A"/>
            </a:solidFill>
            <a:prstDash val="solid"/>
          </a:ln>
        </p:spPr>
      </p:sp>
      <p:sp>
        <p:nvSpPr>
          <p:cNvPr id="108" name="Shape 106"/>
          <p:cNvSpPr/>
          <p:nvPr/>
        </p:nvSpPr>
        <p:spPr>
          <a:xfrm>
            <a:off x="3858768" y="2514600"/>
            <a:ext cx="457200" cy="9144"/>
          </a:xfrm>
          <a:prstGeom prst="rect">
            <a:avLst/>
          </a:prstGeom>
          <a:solidFill>
            <a:srgbClr val="1A3A2A"/>
          </a:solidFill>
          <a:ln w="12700">
            <a:solidFill>
              <a:srgbClr val="1A3A2A"/>
            </a:solidFill>
            <a:prstDash val="solid"/>
          </a:ln>
        </p:spPr>
      </p:sp>
      <p:sp>
        <p:nvSpPr>
          <p:cNvPr id="109" name="Shape 107"/>
          <p:cNvSpPr/>
          <p:nvPr/>
        </p:nvSpPr>
        <p:spPr>
          <a:xfrm>
            <a:off x="4453128" y="2514600"/>
            <a:ext cx="457200" cy="9144"/>
          </a:xfrm>
          <a:prstGeom prst="rect">
            <a:avLst/>
          </a:prstGeom>
          <a:solidFill>
            <a:srgbClr val="1A3A2A"/>
          </a:solidFill>
          <a:ln w="12700">
            <a:solidFill>
              <a:srgbClr val="1A3A2A"/>
            </a:solidFill>
            <a:prstDash val="solid"/>
          </a:ln>
        </p:spPr>
      </p:sp>
      <p:sp>
        <p:nvSpPr>
          <p:cNvPr id="110" name="Shape 108"/>
          <p:cNvSpPr/>
          <p:nvPr/>
        </p:nvSpPr>
        <p:spPr>
          <a:xfrm>
            <a:off x="5047488" y="2514600"/>
            <a:ext cx="457200" cy="9144"/>
          </a:xfrm>
          <a:prstGeom prst="rect">
            <a:avLst/>
          </a:prstGeom>
          <a:solidFill>
            <a:srgbClr val="1A3A2A"/>
          </a:solidFill>
          <a:ln w="12700">
            <a:solidFill>
              <a:srgbClr val="1A3A2A"/>
            </a:solidFill>
            <a:prstDash val="solid"/>
          </a:ln>
        </p:spPr>
      </p:sp>
      <p:sp>
        <p:nvSpPr>
          <p:cNvPr id="111" name="Shape 109"/>
          <p:cNvSpPr/>
          <p:nvPr/>
        </p:nvSpPr>
        <p:spPr>
          <a:xfrm>
            <a:off x="5641848" y="2514600"/>
            <a:ext cx="457200" cy="9144"/>
          </a:xfrm>
          <a:prstGeom prst="rect">
            <a:avLst/>
          </a:prstGeom>
          <a:solidFill>
            <a:srgbClr val="1A3A2A"/>
          </a:solidFill>
          <a:ln w="12700">
            <a:solidFill>
              <a:srgbClr val="1A3A2A"/>
            </a:solidFill>
            <a:prstDash val="solid"/>
          </a:ln>
        </p:spPr>
      </p:sp>
      <p:sp>
        <p:nvSpPr>
          <p:cNvPr id="112" name="Shape 110"/>
          <p:cNvSpPr/>
          <p:nvPr/>
        </p:nvSpPr>
        <p:spPr>
          <a:xfrm>
            <a:off x="6236208" y="2514600"/>
            <a:ext cx="457200" cy="9144"/>
          </a:xfrm>
          <a:prstGeom prst="rect">
            <a:avLst/>
          </a:prstGeom>
          <a:solidFill>
            <a:srgbClr val="1A3A2A"/>
          </a:solidFill>
          <a:ln w="12700">
            <a:solidFill>
              <a:srgbClr val="1A3A2A"/>
            </a:solidFill>
            <a:prstDash val="solid"/>
          </a:ln>
        </p:spPr>
      </p:sp>
      <p:sp>
        <p:nvSpPr>
          <p:cNvPr id="113" name="Shape 111"/>
          <p:cNvSpPr/>
          <p:nvPr/>
        </p:nvSpPr>
        <p:spPr>
          <a:xfrm>
            <a:off x="6830568" y="2514600"/>
            <a:ext cx="457200" cy="9144"/>
          </a:xfrm>
          <a:prstGeom prst="rect">
            <a:avLst/>
          </a:prstGeom>
          <a:solidFill>
            <a:srgbClr val="1A3A2A"/>
          </a:solidFill>
          <a:ln w="12700">
            <a:solidFill>
              <a:srgbClr val="1A3A2A"/>
            </a:solidFill>
            <a:prstDash val="solid"/>
          </a:ln>
        </p:spPr>
      </p:sp>
      <p:sp>
        <p:nvSpPr>
          <p:cNvPr id="114" name="Shape 112"/>
          <p:cNvSpPr/>
          <p:nvPr/>
        </p:nvSpPr>
        <p:spPr>
          <a:xfrm>
            <a:off x="7424928" y="2514600"/>
            <a:ext cx="457200" cy="9144"/>
          </a:xfrm>
          <a:prstGeom prst="rect">
            <a:avLst/>
          </a:prstGeom>
          <a:solidFill>
            <a:srgbClr val="1A3A2A"/>
          </a:solidFill>
          <a:ln w="12700">
            <a:solidFill>
              <a:srgbClr val="1A3A2A"/>
            </a:solidFill>
            <a:prstDash val="solid"/>
          </a:ln>
        </p:spPr>
      </p:sp>
      <p:sp>
        <p:nvSpPr>
          <p:cNvPr id="115" name="Shape 113"/>
          <p:cNvSpPr/>
          <p:nvPr/>
        </p:nvSpPr>
        <p:spPr>
          <a:xfrm>
            <a:off x="8019288" y="2514600"/>
            <a:ext cx="457200" cy="9144"/>
          </a:xfrm>
          <a:prstGeom prst="rect">
            <a:avLst/>
          </a:prstGeom>
          <a:solidFill>
            <a:srgbClr val="1A3A2A"/>
          </a:solidFill>
          <a:ln w="12700">
            <a:solidFill>
              <a:srgbClr val="1A3A2A"/>
            </a:solidFill>
            <a:prstDash val="solid"/>
          </a:ln>
        </p:spPr>
      </p:sp>
      <p:sp>
        <p:nvSpPr>
          <p:cNvPr id="116" name="Shape 114"/>
          <p:cNvSpPr/>
          <p:nvPr/>
        </p:nvSpPr>
        <p:spPr>
          <a:xfrm>
            <a:off x="8613648" y="2514600"/>
            <a:ext cx="457200" cy="9144"/>
          </a:xfrm>
          <a:prstGeom prst="rect">
            <a:avLst/>
          </a:prstGeom>
          <a:solidFill>
            <a:srgbClr val="1A3A2A"/>
          </a:solidFill>
          <a:ln w="12700">
            <a:solidFill>
              <a:srgbClr val="1A3A2A"/>
            </a:solidFill>
            <a:prstDash val="solid"/>
          </a:ln>
        </p:spPr>
      </p:sp>
      <p:sp>
        <p:nvSpPr>
          <p:cNvPr id="117" name="Shape 115"/>
          <p:cNvSpPr/>
          <p:nvPr/>
        </p:nvSpPr>
        <p:spPr>
          <a:xfrm>
            <a:off x="9208008" y="2514600"/>
            <a:ext cx="457200" cy="9144"/>
          </a:xfrm>
          <a:prstGeom prst="rect">
            <a:avLst/>
          </a:prstGeom>
          <a:solidFill>
            <a:srgbClr val="1A3A2A"/>
          </a:solidFill>
          <a:ln w="12700">
            <a:solidFill>
              <a:srgbClr val="1A3A2A"/>
            </a:solidFill>
            <a:prstDash val="solid"/>
          </a:ln>
        </p:spPr>
      </p:sp>
      <p:sp>
        <p:nvSpPr>
          <p:cNvPr id="118" name="Shape 116"/>
          <p:cNvSpPr/>
          <p:nvPr/>
        </p:nvSpPr>
        <p:spPr>
          <a:xfrm>
            <a:off x="9802368" y="2514600"/>
            <a:ext cx="457200" cy="9144"/>
          </a:xfrm>
          <a:prstGeom prst="rect">
            <a:avLst/>
          </a:prstGeom>
          <a:solidFill>
            <a:srgbClr val="1A3A2A"/>
          </a:solidFill>
          <a:ln w="12700">
            <a:solidFill>
              <a:srgbClr val="1A3A2A"/>
            </a:solidFill>
            <a:prstDash val="solid"/>
          </a:ln>
        </p:spPr>
      </p:sp>
      <p:sp>
        <p:nvSpPr>
          <p:cNvPr id="119" name="Shape 117"/>
          <p:cNvSpPr/>
          <p:nvPr/>
        </p:nvSpPr>
        <p:spPr>
          <a:xfrm>
            <a:off x="10396728" y="2514600"/>
            <a:ext cx="457200" cy="9144"/>
          </a:xfrm>
          <a:prstGeom prst="rect">
            <a:avLst/>
          </a:prstGeom>
          <a:solidFill>
            <a:srgbClr val="1A3A2A"/>
          </a:solidFill>
          <a:ln w="12700">
            <a:solidFill>
              <a:srgbClr val="1A3A2A"/>
            </a:solidFill>
            <a:prstDash val="solid"/>
          </a:ln>
        </p:spPr>
      </p:sp>
      <p:sp>
        <p:nvSpPr>
          <p:cNvPr id="120" name="Shape 118"/>
          <p:cNvSpPr/>
          <p:nvPr/>
        </p:nvSpPr>
        <p:spPr>
          <a:xfrm>
            <a:off x="10991088" y="2514600"/>
            <a:ext cx="457200" cy="9144"/>
          </a:xfrm>
          <a:prstGeom prst="rect">
            <a:avLst/>
          </a:prstGeom>
          <a:solidFill>
            <a:srgbClr val="1A3A2A"/>
          </a:solidFill>
          <a:ln w="12700">
            <a:solidFill>
              <a:srgbClr val="1A3A2A"/>
            </a:solidFill>
            <a:prstDash val="solid"/>
          </a:ln>
        </p:spPr>
      </p:sp>
      <p:sp>
        <p:nvSpPr>
          <p:cNvPr id="121" name="Shape 119"/>
          <p:cNvSpPr/>
          <p:nvPr/>
        </p:nvSpPr>
        <p:spPr>
          <a:xfrm>
            <a:off x="11585448" y="2514600"/>
            <a:ext cx="457200" cy="9144"/>
          </a:xfrm>
          <a:prstGeom prst="rect">
            <a:avLst/>
          </a:prstGeom>
          <a:solidFill>
            <a:srgbClr val="1A3A2A"/>
          </a:solidFill>
          <a:ln w="12700">
            <a:solidFill>
              <a:srgbClr val="1A3A2A"/>
            </a:solidFill>
            <a:prstDash val="solid"/>
          </a:ln>
        </p:spPr>
      </p:sp>
      <p:sp>
        <p:nvSpPr>
          <p:cNvPr id="122" name="Shape 120"/>
          <p:cNvSpPr/>
          <p:nvPr/>
        </p:nvSpPr>
        <p:spPr>
          <a:xfrm>
            <a:off x="0" y="3017520"/>
            <a:ext cx="457200" cy="9144"/>
          </a:xfrm>
          <a:prstGeom prst="rect">
            <a:avLst/>
          </a:prstGeom>
          <a:solidFill>
            <a:srgbClr val="1A3A2A"/>
          </a:solidFill>
          <a:ln w="12700">
            <a:solidFill>
              <a:srgbClr val="1A3A2A"/>
            </a:solidFill>
            <a:prstDash val="solid"/>
          </a:ln>
        </p:spPr>
      </p:sp>
      <p:sp>
        <p:nvSpPr>
          <p:cNvPr id="123" name="Shape 121"/>
          <p:cNvSpPr/>
          <p:nvPr/>
        </p:nvSpPr>
        <p:spPr>
          <a:xfrm>
            <a:off x="594360" y="3017520"/>
            <a:ext cx="457200" cy="9144"/>
          </a:xfrm>
          <a:prstGeom prst="rect">
            <a:avLst/>
          </a:prstGeom>
          <a:solidFill>
            <a:srgbClr val="1A3A2A"/>
          </a:solidFill>
          <a:ln w="12700">
            <a:solidFill>
              <a:srgbClr val="1A3A2A"/>
            </a:solidFill>
            <a:prstDash val="solid"/>
          </a:ln>
        </p:spPr>
      </p:sp>
      <p:sp>
        <p:nvSpPr>
          <p:cNvPr id="124" name="Shape 122"/>
          <p:cNvSpPr/>
          <p:nvPr/>
        </p:nvSpPr>
        <p:spPr>
          <a:xfrm>
            <a:off x="1188720" y="3017520"/>
            <a:ext cx="457200" cy="9144"/>
          </a:xfrm>
          <a:prstGeom prst="rect">
            <a:avLst/>
          </a:prstGeom>
          <a:solidFill>
            <a:srgbClr val="1A3A2A"/>
          </a:solidFill>
          <a:ln w="12700">
            <a:solidFill>
              <a:srgbClr val="1A3A2A"/>
            </a:solidFill>
            <a:prstDash val="solid"/>
          </a:ln>
        </p:spPr>
      </p:sp>
      <p:sp>
        <p:nvSpPr>
          <p:cNvPr id="125" name="Shape 123"/>
          <p:cNvSpPr/>
          <p:nvPr/>
        </p:nvSpPr>
        <p:spPr>
          <a:xfrm>
            <a:off x="1783080" y="3017520"/>
            <a:ext cx="457200" cy="9144"/>
          </a:xfrm>
          <a:prstGeom prst="rect">
            <a:avLst/>
          </a:prstGeom>
          <a:solidFill>
            <a:srgbClr val="1A3A2A"/>
          </a:solidFill>
          <a:ln w="12700">
            <a:solidFill>
              <a:srgbClr val="1A3A2A"/>
            </a:solidFill>
            <a:prstDash val="solid"/>
          </a:ln>
        </p:spPr>
      </p:sp>
      <p:sp>
        <p:nvSpPr>
          <p:cNvPr id="126" name="Shape 124"/>
          <p:cNvSpPr/>
          <p:nvPr/>
        </p:nvSpPr>
        <p:spPr>
          <a:xfrm>
            <a:off x="2377440" y="3017520"/>
            <a:ext cx="457200" cy="9144"/>
          </a:xfrm>
          <a:prstGeom prst="rect">
            <a:avLst/>
          </a:prstGeom>
          <a:solidFill>
            <a:srgbClr val="1A3A2A"/>
          </a:solidFill>
          <a:ln w="12700">
            <a:solidFill>
              <a:srgbClr val="1A3A2A"/>
            </a:solidFill>
            <a:prstDash val="solid"/>
          </a:ln>
        </p:spPr>
      </p:sp>
      <p:sp>
        <p:nvSpPr>
          <p:cNvPr id="127" name="Shape 125"/>
          <p:cNvSpPr/>
          <p:nvPr/>
        </p:nvSpPr>
        <p:spPr>
          <a:xfrm>
            <a:off x="2971800" y="3017520"/>
            <a:ext cx="457200" cy="9144"/>
          </a:xfrm>
          <a:prstGeom prst="rect">
            <a:avLst/>
          </a:prstGeom>
          <a:solidFill>
            <a:srgbClr val="1A3A2A"/>
          </a:solidFill>
          <a:ln w="12700">
            <a:solidFill>
              <a:srgbClr val="1A3A2A"/>
            </a:solidFill>
            <a:prstDash val="solid"/>
          </a:ln>
        </p:spPr>
      </p:sp>
      <p:sp>
        <p:nvSpPr>
          <p:cNvPr id="128" name="Shape 126"/>
          <p:cNvSpPr/>
          <p:nvPr/>
        </p:nvSpPr>
        <p:spPr>
          <a:xfrm>
            <a:off x="3566160" y="3017520"/>
            <a:ext cx="457200" cy="9144"/>
          </a:xfrm>
          <a:prstGeom prst="rect">
            <a:avLst/>
          </a:prstGeom>
          <a:solidFill>
            <a:srgbClr val="1A3A2A"/>
          </a:solidFill>
          <a:ln w="12700">
            <a:solidFill>
              <a:srgbClr val="1A3A2A"/>
            </a:solidFill>
            <a:prstDash val="solid"/>
          </a:ln>
        </p:spPr>
      </p:sp>
      <p:sp>
        <p:nvSpPr>
          <p:cNvPr id="129" name="Shape 127"/>
          <p:cNvSpPr/>
          <p:nvPr/>
        </p:nvSpPr>
        <p:spPr>
          <a:xfrm>
            <a:off x="4160520" y="3017520"/>
            <a:ext cx="457200" cy="9144"/>
          </a:xfrm>
          <a:prstGeom prst="rect">
            <a:avLst/>
          </a:prstGeom>
          <a:solidFill>
            <a:srgbClr val="1A3A2A"/>
          </a:solidFill>
          <a:ln w="12700">
            <a:solidFill>
              <a:srgbClr val="1A3A2A"/>
            </a:solidFill>
            <a:prstDash val="solid"/>
          </a:ln>
        </p:spPr>
      </p:sp>
      <p:sp>
        <p:nvSpPr>
          <p:cNvPr id="130" name="Shape 128"/>
          <p:cNvSpPr/>
          <p:nvPr/>
        </p:nvSpPr>
        <p:spPr>
          <a:xfrm>
            <a:off x="4754880" y="3017520"/>
            <a:ext cx="457200" cy="9144"/>
          </a:xfrm>
          <a:prstGeom prst="rect">
            <a:avLst/>
          </a:prstGeom>
          <a:solidFill>
            <a:srgbClr val="1A3A2A"/>
          </a:solidFill>
          <a:ln w="12700">
            <a:solidFill>
              <a:srgbClr val="1A3A2A"/>
            </a:solidFill>
            <a:prstDash val="solid"/>
          </a:ln>
        </p:spPr>
      </p:sp>
      <p:sp>
        <p:nvSpPr>
          <p:cNvPr id="131" name="Shape 129"/>
          <p:cNvSpPr/>
          <p:nvPr/>
        </p:nvSpPr>
        <p:spPr>
          <a:xfrm>
            <a:off x="5349240" y="3017520"/>
            <a:ext cx="457200" cy="9144"/>
          </a:xfrm>
          <a:prstGeom prst="rect">
            <a:avLst/>
          </a:prstGeom>
          <a:solidFill>
            <a:srgbClr val="1A3A2A"/>
          </a:solidFill>
          <a:ln w="12700">
            <a:solidFill>
              <a:srgbClr val="1A3A2A"/>
            </a:solidFill>
            <a:prstDash val="solid"/>
          </a:ln>
        </p:spPr>
      </p:sp>
      <p:sp>
        <p:nvSpPr>
          <p:cNvPr id="132" name="Shape 130"/>
          <p:cNvSpPr/>
          <p:nvPr/>
        </p:nvSpPr>
        <p:spPr>
          <a:xfrm>
            <a:off x="5943600" y="3017520"/>
            <a:ext cx="457200" cy="9144"/>
          </a:xfrm>
          <a:prstGeom prst="rect">
            <a:avLst/>
          </a:prstGeom>
          <a:solidFill>
            <a:srgbClr val="1A3A2A"/>
          </a:solidFill>
          <a:ln w="12700">
            <a:solidFill>
              <a:srgbClr val="1A3A2A"/>
            </a:solidFill>
            <a:prstDash val="solid"/>
          </a:ln>
        </p:spPr>
      </p:sp>
      <p:sp>
        <p:nvSpPr>
          <p:cNvPr id="133" name="Shape 131"/>
          <p:cNvSpPr/>
          <p:nvPr/>
        </p:nvSpPr>
        <p:spPr>
          <a:xfrm>
            <a:off x="6537960" y="3017520"/>
            <a:ext cx="457200" cy="9144"/>
          </a:xfrm>
          <a:prstGeom prst="rect">
            <a:avLst/>
          </a:prstGeom>
          <a:solidFill>
            <a:srgbClr val="1A3A2A"/>
          </a:solidFill>
          <a:ln w="12700">
            <a:solidFill>
              <a:srgbClr val="1A3A2A"/>
            </a:solidFill>
            <a:prstDash val="solid"/>
          </a:ln>
        </p:spPr>
      </p:sp>
      <p:sp>
        <p:nvSpPr>
          <p:cNvPr id="134" name="Shape 132"/>
          <p:cNvSpPr/>
          <p:nvPr/>
        </p:nvSpPr>
        <p:spPr>
          <a:xfrm>
            <a:off x="7132320" y="3017520"/>
            <a:ext cx="457200" cy="9144"/>
          </a:xfrm>
          <a:prstGeom prst="rect">
            <a:avLst/>
          </a:prstGeom>
          <a:solidFill>
            <a:srgbClr val="1A3A2A"/>
          </a:solidFill>
          <a:ln w="12700">
            <a:solidFill>
              <a:srgbClr val="1A3A2A"/>
            </a:solidFill>
            <a:prstDash val="solid"/>
          </a:ln>
        </p:spPr>
      </p:sp>
      <p:sp>
        <p:nvSpPr>
          <p:cNvPr id="135" name="Shape 133"/>
          <p:cNvSpPr/>
          <p:nvPr/>
        </p:nvSpPr>
        <p:spPr>
          <a:xfrm>
            <a:off x="7726680" y="3017520"/>
            <a:ext cx="457200" cy="9144"/>
          </a:xfrm>
          <a:prstGeom prst="rect">
            <a:avLst/>
          </a:prstGeom>
          <a:solidFill>
            <a:srgbClr val="1A3A2A"/>
          </a:solidFill>
          <a:ln w="12700">
            <a:solidFill>
              <a:srgbClr val="1A3A2A"/>
            </a:solidFill>
            <a:prstDash val="solid"/>
          </a:ln>
        </p:spPr>
      </p:sp>
      <p:sp>
        <p:nvSpPr>
          <p:cNvPr id="136" name="Shape 134"/>
          <p:cNvSpPr/>
          <p:nvPr/>
        </p:nvSpPr>
        <p:spPr>
          <a:xfrm>
            <a:off x="8321040" y="3017520"/>
            <a:ext cx="457200" cy="9144"/>
          </a:xfrm>
          <a:prstGeom prst="rect">
            <a:avLst/>
          </a:prstGeom>
          <a:solidFill>
            <a:srgbClr val="1A3A2A"/>
          </a:solidFill>
          <a:ln w="12700">
            <a:solidFill>
              <a:srgbClr val="1A3A2A"/>
            </a:solidFill>
            <a:prstDash val="solid"/>
          </a:ln>
        </p:spPr>
      </p:sp>
      <p:sp>
        <p:nvSpPr>
          <p:cNvPr id="137" name="Shape 135"/>
          <p:cNvSpPr/>
          <p:nvPr/>
        </p:nvSpPr>
        <p:spPr>
          <a:xfrm>
            <a:off x="8915400" y="3017520"/>
            <a:ext cx="457200" cy="9144"/>
          </a:xfrm>
          <a:prstGeom prst="rect">
            <a:avLst/>
          </a:prstGeom>
          <a:solidFill>
            <a:srgbClr val="1A3A2A"/>
          </a:solidFill>
          <a:ln w="12700">
            <a:solidFill>
              <a:srgbClr val="1A3A2A"/>
            </a:solidFill>
            <a:prstDash val="solid"/>
          </a:ln>
        </p:spPr>
      </p:sp>
      <p:sp>
        <p:nvSpPr>
          <p:cNvPr id="138" name="Shape 136"/>
          <p:cNvSpPr/>
          <p:nvPr/>
        </p:nvSpPr>
        <p:spPr>
          <a:xfrm>
            <a:off x="9509760" y="3017520"/>
            <a:ext cx="457200" cy="9144"/>
          </a:xfrm>
          <a:prstGeom prst="rect">
            <a:avLst/>
          </a:prstGeom>
          <a:solidFill>
            <a:srgbClr val="1A3A2A"/>
          </a:solidFill>
          <a:ln w="12700">
            <a:solidFill>
              <a:srgbClr val="1A3A2A"/>
            </a:solidFill>
            <a:prstDash val="solid"/>
          </a:ln>
        </p:spPr>
      </p:sp>
      <p:sp>
        <p:nvSpPr>
          <p:cNvPr id="139" name="Shape 137"/>
          <p:cNvSpPr/>
          <p:nvPr/>
        </p:nvSpPr>
        <p:spPr>
          <a:xfrm>
            <a:off x="10104120" y="3017520"/>
            <a:ext cx="457200" cy="9144"/>
          </a:xfrm>
          <a:prstGeom prst="rect">
            <a:avLst/>
          </a:prstGeom>
          <a:solidFill>
            <a:srgbClr val="1A3A2A"/>
          </a:solidFill>
          <a:ln w="12700">
            <a:solidFill>
              <a:srgbClr val="1A3A2A"/>
            </a:solidFill>
            <a:prstDash val="solid"/>
          </a:ln>
        </p:spPr>
      </p:sp>
      <p:sp>
        <p:nvSpPr>
          <p:cNvPr id="140" name="Shape 138"/>
          <p:cNvSpPr/>
          <p:nvPr/>
        </p:nvSpPr>
        <p:spPr>
          <a:xfrm>
            <a:off x="10698480" y="3017520"/>
            <a:ext cx="457200" cy="9144"/>
          </a:xfrm>
          <a:prstGeom prst="rect">
            <a:avLst/>
          </a:prstGeom>
          <a:solidFill>
            <a:srgbClr val="1A3A2A"/>
          </a:solidFill>
          <a:ln w="12700">
            <a:solidFill>
              <a:srgbClr val="1A3A2A"/>
            </a:solidFill>
            <a:prstDash val="solid"/>
          </a:ln>
        </p:spPr>
      </p:sp>
      <p:sp>
        <p:nvSpPr>
          <p:cNvPr id="141" name="Shape 139"/>
          <p:cNvSpPr/>
          <p:nvPr/>
        </p:nvSpPr>
        <p:spPr>
          <a:xfrm>
            <a:off x="11292840" y="3017520"/>
            <a:ext cx="457200" cy="9144"/>
          </a:xfrm>
          <a:prstGeom prst="rect">
            <a:avLst/>
          </a:prstGeom>
          <a:solidFill>
            <a:srgbClr val="1A3A2A"/>
          </a:solidFill>
          <a:ln w="12700">
            <a:solidFill>
              <a:srgbClr val="1A3A2A"/>
            </a:solidFill>
            <a:prstDash val="solid"/>
          </a:ln>
        </p:spPr>
      </p:sp>
      <p:sp>
        <p:nvSpPr>
          <p:cNvPr id="142" name="Shape 140"/>
          <p:cNvSpPr/>
          <p:nvPr/>
        </p:nvSpPr>
        <p:spPr>
          <a:xfrm>
            <a:off x="292608" y="3520440"/>
            <a:ext cx="457200" cy="9144"/>
          </a:xfrm>
          <a:prstGeom prst="rect">
            <a:avLst/>
          </a:prstGeom>
          <a:solidFill>
            <a:srgbClr val="1A3A2A"/>
          </a:solidFill>
          <a:ln w="12700">
            <a:solidFill>
              <a:srgbClr val="1A3A2A"/>
            </a:solidFill>
            <a:prstDash val="solid"/>
          </a:ln>
        </p:spPr>
      </p:sp>
      <p:sp>
        <p:nvSpPr>
          <p:cNvPr id="143" name="Shape 141"/>
          <p:cNvSpPr/>
          <p:nvPr/>
        </p:nvSpPr>
        <p:spPr>
          <a:xfrm>
            <a:off x="886968" y="3520440"/>
            <a:ext cx="457200" cy="9144"/>
          </a:xfrm>
          <a:prstGeom prst="rect">
            <a:avLst/>
          </a:prstGeom>
          <a:solidFill>
            <a:srgbClr val="1A3A2A"/>
          </a:solidFill>
          <a:ln w="12700">
            <a:solidFill>
              <a:srgbClr val="1A3A2A"/>
            </a:solidFill>
            <a:prstDash val="solid"/>
          </a:ln>
        </p:spPr>
      </p:sp>
      <p:sp>
        <p:nvSpPr>
          <p:cNvPr id="144" name="Shape 142"/>
          <p:cNvSpPr/>
          <p:nvPr/>
        </p:nvSpPr>
        <p:spPr>
          <a:xfrm>
            <a:off x="1481328" y="3520440"/>
            <a:ext cx="457200" cy="9144"/>
          </a:xfrm>
          <a:prstGeom prst="rect">
            <a:avLst/>
          </a:prstGeom>
          <a:solidFill>
            <a:srgbClr val="1A3A2A"/>
          </a:solidFill>
          <a:ln w="12700">
            <a:solidFill>
              <a:srgbClr val="1A3A2A"/>
            </a:solidFill>
            <a:prstDash val="solid"/>
          </a:ln>
        </p:spPr>
      </p:sp>
      <p:sp>
        <p:nvSpPr>
          <p:cNvPr id="145" name="Shape 143"/>
          <p:cNvSpPr/>
          <p:nvPr/>
        </p:nvSpPr>
        <p:spPr>
          <a:xfrm>
            <a:off x="2075688" y="3520440"/>
            <a:ext cx="457200" cy="9144"/>
          </a:xfrm>
          <a:prstGeom prst="rect">
            <a:avLst/>
          </a:prstGeom>
          <a:solidFill>
            <a:srgbClr val="1A3A2A"/>
          </a:solidFill>
          <a:ln w="12700">
            <a:solidFill>
              <a:srgbClr val="1A3A2A"/>
            </a:solidFill>
            <a:prstDash val="solid"/>
          </a:ln>
        </p:spPr>
      </p:sp>
      <p:sp>
        <p:nvSpPr>
          <p:cNvPr id="146" name="Shape 144"/>
          <p:cNvSpPr/>
          <p:nvPr/>
        </p:nvSpPr>
        <p:spPr>
          <a:xfrm>
            <a:off x="2670048" y="3520440"/>
            <a:ext cx="457200" cy="9144"/>
          </a:xfrm>
          <a:prstGeom prst="rect">
            <a:avLst/>
          </a:prstGeom>
          <a:solidFill>
            <a:srgbClr val="1A3A2A"/>
          </a:solidFill>
          <a:ln w="12700">
            <a:solidFill>
              <a:srgbClr val="1A3A2A"/>
            </a:solidFill>
            <a:prstDash val="solid"/>
          </a:ln>
        </p:spPr>
      </p:sp>
      <p:sp>
        <p:nvSpPr>
          <p:cNvPr id="147" name="Shape 145"/>
          <p:cNvSpPr/>
          <p:nvPr/>
        </p:nvSpPr>
        <p:spPr>
          <a:xfrm>
            <a:off x="3264408" y="3520440"/>
            <a:ext cx="457200" cy="9144"/>
          </a:xfrm>
          <a:prstGeom prst="rect">
            <a:avLst/>
          </a:prstGeom>
          <a:solidFill>
            <a:srgbClr val="1A3A2A"/>
          </a:solidFill>
          <a:ln w="12700">
            <a:solidFill>
              <a:srgbClr val="1A3A2A"/>
            </a:solidFill>
            <a:prstDash val="solid"/>
          </a:ln>
        </p:spPr>
      </p:sp>
      <p:sp>
        <p:nvSpPr>
          <p:cNvPr id="148" name="Shape 146"/>
          <p:cNvSpPr/>
          <p:nvPr/>
        </p:nvSpPr>
        <p:spPr>
          <a:xfrm>
            <a:off x="3858768" y="3520440"/>
            <a:ext cx="457200" cy="9144"/>
          </a:xfrm>
          <a:prstGeom prst="rect">
            <a:avLst/>
          </a:prstGeom>
          <a:solidFill>
            <a:srgbClr val="1A3A2A"/>
          </a:solidFill>
          <a:ln w="12700">
            <a:solidFill>
              <a:srgbClr val="1A3A2A"/>
            </a:solidFill>
            <a:prstDash val="solid"/>
          </a:ln>
        </p:spPr>
      </p:sp>
      <p:sp>
        <p:nvSpPr>
          <p:cNvPr id="149" name="Shape 147"/>
          <p:cNvSpPr/>
          <p:nvPr/>
        </p:nvSpPr>
        <p:spPr>
          <a:xfrm>
            <a:off x="4453128" y="3520440"/>
            <a:ext cx="457200" cy="9144"/>
          </a:xfrm>
          <a:prstGeom prst="rect">
            <a:avLst/>
          </a:prstGeom>
          <a:solidFill>
            <a:srgbClr val="1A3A2A"/>
          </a:solidFill>
          <a:ln w="12700">
            <a:solidFill>
              <a:srgbClr val="1A3A2A"/>
            </a:solidFill>
            <a:prstDash val="solid"/>
          </a:ln>
        </p:spPr>
      </p:sp>
      <p:sp>
        <p:nvSpPr>
          <p:cNvPr id="150" name="Shape 148"/>
          <p:cNvSpPr/>
          <p:nvPr/>
        </p:nvSpPr>
        <p:spPr>
          <a:xfrm>
            <a:off x="5047488" y="3520440"/>
            <a:ext cx="457200" cy="9144"/>
          </a:xfrm>
          <a:prstGeom prst="rect">
            <a:avLst/>
          </a:prstGeom>
          <a:solidFill>
            <a:srgbClr val="1A3A2A"/>
          </a:solidFill>
          <a:ln w="12700">
            <a:solidFill>
              <a:srgbClr val="1A3A2A"/>
            </a:solidFill>
            <a:prstDash val="solid"/>
          </a:ln>
        </p:spPr>
      </p:sp>
      <p:sp>
        <p:nvSpPr>
          <p:cNvPr id="151" name="Shape 149"/>
          <p:cNvSpPr/>
          <p:nvPr/>
        </p:nvSpPr>
        <p:spPr>
          <a:xfrm>
            <a:off x="5641848" y="3520440"/>
            <a:ext cx="457200" cy="9144"/>
          </a:xfrm>
          <a:prstGeom prst="rect">
            <a:avLst/>
          </a:prstGeom>
          <a:solidFill>
            <a:srgbClr val="1A3A2A"/>
          </a:solidFill>
          <a:ln w="12700">
            <a:solidFill>
              <a:srgbClr val="1A3A2A"/>
            </a:solidFill>
            <a:prstDash val="solid"/>
          </a:ln>
        </p:spPr>
      </p:sp>
      <p:sp>
        <p:nvSpPr>
          <p:cNvPr id="152" name="Shape 150"/>
          <p:cNvSpPr/>
          <p:nvPr/>
        </p:nvSpPr>
        <p:spPr>
          <a:xfrm>
            <a:off x="6236208" y="3520440"/>
            <a:ext cx="457200" cy="9144"/>
          </a:xfrm>
          <a:prstGeom prst="rect">
            <a:avLst/>
          </a:prstGeom>
          <a:solidFill>
            <a:srgbClr val="1A3A2A"/>
          </a:solidFill>
          <a:ln w="12700">
            <a:solidFill>
              <a:srgbClr val="1A3A2A"/>
            </a:solidFill>
            <a:prstDash val="solid"/>
          </a:ln>
        </p:spPr>
      </p:sp>
      <p:sp>
        <p:nvSpPr>
          <p:cNvPr id="153" name="Shape 151"/>
          <p:cNvSpPr/>
          <p:nvPr/>
        </p:nvSpPr>
        <p:spPr>
          <a:xfrm>
            <a:off x="6830568" y="3520440"/>
            <a:ext cx="457200" cy="9144"/>
          </a:xfrm>
          <a:prstGeom prst="rect">
            <a:avLst/>
          </a:prstGeom>
          <a:solidFill>
            <a:srgbClr val="1A3A2A"/>
          </a:solidFill>
          <a:ln w="12700">
            <a:solidFill>
              <a:srgbClr val="1A3A2A"/>
            </a:solidFill>
            <a:prstDash val="solid"/>
          </a:ln>
        </p:spPr>
      </p:sp>
      <p:sp>
        <p:nvSpPr>
          <p:cNvPr id="154" name="Shape 152"/>
          <p:cNvSpPr/>
          <p:nvPr/>
        </p:nvSpPr>
        <p:spPr>
          <a:xfrm>
            <a:off x="7424928" y="3520440"/>
            <a:ext cx="457200" cy="9144"/>
          </a:xfrm>
          <a:prstGeom prst="rect">
            <a:avLst/>
          </a:prstGeom>
          <a:solidFill>
            <a:srgbClr val="1A3A2A"/>
          </a:solidFill>
          <a:ln w="12700">
            <a:solidFill>
              <a:srgbClr val="1A3A2A"/>
            </a:solidFill>
            <a:prstDash val="solid"/>
          </a:ln>
        </p:spPr>
      </p:sp>
      <p:sp>
        <p:nvSpPr>
          <p:cNvPr id="155" name="Shape 153"/>
          <p:cNvSpPr/>
          <p:nvPr/>
        </p:nvSpPr>
        <p:spPr>
          <a:xfrm>
            <a:off x="8019288" y="3520440"/>
            <a:ext cx="457200" cy="9144"/>
          </a:xfrm>
          <a:prstGeom prst="rect">
            <a:avLst/>
          </a:prstGeom>
          <a:solidFill>
            <a:srgbClr val="1A3A2A"/>
          </a:solidFill>
          <a:ln w="12700">
            <a:solidFill>
              <a:srgbClr val="1A3A2A"/>
            </a:solidFill>
            <a:prstDash val="solid"/>
          </a:ln>
        </p:spPr>
      </p:sp>
      <p:sp>
        <p:nvSpPr>
          <p:cNvPr id="156" name="Shape 154"/>
          <p:cNvSpPr/>
          <p:nvPr/>
        </p:nvSpPr>
        <p:spPr>
          <a:xfrm>
            <a:off x="8613648" y="3520440"/>
            <a:ext cx="457200" cy="9144"/>
          </a:xfrm>
          <a:prstGeom prst="rect">
            <a:avLst/>
          </a:prstGeom>
          <a:solidFill>
            <a:srgbClr val="1A3A2A"/>
          </a:solidFill>
          <a:ln w="12700">
            <a:solidFill>
              <a:srgbClr val="1A3A2A"/>
            </a:solidFill>
            <a:prstDash val="solid"/>
          </a:ln>
        </p:spPr>
      </p:sp>
      <p:sp>
        <p:nvSpPr>
          <p:cNvPr id="157" name="Shape 155"/>
          <p:cNvSpPr/>
          <p:nvPr/>
        </p:nvSpPr>
        <p:spPr>
          <a:xfrm>
            <a:off x="9208008" y="3520440"/>
            <a:ext cx="457200" cy="9144"/>
          </a:xfrm>
          <a:prstGeom prst="rect">
            <a:avLst/>
          </a:prstGeom>
          <a:solidFill>
            <a:srgbClr val="1A3A2A"/>
          </a:solidFill>
          <a:ln w="12700">
            <a:solidFill>
              <a:srgbClr val="1A3A2A"/>
            </a:solidFill>
            <a:prstDash val="solid"/>
          </a:ln>
        </p:spPr>
      </p:sp>
      <p:sp>
        <p:nvSpPr>
          <p:cNvPr id="158" name="Shape 156"/>
          <p:cNvSpPr/>
          <p:nvPr/>
        </p:nvSpPr>
        <p:spPr>
          <a:xfrm>
            <a:off x="9802368" y="3520440"/>
            <a:ext cx="457200" cy="9144"/>
          </a:xfrm>
          <a:prstGeom prst="rect">
            <a:avLst/>
          </a:prstGeom>
          <a:solidFill>
            <a:srgbClr val="1A3A2A"/>
          </a:solidFill>
          <a:ln w="12700">
            <a:solidFill>
              <a:srgbClr val="1A3A2A"/>
            </a:solidFill>
            <a:prstDash val="solid"/>
          </a:ln>
        </p:spPr>
      </p:sp>
      <p:sp>
        <p:nvSpPr>
          <p:cNvPr id="159" name="Shape 157"/>
          <p:cNvSpPr/>
          <p:nvPr/>
        </p:nvSpPr>
        <p:spPr>
          <a:xfrm>
            <a:off x="10396728" y="3520440"/>
            <a:ext cx="457200" cy="9144"/>
          </a:xfrm>
          <a:prstGeom prst="rect">
            <a:avLst/>
          </a:prstGeom>
          <a:solidFill>
            <a:srgbClr val="1A3A2A"/>
          </a:solidFill>
          <a:ln w="12700">
            <a:solidFill>
              <a:srgbClr val="1A3A2A"/>
            </a:solidFill>
            <a:prstDash val="solid"/>
          </a:ln>
        </p:spPr>
      </p:sp>
      <p:sp>
        <p:nvSpPr>
          <p:cNvPr id="160" name="Shape 158"/>
          <p:cNvSpPr/>
          <p:nvPr/>
        </p:nvSpPr>
        <p:spPr>
          <a:xfrm>
            <a:off x="10991088" y="3520440"/>
            <a:ext cx="457200" cy="9144"/>
          </a:xfrm>
          <a:prstGeom prst="rect">
            <a:avLst/>
          </a:prstGeom>
          <a:solidFill>
            <a:srgbClr val="1A3A2A"/>
          </a:solidFill>
          <a:ln w="12700">
            <a:solidFill>
              <a:srgbClr val="1A3A2A"/>
            </a:solidFill>
            <a:prstDash val="solid"/>
          </a:ln>
        </p:spPr>
      </p:sp>
      <p:sp>
        <p:nvSpPr>
          <p:cNvPr id="161" name="Shape 159"/>
          <p:cNvSpPr/>
          <p:nvPr/>
        </p:nvSpPr>
        <p:spPr>
          <a:xfrm>
            <a:off x="11585448" y="3520440"/>
            <a:ext cx="457200" cy="9144"/>
          </a:xfrm>
          <a:prstGeom prst="rect">
            <a:avLst/>
          </a:prstGeom>
          <a:solidFill>
            <a:srgbClr val="1A3A2A"/>
          </a:solidFill>
          <a:ln w="12700">
            <a:solidFill>
              <a:srgbClr val="1A3A2A"/>
            </a:solidFill>
            <a:prstDash val="solid"/>
          </a:ln>
        </p:spPr>
      </p:sp>
      <p:sp>
        <p:nvSpPr>
          <p:cNvPr id="162" name="Shape 160"/>
          <p:cNvSpPr/>
          <p:nvPr/>
        </p:nvSpPr>
        <p:spPr>
          <a:xfrm>
            <a:off x="2894076" y="228600"/>
            <a:ext cx="6400800" cy="6400800"/>
          </a:xfrm>
          <a:prstGeom prst="ellipse">
            <a:avLst/>
          </a:prstGeom>
          <a:solidFill>
            <a:srgbClr val="0A2018"/>
          </a:solidFill>
          <a:ln w="6350">
            <a:solidFill>
              <a:srgbClr val="000000"/>
            </a:solidFill>
            <a:prstDash val="solid"/>
          </a:ln>
        </p:spPr>
      </p:sp>
      <p:sp>
        <p:nvSpPr>
          <p:cNvPr id="163" name="Shape 161"/>
          <p:cNvSpPr/>
          <p:nvPr/>
        </p:nvSpPr>
        <p:spPr>
          <a:xfrm>
            <a:off x="3579876" y="914400"/>
            <a:ext cx="5029200" cy="5029200"/>
          </a:xfrm>
          <a:prstGeom prst="ellipse">
            <a:avLst/>
          </a:prstGeom>
          <a:solidFill>
            <a:srgbClr val="0F2820"/>
          </a:solidFill>
          <a:ln w="6350">
            <a:solidFill>
              <a:srgbClr val="00FF88"/>
            </a:solidFill>
            <a:prstDash val="solid"/>
          </a:ln>
        </p:spPr>
      </p:sp>
      <p:sp>
        <p:nvSpPr>
          <p:cNvPr id="164" name="Shape 162"/>
          <p:cNvSpPr/>
          <p:nvPr/>
        </p:nvSpPr>
        <p:spPr>
          <a:xfrm>
            <a:off x="4265676" y="1600200"/>
            <a:ext cx="3657600" cy="3657600"/>
          </a:xfrm>
          <a:prstGeom prst="ellipse">
            <a:avLst/>
          </a:prstGeom>
          <a:solidFill>
            <a:srgbClr val="162E1E"/>
          </a:solidFill>
          <a:ln w="6350">
            <a:solidFill>
              <a:srgbClr val="00FF88"/>
            </a:solidFill>
            <a:prstDash val="solid"/>
          </a:ln>
        </p:spPr>
      </p:sp>
      <p:sp>
        <p:nvSpPr>
          <p:cNvPr id="165" name="Shape 163"/>
          <p:cNvSpPr/>
          <p:nvPr/>
        </p:nvSpPr>
        <p:spPr>
          <a:xfrm>
            <a:off x="4951476" y="2286000"/>
            <a:ext cx="2286000" cy="2286000"/>
          </a:xfrm>
          <a:prstGeom prst="ellipse">
            <a:avLst/>
          </a:prstGeom>
          <a:solidFill>
            <a:srgbClr val="0D2016"/>
          </a:solidFill>
          <a:ln w="25400">
            <a:solidFill>
              <a:srgbClr val="00FF88"/>
            </a:solidFill>
            <a:prstDash val="solid"/>
          </a:ln>
          <a:effectLst>
            <a:outerShdw sx="100000" sy="100000" kx="0" ky="0" algn="bl" rotWithShape="0" blurRad="254000" dist="50800" dir="16200000">
              <a:srgbClr val="00FF88">
                <a:alpha val="50000"/>
              </a:srgbClr>
            </a:outerShdw>
          </a:effectLst>
        </p:spPr>
      </p:sp>
      <p:sp>
        <p:nvSpPr>
          <p:cNvPr id="166" name="Shape 164"/>
          <p:cNvSpPr/>
          <p:nvPr/>
        </p:nvSpPr>
        <p:spPr>
          <a:xfrm>
            <a:off x="0" y="0"/>
            <a:ext cx="12188952" cy="18288"/>
          </a:xfrm>
          <a:prstGeom prst="rect">
            <a:avLst/>
          </a:prstGeom>
          <a:solidFill>
            <a:srgbClr val="00FF88"/>
          </a:solidFill>
          <a:ln/>
        </p:spPr>
      </p:sp>
      <p:sp>
        <p:nvSpPr>
          <p:cNvPr id="167" name="Shape 165"/>
          <p:cNvSpPr/>
          <p:nvPr/>
        </p:nvSpPr>
        <p:spPr>
          <a:xfrm>
            <a:off x="0" y="6839712"/>
            <a:ext cx="12188952" cy="18288"/>
          </a:xfrm>
          <a:prstGeom prst="rect">
            <a:avLst/>
          </a:prstGeom>
          <a:solidFill>
            <a:srgbClr val="00FF88"/>
          </a:solidFill>
          <a:ln/>
        </p:spPr>
      </p:sp>
      <p:sp>
        <p:nvSpPr>
          <p:cNvPr id="168" name="Shape 166"/>
          <p:cNvSpPr/>
          <p:nvPr/>
        </p:nvSpPr>
        <p:spPr>
          <a:xfrm>
            <a:off x="0" y="0"/>
            <a:ext cx="73152" cy="6858000"/>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69" name="Shape 167"/>
          <p:cNvSpPr/>
          <p:nvPr/>
        </p:nvSpPr>
        <p:spPr>
          <a:xfrm>
            <a:off x="12115800" y="0"/>
            <a:ext cx="73152" cy="6858000"/>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70" name="Text 168"/>
          <p:cNvSpPr/>
          <p:nvPr/>
        </p:nvSpPr>
        <p:spPr>
          <a:xfrm>
            <a:off x="457200" y="1371600"/>
            <a:ext cx="11247120" cy="1005840"/>
          </a:xfrm>
          <a:prstGeom prst="rect">
            <a:avLst/>
          </a:prstGeom>
          <a:noFill/>
          <a:ln/>
          <a:effectLst>
            <a:outerShdw sx="100000" sy="100000" kx="0" ky="0" algn="bl" rotWithShape="0" blurRad="254000" dist="50800" dir="16200000">
              <a:srgbClr val="00FF88">
                <a:alpha val="50000"/>
              </a:srgbClr>
            </a:outerShdw>
          </a:effectLst>
        </p:spPr>
        <p:txBody>
          <a:bodyPr wrap="square" rtlCol="0" anchor="ctr"/>
          <a:lstStyle/>
          <a:p>
            <a:pPr algn="ctr" indent="0" marL="0">
              <a:buNone/>
            </a:pPr>
            <a:r>
              <a:rPr lang="en-US" sz="4400" b="1" dirty="0">
                <a:solidFill>
                  <a:srgbClr val="00FF88"/>
                </a:solidFill>
                <a:latin typeface="Trebuchet MS" pitchFamily="34" charset="0"/>
                <a:ea typeface="Trebuchet MS" pitchFamily="34" charset="-122"/>
                <a:cs typeface="Trebuchet MS" pitchFamily="34" charset="-120"/>
              </a:rPr>
              <a:t>THE SEED IS PLANTED.</a:t>
            </a:r>
            <a:endParaRPr lang="en-US" sz="4400" dirty="0"/>
          </a:p>
        </p:txBody>
      </p:sp>
      <p:sp>
        <p:nvSpPr>
          <p:cNvPr id="171" name="Shape 169"/>
          <p:cNvSpPr/>
          <p:nvPr/>
        </p:nvSpPr>
        <p:spPr>
          <a:xfrm>
            <a:off x="1828800" y="2487168"/>
            <a:ext cx="8531352" cy="27432"/>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72" name="Text 170"/>
          <p:cNvSpPr/>
          <p:nvPr/>
        </p:nvSpPr>
        <p:spPr>
          <a:xfrm>
            <a:off x="457200" y="2606040"/>
            <a:ext cx="11247120" cy="594360"/>
          </a:xfrm>
          <a:prstGeom prst="rect">
            <a:avLst/>
          </a:prstGeom>
          <a:noFill/>
          <a:ln/>
          <a:effectLst>
            <a:outerShdw sx="100000" sy="100000" kx="0" ky="0" algn="bl" rotWithShape="0" blurRad="254000" dist="50800" dir="16200000">
              <a:srgbClr val="FFD700">
                <a:alpha val="50000"/>
              </a:srgbClr>
            </a:outerShdw>
          </a:effectLst>
        </p:spPr>
        <p:txBody>
          <a:bodyPr wrap="square" rtlCol="0" anchor="ctr"/>
          <a:lstStyle/>
          <a:p>
            <a:pPr algn="ctr" indent="0" marL="0">
              <a:buNone/>
            </a:pPr>
            <a:r>
              <a:rPr lang="en-US" sz="1900" i="1" dirty="0">
                <a:solidFill>
                  <a:srgbClr val="FFD700"/>
                </a:solidFill>
                <a:latin typeface="Trebuchet MS" pitchFamily="34" charset="0"/>
                <a:ea typeface="Trebuchet MS" pitchFamily="34" charset="-122"/>
                <a:cs typeface="Trebuchet MS" pitchFamily="34" charset="-120"/>
              </a:rPr>
              <a:t>Let's Grow Tamil Nadu's Agricultural Future — Together.</a:t>
            </a:r>
            <a:endParaRPr lang="en-US" sz="1900" dirty="0"/>
          </a:p>
        </p:txBody>
      </p:sp>
      <p:sp>
        <p:nvSpPr>
          <p:cNvPr id="173" name="Shape 171"/>
          <p:cNvSpPr/>
          <p:nvPr/>
        </p:nvSpPr>
        <p:spPr>
          <a:xfrm>
            <a:off x="1828800" y="3383280"/>
            <a:ext cx="8531352" cy="566928"/>
          </a:xfrm>
          <a:prstGeom prst="rect">
            <a:avLst/>
          </a:prstGeom>
          <a:solidFill>
            <a:srgbClr val="0D2016"/>
          </a:solidFill>
          <a:ln w="12700">
            <a:solidFill>
              <a:srgbClr val="00D4FF"/>
            </a:solidFill>
            <a:prstDash val="solid"/>
          </a:ln>
          <a:effectLst>
            <a:outerShdw sx="100000" sy="100000" kx="0" ky="0" algn="bl" rotWithShape="0" blurRad="254000" dist="50800" dir="16200000">
              <a:srgbClr val="00D4FF">
                <a:alpha val="50000"/>
              </a:srgbClr>
            </a:outerShdw>
          </a:effectLst>
        </p:spPr>
      </p:sp>
      <p:sp>
        <p:nvSpPr>
          <p:cNvPr id="174" name="Text 172"/>
          <p:cNvSpPr/>
          <p:nvPr/>
        </p:nvSpPr>
        <p:spPr>
          <a:xfrm>
            <a:off x="1828800" y="3383280"/>
            <a:ext cx="8531352" cy="566928"/>
          </a:xfrm>
          <a:prstGeom prst="rect">
            <a:avLst/>
          </a:prstGeom>
          <a:noFill/>
          <a:ln/>
        </p:spPr>
        <p:txBody>
          <a:bodyPr wrap="square" rtlCol="0" anchor="ctr"/>
          <a:lstStyle/>
          <a:p>
            <a:pPr algn="ctr" indent="0" marL="0">
              <a:buNone/>
            </a:pPr>
            <a:r>
              <a:rPr lang="en-US" sz="1300" b="1" dirty="0">
                <a:solidFill>
                  <a:srgbClr val="00D4FF"/>
                </a:solidFill>
                <a:latin typeface="Calibri" pitchFamily="34" charset="0"/>
                <a:ea typeface="Calibri" pitchFamily="34" charset="-122"/>
                <a:cs typeface="Calibri" pitchFamily="34" charset="-120"/>
              </a:rPr>
              <a:t>🌐  nimirndhunil.vercel.app</a:t>
            </a:r>
            <a:endParaRPr lang="en-US" sz="1300" dirty="0"/>
          </a:p>
        </p:txBody>
      </p:sp>
      <p:sp>
        <p:nvSpPr>
          <p:cNvPr id="175" name="Shape 173"/>
          <p:cNvSpPr/>
          <p:nvPr/>
        </p:nvSpPr>
        <p:spPr>
          <a:xfrm>
            <a:off x="1828800" y="4069080"/>
            <a:ext cx="8531352" cy="566928"/>
          </a:xfrm>
          <a:prstGeom prst="rect">
            <a:avLst/>
          </a:prstGeom>
          <a:solidFill>
            <a:srgbClr val="0D2016"/>
          </a:solidFill>
          <a:ln w="12700">
            <a:solidFill>
              <a:srgbClr val="00FF88"/>
            </a:solidFill>
            <a:prstDash val="solid"/>
          </a:ln>
          <a:effectLst>
            <a:outerShdw sx="100000" sy="100000" kx="0" ky="0" algn="bl" rotWithShape="0" blurRad="254000" dist="50800" dir="16200000">
              <a:srgbClr val="00FF88">
                <a:alpha val="50000"/>
              </a:srgbClr>
            </a:outerShdw>
          </a:effectLst>
        </p:spPr>
      </p:sp>
      <p:sp>
        <p:nvSpPr>
          <p:cNvPr id="176" name="Text 174"/>
          <p:cNvSpPr/>
          <p:nvPr/>
        </p:nvSpPr>
        <p:spPr>
          <a:xfrm>
            <a:off x="1828800" y="4069080"/>
            <a:ext cx="8531352" cy="566928"/>
          </a:xfrm>
          <a:prstGeom prst="rect">
            <a:avLst/>
          </a:prstGeom>
          <a:noFill/>
          <a:ln/>
        </p:spPr>
        <p:txBody>
          <a:bodyPr wrap="square" rtlCol="0" anchor="ctr"/>
          <a:lstStyle/>
          <a:p>
            <a:pPr algn="ctr" indent="0" marL="0">
              <a:buNone/>
            </a:pPr>
            <a:r>
              <a:rPr lang="en-US" sz="1300" b="1" dirty="0">
                <a:solidFill>
                  <a:srgbClr val="00FF88"/>
                </a:solidFill>
                <a:latin typeface="Calibri" pitchFamily="34" charset="0"/>
                <a:ea typeface="Calibri" pitchFamily="34" charset="-122"/>
                <a:cs typeface="Calibri" pitchFamily="34" charset="-120"/>
              </a:rPr>
              <a:t>📂  github.com/threesshad-cpu/agri-neural-twin</a:t>
            </a:r>
            <a:endParaRPr lang="en-US" sz="1300" dirty="0"/>
          </a:p>
        </p:txBody>
      </p:sp>
      <p:sp>
        <p:nvSpPr>
          <p:cNvPr id="177" name="Shape 175"/>
          <p:cNvSpPr/>
          <p:nvPr/>
        </p:nvSpPr>
        <p:spPr>
          <a:xfrm>
            <a:off x="1828800" y="4754880"/>
            <a:ext cx="8531352" cy="566928"/>
          </a:xfrm>
          <a:prstGeom prst="rect">
            <a:avLst/>
          </a:prstGeom>
          <a:solidFill>
            <a:srgbClr val="0D2016"/>
          </a:solidFill>
          <a:ln w="12700">
            <a:solidFill>
              <a:srgbClr val="FFD700"/>
            </a:solidFill>
            <a:prstDash val="solid"/>
          </a:ln>
          <a:effectLst>
            <a:outerShdw sx="100000" sy="100000" kx="0" ky="0" algn="bl" rotWithShape="0" blurRad="254000" dist="50800" dir="16200000">
              <a:srgbClr val="FFD700">
                <a:alpha val="50000"/>
              </a:srgbClr>
            </a:outerShdw>
          </a:effectLst>
        </p:spPr>
      </p:sp>
      <p:sp>
        <p:nvSpPr>
          <p:cNvPr id="178" name="Text 176"/>
          <p:cNvSpPr/>
          <p:nvPr/>
        </p:nvSpPr>
        <p:spPr>
          <a:xfrm>
            <a:off x="1828800" y="4754880"/>
            <a:ext cx="8531352" cy="566928"/>
          </a:xfrm>
          <a:prstGeom prst="rect">
            <a:avLst/>
          </a:prstGeom>
          <a:noFill/>
          <a:ln/>
        </p:spPr>
        <p:txBody>
          <a:bodyPr wrap="square" rtlCol="0" anchor="ctr"/>
          <a:lstStyle/>
          <a:p>
            <a:pPr algn="ctr" indent="0" marL="0">
              <a:buNone/>
            </a:pPr>
            <a:r>
              <a:rPr lang="en-US" sz="1300" b="1" dirty="0">
                <a:solidFill>
                  <a:srgbClr val="FFD700"/>
                </a:solidFill>
                <a:latin typeface="Calibri" pitchFamily="34" charset="0"/>
                <a:ea typeface="Calibri" pitchFamily="34" charset="-122"/>
                <a:cs typeface="Calibri" pitchFamily="34" charset="-120"/>
              </a:rPr>
              <a:t>🏆  Nimirndhu Nil — Govt of Tamil Nadu 2026</a:t>
            </a:r>
            <a:endParaRPr lang="en-US" sz="1300" dirty="0"/>
          </a:p>
        </p:txBody>
      </p:sp>
      <p:sp>
        <p:nvSpPr>
          <p:cNvPr id="179" name="Shape 177"/>
          <p:cNvSpPr/>
          <p:nvPr/>
        </p:nvSpPr>
        <p:spPr>
          <a:xfrm>
            <a:off x="0" y="6236208"/>
            <a:ext cx="12188952" cy="621792"/>
          </a:xfrm>
          <a:prstGeom prst="rect">
            <a:avLst/>
          </a:prstGeom>
          <a:solidFill>
            <a:srgbClr val="0D2016"/>
          </a:solidFill>
          <a:ln/>
        </p:spPr>
      </p:sp>
      <p:sp>
        <p:nvSpPr>
          <p:cNvPr id="180" name="Shape 178"/>
          <p:cNvSpPr/>
          <p:nvPr/>
        </p:nvSpPr>
        <p:spPr>
          <a:xfrm>
            <a:off x="0" y="6236208"/>
            <a:ext cx="12188952" cy="27432"/>
          </a:xfrm>
          <a:prstGeom prst="rect">
            <a:avLst/>
          </a:prstGeom>
          <a:solidFill>
            <a:srgbClr val="00FF88"/>
          </a:solidFill>
          <a:ln/>
          <a:effectLst>
            <a:outerShdw sx="100000" sy="100000" kx="0" ky="0" algn="bl" rotWithShape="0" blurRad="254000" dist="50800" dir="16200000">
              <a:srgbClr val="00FF88">
                <a:alpha val="50000"/>
              </a:srgbClr>
            </a:outerShdw>
          </a:effectLst>
        </p:spPr>
      </p:sp>
      <p:sp>
        <p:nvSpPr>
          <p:cNvPr id="181" name="Text 179"/>
          <p:cNvSpPr/>
          <p:nvPr/>
        </p:nvSpPr>
        <p:spPr>
          <a:xfrm>
            <a:off x="0" y="6281928"/>
            <a:ext cx="12188952" cy="502920"/>
          </a:xfrm>
          <a:prstGeom prst="rect">
            <a:avLst/>
          </a:prstGeom>
          <a:noFill/>
          <a:ln/>
          <a:effectLst>
            <a:outerShdw sx="100000" sy="100000" kx="0" ky="0" algn="bl" rotWithShape="0" blurRad="254000" dist="50800" dir="16200000">
              <a:srgbClr val="00FF88">
                <a:alpha val="50000"/>
              </a:srgbClr>
            </a:outerShdw>
          </a:effectLst>
        </p:spPr>
        <p:txBody>
          <a:bodyPr wrap="square" rtlCol="0" anchor="ctr"/>
          <a:lstStyle/>
          <a:p>
            <a:pPr algn="ctr" indent="0" marL="0">
              <a:buNone/>
            </a:pPr>
            <a:r>
              <a:rPr lang="en-US" sz="1100" i="1" dirty="0">
                <a:solidFill>
                  <a:srgbClr val="00FF88"/>
                </a:solidFill>
                <a:latin typeface="Calibri" pitchFamily="34" charset="0"/>
                <a:ea typeface="Calibri" pitchFamily="34" charset="-122"/>
                <a:cs typeface="Calibri" pitchFamily="34" charset="-120"/>
              </a:rPr>
              <a:t>"Sabka Saath, Sabka Vikas — Democratizing AI for Every Farmer" | Team Uzhavar Intelligence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2026-06-12T04:57:56Z</dcterms:created>
  <dcterms:modified xsi:type="dcterms:W3CDTF">2026-06-12T04:57:56Z</dcterms:modified>
</cp:coreProperties>
</file>